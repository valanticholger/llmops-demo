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ags/tag2.xml" ContentType="application/vnd.openxmlformats-officedocument.presentationml.tags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964" r:id="rId3"/>
  </p:sldMasterIdLst>
  <p:notesMasterIdLst>
    <p:notesMasterId r:id="rId13"/>
  </p:notesMasterIdLst>
  <p:sldIdLst>
    <p:sldId id="2147472744" r:id="rId4"/>
    <p:sldId id="2147472598" r:id="rId5"/>
    <p:sldId id="262" r:id="rId6"/>
    <p:sldId id="2147475259" r:id="rId7"/>
    <p:sldId id="2147475264" r:id="rId8"/>
    <p:sldId id="2147475260" r:id="rId9"/>
    <p:sldId id="2147475261" r:id="rId10"/>
    <p:sldId id="2147475262" r:id="rId11"/>
    <p:sldId id="2147475263" r:id="rId12"/>
  </p:sldIdLst>
  <p:sldSz cx="12192000" cy="6858000"/>
  <p:notesSz cx="7315200" cy="9601200"/>
  <p:custDataLst>
    <p:tags r:id="rId14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lantic Route A" id="{680631B8-2E2D-4A20-A8D1-569AF6366704}">
          <p14:sldIdLst>
            <p14:sldId id="2147472744"/>
            <p14:sldId id="2147472598"/>
            <p14:sldId id="262"/>
            <p14:sldId id="2147475259"/>
            <p14:sldId id="2147475264"/>
            <p14:sldId id="2147475260"/>
            <p14:sldId id="2147475261"/>
            <p14:sldId id="2147475262"/>
            <p14:sldId id="2147475263"/>
          </p14:sldIdLst>
        </p14:section>
        <p14:section name="styleguide &amp; material" id="{280F8341-3720-4E4E-A560-10E87FFEFF48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CDCD"/>
    <a:srgbClr val="121F47"/>
    <a:srgbClr val="152B5C"/>
    <a:srgbClr val="152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79" autoAdjust="0"/>
    <p:restoredTop sz="87370" autoAdjust="0"/>
  </p:normalViewPr>
  <p:slideViewPr>
    <p:cSldViewPr snapToGrid="0">
      <p:cViewPr varScale="1">
        <p:scale>
          <a:sx n="116" d="100"/>
          <a:sy n="116" d="100"/>
        </p:scale>
        <p:origin x="552" y="192"/>
      </p:cViewPr>
      <p:guideLst/>
    </p:cSldViewPr>
  </p:slideViewPr>
  <p:outlineViewPr>
    <p:cViewPr>
      <p:scale>
        <a:sx n="33" d="100"/>
        <a:sy n="33" d="100"/>
      </p:scale>
      <p:origin x="0" y="-17948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48771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ln w="85725"/>
          </c:spPr>
          <c:dPt>
            <c:idx val="0"/>
            <c:bubble3D val="0"/>
            <c:spPr>
              <a:solidFill>
                <a:schemeClr val="accent1"/>
              </a:solidFill>
              <a:ln w="857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D0-5D46-97E9-3E8349E016B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857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D0-5D46-97E9-3E8349E016B1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857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D0-5D46-97E9-3E8349E016B1}"/>
              </c:ext>
            </c:extLst>
          </c:dPt>
          <c:dPt>
            <c:idx val="3"/>
            <c:bubble3D val="0"/>
            <c:spPr>
              <a:solidFill>
                <a:schemeClr val="bg1">
                  <a:lumMod val="65000"/>
                </a:schemeClr>
              </a:solidFill>
              <a:ln w="857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D0-5D46-97E9-3E8349E016B1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857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7D0-5D46-97E9-3E8349E016B1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857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77D0-5D46-97E9-3E8349E016B1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85725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77D0-5D46-97E9-3E8349E016B1}"/>
              </c:ext>
            </c:extLst>
          </c:dPt>
          <c:cat>
            <c:strRef>
              <c:f>Tabelle1!$A$2:$A$8</c:f>
              <c:strCache>
                <c:ptCount val="7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  <c:pt idx="4">
                  <c:v>5. Quartal</c:v>
                </c:pt>
                <c:pt idx="5">
                  <c:v>6. Quartal</c:v>
                </c:pt>
                <c:pt idx="6">
                  <c:v>7. Quartal</c:v>
                </c:pt>
              </c:strCache>
            </c:strRef>
          </c:cat>
          <c:val>
            <c:numRef>
              <c:f>Tabelle1!$B$2:$B$8</c:f>
              <c:numCache>
                <c:formatCode>General</c:formatCode>
                <c:ptCount val="7"/>
                <c:pt idx="0">
                  <c:v>14.28</c:v>
                </c:pt>
                <c:pt idx="1">
                  <c:v>14.28</c:v>
                </c:pt>
                <c:pt idx="2">
                  <c:v>14.28</c:v>
                </c:pt>
                <c:pt idx="3">
                  <c:v>14.28</c:v>
                </c:pt>
                <c:pt idx="4">
                  <c:v>14.28</c:v>
                </c:pt>
                <c:pt idx="5">
                  <c:v>14.28</c:v>
                </c:pt>
                <c:pt idx="6">
                  <c:v>14.28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7D0-5D46-97E9-3E8349E016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6"/>
      </c:pieChart>
      <c:spPr>
        <a:noFill/>
        <a:ln w="762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60325" cmpd="sng"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A15152-3235-4436-BBFE-B436FB8DD351}" type="datetimeFigureOut">
              <a:rPr lang="de-DE" smtClean="0"/>
              <a:t>12.03.26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D428D2-2183-4ED5-B6B6-D670A020F8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2347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A  041 : </a:t>
            </a:r>
            <a:r>
              <a:rPr lang="en-GB" sz="1200"/>
              <a:t>title page guilloche right : customer logo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1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387638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9F149-CF98-B914-3AE2-FE461B5F3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E8A347-C67D-6A4B-8E5A-9626138E0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46B61-827B-44AB-CA5F-5EFD79575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32264-CFF6-3482-159F-2109F08E5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210343-89CB-9741-A64F-8B26E326B225}" type="slidenum">
              <a:rPr kumimoji="0" lang="en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5529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198CA-8F07-4131-3DF0-93CFC91EB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26A8C-6040-0177-5FA2-B88591B30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260B1-FF94-C631-26F4-A7F3BFFB0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dirty="0"/>
              <a:t>Demo 1-1 easy intro </a:t>
            </a:r>
          </a:p>
          <a:p>
            <a:r>
              <a:rPr lang="en-GB" sz="1600" dirty="0"/>
              <a:t>Demo 1-2 custom metrics</a:t>
            </a:r>
          </a:p>
          <a:p>
            <a:r>
              <a:rPr lang="en-GB" sz="1600" dirty="0"/>
              <a:t>Demo 1-3 chat with advanced metrics (LLM-as-a-Judge) </a:t>
            </a:r>
            <a:r>
              <a:rPr lang="en-GB" sz="1600" dirty="0">
                <a:sym typeface="Wingdings" pitchFamily="2" charset="2"/>
              </a:rPr>
              <a:t> Sprung </a:t>
            </a:r>
            <a:r>
              <a:rPr lang="en-GB" sz="1600" dirty="0" err="1">
                <a:sym typeface="Wingdings" pitchFamily="2" charset="2"/>
              </a:rPr>
              <a:t>zu</a:t>
            </a:r>
            <a:r>
              <a:rPr lang="en-GB" sz="1600" dirty="0">
                <a:sym typeface="Wingdings" pitchFamily="2" charset="2"/>
              </a:rPr>
              <a:t> </a:t>
            </a:r>
            <a:r>
              <a:rPr lang="en-GB" sz="1600" dirty="0" err="1">
                <a:sym typeface="Wingdings" pitchFamily="2" charset="2"/>
              </a:rPr>
              <a:t>LiteLLM</a:t>
            </a:r>
            <a:endParaRPr lang="en-GB" sz="16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90C9E-0CC5-162D-69D2-BD5A7F6A3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4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8679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08B72-CEE4-59D2-7579-D87B455F4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31A6C-6CB9-D836-CD0F-95869AE5E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C9D54-4739-790B-1D4C-44F29AB90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Kurzer </a:t>
            </a:r>
            <a:r>
              <a:rPr lang="en-GB" dirty="0" err="1"/>
              <a:t>Abholer</a:t>
            </a:r>
            <a:r>
              <a:rPr lang="en-GB" dirty="0"/>
              <a:t> &amp; Overview</a:t>
            </a:r>
          </a:p>
          <a:p>
            <a:endParaRPr lang="en-GB" dirty="0"/>
          </a:p>
          <a:p>
            <a:r>
              <a:rPr lang="en-GB" dirty="0">
                <a:sym typeface="Wingdings" pitchFamily="2" charset="2"/>
              </a:rPr>
              <a:t> </a:t>
            </a:r>
            <a:r>
              <a:rPr lang="en-GB" dirty="0" err="1">
                <a:sym typeface="Wingdings" pitchFamily="2" charset="2"/>
              </a:rPr>
              <a:t>Endpunkt</a:t>
            </a:r>
            <a:r>
              <a:rPr lang="en-GB" dirty="0">
                <a:sym typeface="Wingdings" pitchFamily="2" charset="2"/>
              </a:rPr>
              <a:t> für LLM-as-a-Judge </a:t>
            </a:r>
            <a:r>
              <a:rPr lang="en-GB" dirty="0" err="1">
                <a:sym typeface="Wingdings" pitchFamily="2" charset="2"/>
              </a:rPr>
              <a:t>Mlflow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27EA5-A4B3-9477-37BF-610FF17D8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60463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51265-F278-E6D6-6DA6-2BA20CCB1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8472B-C6BA-0A67-7C09-13C0AC72B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1563B-88B9-4259-28CE-CE056C556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Overview (</a:t>
            </a:r>
            <a:r>
              <a:rPr lang="en-GB" dirty="0" err="1"/>
              <a:t>Überblickssilde</a:t>
            </a:r>
            <a:r>
              <a:rPr lang="en-GB" dirty="0"/>
              <a:t>)</a:t>
            </a:r>
          </a:p>
          <a:p>
            <a:endParaRPr lang="en-GB" dirty="0"/>
          </a:p>
          <a:p>
            <a:pPr marL="171450" indent="-171450"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One step beyond LLM-as-a-Judge</a:t>
            </a:r>
          </a:p>
          <a:p>
            <a:pPr marL="171450" indent="-171450"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root-cause analysis example </a:t>
            </a:r>
          </a:p>
          <a:p>
            <a:pPr marL="171450" indent="-171450">
              <a:buFont typeface="Wingdings" pitchFamily="2" charset="2"/>
              <a:buChar char="à"/>
            </a:pPr>
            <a:endParaRPr lang="en-GB" dirty="0">
              <a:sym typeface="Wingdings" pitchFamily="2" charset="2"/>
            </a:endParaRPr>
          </a:p>
          <a:p>
            <a:pPr marL="171450" indent="-171450">
              <a:buFont typeface="Wingdings" pitchFamily="2" charset="2"/>
              <a:buChar char="à"/>
            </a:pPr>
            <a:endParaRPr lang="en-GB" dirty="0">
              <a:sym typeface="Wingdings" pitchFamily="2" charset="2"/>
            </a:endParaRPr>
          </a:p>
          <a:p>
            <a:pPr marL="171450" indent="-171450">
              <a:buFont typeface="Wingdings" pitchFamily="2" charset="2"/>
              <a:buChar char="à"/>
            </a:pPr>
            <a:r>
              <a:rPr lang="en-GB" dirty="0" err="1">
                <a:sym typeface="Wingdings" pitchFamily="2" charset="2"/>
              </a:rPr>
              <a:t>Abgesehen</a:t>
            </a:r>
            <a:r>
              <a:rPr lang="en-GB" dirty="0">
                <a:sym typeface="Wingdings" pitchFamily="2" charset="2"/>
              </a:rPr>
              <a:t> von tracing und error claim: Experiments Feature </a:t>
            </a:r>
            <a:r>
              <a:rPr lang="en-GB" dirty="0" err="1">
                <a:sym typeface="Wingdings" pitchFamily="2" charset="2"/>
              </a:rPr>
              <a:t>Modellvergleich</a:t>
            </a:r>
            <a:endParaRPr lang="en-GB" dirty="0">
              <a:sym typeface="Wingdings" pitchFamily="2" charset="2"/>
            </a:endParaRPr>
          </a:p>
          <a:p>
            <a:pPr marL="171450" indent="-171450">
              <a:buFont typeface="Wingdings" pitchFamily="2" charset="2"/>
              <a:buChar char="à"/>
            </a:pPr>
            <a:endParaRPr lang="en-GB" dirty="0">
              <a:sym typeface="Wingdings" pitchFamily="2" charset="2"/>
            </a:endParaRPr>
          </a:p>
          <a:p>
            <a:pPr marL="171450" indent="-171450">
              <a:buFont typeface="Wingdings" pitchFamily="2" charset="2"/>
              <a:buChar char="à"/>
            </a:pPr>
            <a:r>
              <a:rPr lang="en-GB" dirty="0">
                <a:sym typeface="Wingdings" pitchFamily="2" charset="2"/>
              </a:rPr>
              <a:t>Wenn </a:t>
            </a:r>
            <a:r>
              <a:rPr lang="en-GB" dirty="0" err="1">
                <a:sym typeface="Wingdings" pitchFamily="2" charset="2"/>
              </a:rPr>
              <a:t>möglich</a:t>
            </a:r>
            <a:r>
              <a:rPr lang="en-GB" dirty="0">
                <a:sym typeface="Wingdings" pitchFamily="2" charset="2"/>
              </a:rPr>
              <a:t> </a:t>
            </a:r>
            <a:r>
              <a:rPr lang="en-GB" dirty="0" err="1">
                <a:sym typeface="Wingdings" pitchFamily="2" charset="2"/>
              </a:rPr>
              <a:t>Fokus</a:t>
            </a:r>
            <a:r>
              <a:rPr lang="en-GB" dirty="0">
                <a:sym typeface="Wingdings" pitchFamily="2" charset="2"/>
              </a:rPr>
              <a:t> auf claim-level und </a:t>
            </a:r>
            <a:r>
              <a:rPr lang="en-GB" dirty="0" err="1">
                <a:sym typeface="Wingdings" pitchFamily="2" charset="2"/>
              </a:rPr>
              <a:t>Experimente</a:t>
            </a:r>
            <a:endParaRPr lang="en-GB" dirty="0">
              <a:sym typeface="Wingdings" pitchFamily="2" charset="2"/>
            </a:endParaRPr>
          </a:p>
          <a:p>
            <a:pPr marL="171450" indent="-171450">
              <a:buFont typeface="Wingdings" pitchFamily="2" charset="2"/>
              <a:buChar char="à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30D09-A336-04E5-418B-839FB5942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25888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2FC01-2BDF-A3CE-E4C3-5F20B3E76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427F3-E734-1D1E-027D-BD9C3FE21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C03BAC-FF72-CFDF-9D27-F63FA3887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  044 : dividerpage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8C780D-DAB6-0A02-F020-DC04A8CBBB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7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61827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4D438-9658-6B58-E71F-3F7B2E782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2872E-C4D5-8905-5B48-FC62F352B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751B4-1A2E-C28F-21A0-42BCA5B67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  044 : dividerpage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2EFED-3066-A83A-E723-AC60C7DAB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8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812222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A5E55-6C9E-F8A2-48BB-E01E99DF3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5801F-0C8C-EF48-A1E3-D95C8D1CA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23CE4-1EA1-317E-CF5A-85A6FF796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A  044 : dividerpage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8B084-225E-6088-E97E-64C4986BA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C176B4-2F3E-4542-A88B-B482618D0CAA}" type="slidenum">
              <a:rPr lang="nl-NL" smtClean="0"/>
              <a:t>9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89711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svg"/><Relationship Id="rId4" Type="http://schemas.openxmlformats.org/officeDocument/2006/relationships/image" Target="../media/image8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  041 : title page guilloch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uilloche">
            <a:extLst>
              <a:ext uri="{FF2B5EF4-FFF2-40B4-BE49-F238E27FC236}">
                <a16:creationId xmlns:a16="http://schemas.microsoft.com/office/drawing/2014/main" id="{93D976D1-B6D9-9570-8BB5-351CACEF3F94}"/>
              </a:ext>
            </a:extLst>
          </p:cNvPr>
          <p:cNvGrpSpPr/>
          <p:nvPr/>
        </p:nvGrpSpPr>
        <p:grpSpPr>
          <a:xfrm>
            <a:off x="6981176" y="-1270"/>
            <a:ext cx="5213363" cy="6860539"/>
            <a:chOff x="6981176" y="-1270"/>
            <a:chExt cx="5213363" cy="6860539"/>
          </a:xfrm>
          <a:noFill/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631F78B-9FA8-18C4-4424-33676269C7D1}"/>
                </a:ext>
              </a:extLst>
            </p:cNvPr>
            <p:cNvSpPr/>
            <p:nvPr/>
          </p:nvSpPr>
          <p:spPr>
            <a:xfrm>
              <a:off x="6981176" y="0"/>
              <a:ext cx="3272803" cy="6858000"/>
            </a:xfrm>
            <a:custGeom>
              <a:avLst/>
              <a:gdLst>
                <a:gd name="connsiteX0" fmla="*/ 1903743 w 3272803"/>
                <a:gd name="connsiteY0" fmla="*/ 0 h 6858000"/>
                <a:gd name="connsiteX1" fmla="*/ 843293 w 3272803"/>
                <a:gd name="connsiteY1" fmla="*/ 1550670 h 6858000"/>
                <a:gd name="connsiteX2" fmla="*/ 840753 w 3272803"/>
                <a:gd name="connsiteY2" fmla="*/ 1553210 h 6858000"/>
                <a:gd name="connsiteX3" fmla="*/ 839483 w 3272803"/>
                <a:gd name="connsiteY3" fmla="*/ 1554480 h 6858000"/>
                <a:gd name="connsiteX4" fmla="*/ 839483 w 3272803"/>
                <a:gd name="connsiteY4" fmla="*/ 1554480 h 6858000"/>
                <a:gd name="connsiteX5" fmla="*/ 13 w 3272803"/>
                <a:gd name="connsiteY5" fmla="*/ 3322320 h 6858000"/>
                <a:gd name="connsiteX6" fmla="*/ 1892313 w 3272803"/>
                <a:gd name="connsiteY6" fmla="*/ 5591810 h 6858000"/>
                <a:gd name="connsiteX7" fmla="*/ 1892313 w 3272803"/>
                <a:gd name="connsiteY7" fmla="*/ 5591810 h 6858000"/>
                <a:gd name="connsiteX8" fmla="*/ 3187713 w 3272803"/>
                <a:gd name="connsiteY8" fmla="*/ 6630670 h 6858000"/>
                <a:gd name="connsiteX9" fmla="*/ 3272804 w 3272803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72803" h="6858000">
                  <a:moveTo>
                    <a:pt x="1903743" y="0"/>
                  </a:moveTo>
                  <a:cubicBezTo>
                    <a:pt x="1798333" y="530860"/>
                    <a:pt x="1445273" y="1055370"/>
                    <a:pt x="843293" y="1550670"/>
                  </a:cubicBezTo>
                  <a:cubicBezTo>
                    <a:pt x="842023" y="1551940"/>
                    <a:pt x="842023" y="1551940"/>
                    <a:pt x="840753" y="1553210"/>
                  </a:cubicBezTo>
                  <a:cubicBezTo>
                    <a:pt x="840753" y="1553210"/>
                    <a:pt x="839483" y="1553210"/>
                    <a:pt x="839483" y="1554480"/>
                  </a:cubicBezTo>
                  <a:lnTo>
                    <a:pt x="839483" y="1554480"/>
                  </a:lnTo>
                  <a:cubicBezTo>
                    <a:pt x="328943" y="1974850"/>
                    <a:pt x="2553" y="2609850"/>
                    <a:pt x="13" y="3322320"/>
                  </a:cubicBezTo>
                  <a:cubicBezTo>
                    <a:pt x="-3797" y="4455160"/>
                    <a:pt x="814083" y="5398770"/>
                    <a:pt x="1892313" y="5591810"/>
                  </a:cubicBezTo>
                  <a:lnTo>
                    <a:pt x="1892313" y="5591810"/>
                  </a:lnTo>
                  <a:cubicBezTo>
                    <a:pt x="2824493" y="5759450"/>
                    <a:pt x="2983243" y="5949950"/>
                    <a:pt x="3187713" y="6630670"/>
                  </a:cubicBezTo>
                  <a:cubicBezTo>
                    <a:pt x="3210573" y="6709410"/>
                    <a:pt x="3238513" y="6785610"/>
                    <a:pt x="3272804" y="68580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E524E70-DA1D-3B6E-39C4-5F94450EE389}"/>
                </a:ext>
              </a:extLst>
            </p:cNvPr>
            <p:cNvSpPr/>
            <p:nvPr/>
          </p:nvSpPr>
          <p:spPr>
            <a:xfrm>
              <a:off x="7124686" y="0"/>
              <a:ext cx="3284233" cy="6858000"/>
            </a:xfrm>
            <a:custGeom>
              <a:avLst/>
              <a:gdLst>
                <a:gd name="connsiteX0" fmla="*/ 1851674 w 3284233"/>
                <a:gd name="connsiteY0" fmla="*/ 0 h 6858000"/>
                <a:gd name="connsiteX1" fmla="*/ 820433 w 3284233"/>
                <a:gd name="connsiteY1" fmla="*/ 1506220 h 6858000"/>
                <a:gd name="connsiteX2" fmla="*/ 817894 w 3284233"/>
                <a:gd name="connsiteY2" fmla="*/ 1508760 h 6858000"/>
                <a:gd name="connsiteX3" fmla="*/ 816624 w 3284233"/>
                <a:gd name="connsiteY3" fmla="*/ 1510030 h 6858000"/>
                <a:gd name="connsiteX4" fmla="*/ 816624 w 3284233"/>
                <a:gd name="connsiteY4" fmla="*/ 1510030 h 6858000"/>
                <a:gd name="connsiteX5" fmla="*/ 14 w 3284233"/>
                <a:gd name="connsiteY5" fmla="*/ 3229610 h 6858000"/>
                <a:gd name="connsiteX6" fmla="*/ 1840244 w 3284233"/>
                <a:gd name="connsiteY6" fmla="*/ 5436870 h 6858000"/>
                <a:gd name="connsiteX7" fmla="*/ 1840244 w 3284233"/>
                <a:gd name="connsiteY7" fmla="*/ 5436870 h 6858000"/>
                <a:gd name="connsiteX8" fmla="*/ 3100083 w 3284233"/>
                <a:gd name="connsiteY8" fmla="*/ 6447790 h 6858000"/>
                <a:gd name="connsiteX9" fmla="*/ 3284233 w 3284233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4233" h="6858000">
                  <a:moveTo>
                    <a:pt x="1851674" y="0"/>
                  </a:moveTo>
                  <a:cubicBezTo>
                    <a:pt x="1748804" y="514350"/>
                    <a:pt x="1405904" y="1023620"/>
                    <a:pt x="820433" y="1506220"/>
                  </a:cubicBezTo>
                  <a:cubicBezTo>
                    <a:pt x="819164" y="1507490"/>
                    <a:pt x="819164" y="1507490"/>
                    <a:pt x="817894" y="1508760"/>
                  </a:cubicBezTo>
                  <a:cubicBezTo>
                    <a:pt x="817894" y="1508760"/>
                    <a:pt x="816624" y="1508760"/>
                    <a:pt x="816624" y="1510030"/>
                  </a:cubicBezTo>
                  <a:lnTo>
                    <a:pt x="816624" y="1510030"/>
                  </a:lnTo>
                  <a:cubicBezTo>
                    <a:pt x="320054" y="1918970"/>
                    <a:pt x="2554" y="2537460"/>
                    <a:pt x="14" y="3229610"/>
                  </a:cubicBezTo>
                  <a:cubicBezTo>
                    <a:pt x="-3796" y="4331970"/>
                    <a:pt x="791224" y="5250180"/>
                    <a:pt x="1840244" y="5436870"/>
                  </a:cubicBezTo>
                  <a:lnTo>
                    <a:pt x="1840244" y="5436870"/>
                  </a:lnTo>
                  <a:cubicBezTo>
                    <a:pt x="2747024" y="5599430"/>
                    <a:pt x="2903233" y="5784850"/>
                    <a:pt x="3100083" y="6447790"/>
                  </a:cubicBezTo>
                  <a:cubicBezTo>
                    <a:pt x="3143264" y="6593840"/>
                    <a:pt x="3205494" y="6731000"/>
                    <a:pt x="3284233" y="68580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563D8DB8-0D58-3FD6-F026-712924CE0BA7}"/>
                </a:ext>
              </a:extLst>
            </p:cNvPr>
            <p:cNvSpPr/>
            <p:nvPr/>
          </p:nvSpPr>
          <p:spPr>
            <a:xfrm>
              <a:off x="7268195" y="0"/>
              <a:ext cx="3335034" cy="6859269"/>
            </a:xfrm>
            <a:custGeom>
              <a:avLst/>
              <a:gdLst>
                <a:gd name="connsiteX0" fmla="*/ 1799604 w 3335034"/>
                <a:gd name="connsiteY0" fmla="*/ 0 h 6859269"/>
                <a:gd name="connsiteX1" fmla="*/ 797574 w 3335034"/>
                <a:gd name="connsiteY1" fmla="*/ 1460500 h 6859269"/>
                <a:gd name="connsiteX2" fmla="*/ 795035 w 3335034"/>
                <a:gd name="connsiteY2" fmla="*/ 1463040 h 6859269"/>
                <a:gd name="connsiteX3" fmla="*/ 793764 w 3335034"/>
                <a:gd name="connsiteY3" fmla="*/ 1464310 h 6859269"/>
                <a:gd name="connsiteX4" fmla="*/ 793764 w 3335034"/>
                <a:gd name="connsiteY4" fmla="*/ 1464310 h 6859269"/>
                <a:gd name="connsiteX5" fmla="*/ 14 w 3335034"/>
                <a:gd name="connsiteY5" fmla="*/ 3136900 h 6859269"/>
                <a:gd name="connsiteX6" fmla="*/ 1789444 w 3335034"/>
                <a:gd name="connsiteY6" fmla="*/ 5283200 h 6859269"/>
                <a:gd name="connsiteX7" fmla="*/ 1789444 w 3335034"/>
                <a:gd name="connsiteY7" fmla="*/ 5283200 h 6859269"/>
                <a:gd name="connsiteX8" fmla="*/ 3014994 w 3335034"/>
                <a:gd name="connsiteY8" fmla="*/ 6266180 h 6859269"/>
                <a:gd name="connsiteX9" fmla="*/ 3335035 w 3335034"/>
                <a:gd name="connsiteY9" fmla="*/ 6859270 h 6859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5034" h="6859269">
                  <a:moveTo>
                    <a:pt x="1799604" y="0"/>
                  </a:moveTo>
                  <a:cubicBezTo>
                    <a:pt x="1699274" y="499110"/>
                    <a:pt x="1365264" y="993140"/>
                    <a:pt x="797574" y="1460500"/>
                  </a:cubicBezTo>
                  <a:cubicBezTo>
                    <a:pt x="796304" y="1461770"/>
                    <a:pt x="796304" y="1461770"/>
                    <a:pt x="795035" y="1463040"/>
                  </a:cubicBezTo>
                  <a:cubicBezTo>
                    <a:pt x="795035" y="1463040"/>
                    <a:pt x="793764" y="1463040"/>
                    <a:pt x="793764" y="1464310"/>
                  </a:cubicBezTo>
                  <a:lnTo>
                    <a:pt x="793764" y="1464310"/>
                  </a:lnTo>
                  <a:cubicBezTo>
                    <a:pt x="311164" y="1861820"/>
                    <a:pt x="2554" y="2462530"/>
                    <a:pt x="14" y="3136900"/>
                  </a:cubicBezTo>
                  <a:cubicBezTo>
                    <a:pt x="-3796" y="4208780"/>
                    <a:pt x="769635" y="5101590"/>
                    <a:pt x="1789444" y="5283200"/>
                  </a:cubicBezTo>
                  <a:lnTo>
                    <a:pt x="1789444" y="5283200"/>
                  </a:lnTo>
                  <a:cubicBezTo>
                    <a:pt x="2670824" y="5441950"/>
                    <a:pt x="2823224" y="5622290"/>
                    <a:pt x="3014994" y="6266180"/>
                  </a:cubicBezTo>
                  <a:cubicBezTo>
                    <a:pt x="3079764" y="6485890"/>
                    <a:pt x="3190254" y="6687820"/>
                    <a:pt x="3335035" y="685927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49399C91-1631-AB6D-F8CA-32934D663771}"/>
                </a:ext>
              </a:extLst>
            </p:cNvPr>
            <p:cNvSpPr/>
            <p:nvPr/>
          </p:nvSpPr>
          <p:spPr>
            <a:xfrm>
              <a:off x="7412975" y="0"/>
              <a:ext cx="3440443" cy="6858000"/>
            </a:xfrm>
            <a:custGeom>
              <a:avLst/>
              <a:gdLst>
                <a:gd name="connsiteX0" fmla="*/ 1746264 w 3440443"/>
                <a:gd name="connsiteY0" fmla="*/ 0 h 6858000"/>
                <a:gd name="connsiteX1" fmla="*/ 774714 w 3440443"/>
                <a:gd name="connsiteY1" fmla="*/ 1416050 h 6858000"/>
                <a:gd name="connsiteX2" fmla="*/ 772174 w 3440443"/>
                <a:gd name="connsiteY2" fmla="*/ 1418590 h 6858000"/>
                <a:gd name="connsiteX3" fmla="*/ 770905 w 3440443"/>
                <a:gd name="connsiteY3" fmla="*/ 1419860 h 6858000"/>
                <a:gd name="connsiteX4" fmla="*/ 770905 w 3440443"/>
                <a:gd name="connsiteY4" fmla="*/ 1419860 h 6858000"/>
                <a:gd name="connsiteX5" fmla="*/ 14 w 3440443"/>
                <a:gd name="connsiteY5" fmla="*/ 3044190 h 6858000"/>
                <a:gd name="connsiteX6" fmla="*/ 1738644 w 3440443"/>
                <a:gd name="connsiteY6" fmla="*/ 5129530 h 6858000"/>
                <a:gd name="connsiteX7" fmla="*/ 1738644 w 3440443"/>
                <a:gd name="connsiteY7" fmla="*/ 5129530 h 6858000"/>
                <a:gd name="connsiteX8" fmla="*/ 2928634 w 3440443"/>
                <a:gd name="connsiteY8" fmla="*/ 6083300 h 6858000"/>
                <a:gd name="connsiteX9" fmla="*/ 3440444 w 3440443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0443" h="6858000">
                  <a:moveTo>
                    <a:pt x="1746264" y="0"/>
                  </a:moveTo>
                  <a:cubicBezTo>
                    <a:pt x="1648474" y="483870"/>
                    <a:pt x="1324624" y="962660"/>
                    <a:pt x="774714" y="1416050"/>
                  </a:cubicBezTo>
                  <a:cubicBezTo>
                    <a:pt x="773444" y="1417320"/>
                    <a:pt x="773444" y="1417320"/>
                    <a:pt x="772174" y="1418590"/>
                  </a:cubicBezTo>
                  <a:cubicBezTo>
                    <a:pt x="772174" y="1418590"/>
                    <a:pt x="770905" y="1418590"/>
                    <a:pt x="770905" y="1419860"/>
                  </a:cubicBezTo>
                  <a:lnTo>
                    <a:pt x="770905" y="1419860"/>
                  </a:lnTo>
                  <a:cubicBezTo>
                    <a:pt x="302274" y="1805940"/>
                    <a:pt x="2555" y="2390140"/>
                    <a:pt x="14" y="3044190"/>
                  </a:cubicBezTo>
                  <a:cubicBezTo>
                    <a:pt x="-3795" y="4085590"/>
                    <a:pt x="748044" y="4953000"/>
                    <a:pt x="1738644" y="5129530"/>
                  </a:cubicBezTo>
                  <a:lnTo>
                    <a:pt x="1738644" y="5129530"/>
                  </a:lnTo>
                  <a:cubicBezTo>
                    <a:pt x="2594624" y="5283200"/>
                    <a:pt x="2743215" y="5458460"/>
                    <a:pt x="2928634" y="6083300"/>
                  </a:cubicBezTo>
                  <a:cubicBezTo>
                    <a:pt x="3020074" y="6390640"/>
                    <a:pt x="3200415" y="6658610"/>
                    <a:pt x="3440444" y="68580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8C615746-BD66-F96C-B168-A634911BBF86}"/>
                </a:ext>
              </a:extLst>
            </p:cNvPr>
            <p:cNvSpPr/>
            <p:nvPr/>
          </p:nvSpPr>
          <p:spPr>
            <a:xfrm>
              <a:off x="7556485" y="0"/>
              <a:ext cx="3658884" cy="6858000"/>
            </a:xfrm>
            <a:custGeom>
              <a:avLst/>
              <a:gdLst>
                <a:gd name="connsiteX0" fmla="*/ 1694195 w 3658884"/>
                <a:gd name="connsiteY0" fmla="*/ 0 h 6858000"/>
                <a:gd name="connsiteX1" fmla="*/ 751855 w 3658884"/>
                <a:gd name="connsiteY1" fmla="*/ 1370330 h 6858000"/>
                <a:gd name="connsiteX2" fmla="*/ 749315 w 3658884"/>
                <a:gd name="connsiteY2" fmla="*/ 1372870 h 6858000"/>
                <a:gd name="connsiteX3" fmla="*/ 748045 w 3658884"/>
                <a:gd name="connsiteY3" fmla="*/ 1374140 h 6858000"/>
                <a:gd name="connsiteX4" fmla="*/ 748045 w 3658884"/>
                <a:gd name="connsiteY4" fmla="*/ 1374140 h 6858000"/>
                <a:gd name="connsiteX5" fmla="*/ 15 w 3658884"/>
                <a:gd name="connsiteY5" fmla="*/ 2951480 h 6858000"/>
                <a:gd name="connsiteX6" fmla="*/ 1687845 w 3658884"/>
                <a:gd name="connsiteY6" fmla="*/ 4974590 h 6858000"/>
                <a:gd name="connsiteX7" fmla="*/ 1687845 w 3658884"/>
                <a:gd name="connsiteY7" fmla="*/ 4974590 h 6858000"/>
                <a:gd name="connsiteX8" fmla="*/ 2842275 w 3658884"/>
                <a:gd name="connsiteY8" fmla="*/ 5900420 h 6858000"/>
                <a:gd name="connsiteX9" fmla="*/ 3658885 w 3658884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58884" h="6858000">
                  <a:moveTo>
                    <a:pt x="1694195" y="0"/>
                  </a:moveTo>
                  <a:cubicBezTo>
                    <a:pt x="1597675" y="468630"/>
                    <a:pt x="1283985" y="932180"/>
                    <a:pt x="751855" y="1370330"/>
                  </a:cubicBezTo>
                  <a:cubicBezTo>
                    <a:pt x="750585" y="1371600"/>
                    <a:pt x="750585" y="1371600"/>
                    <a:pt x="749315" y="1372870"/>
                  </a:cubicBezTo>
                  <a:cubicBezTo>
                    <a:pt x="749315" y="1372870"/>
                    <a:pt x="748045" y="1372870"/>
                    <a:pt x="748045" y="1374140"/>
                  </a:cubicBezTo>
                  <a:lnTo>
                    <a:pt x="748045" y="1374140"/>
                  </a:lnTo>
                  <a:cubicBezTo>
                    <a:pt x="293385" y="1748790"/>
                    <a:pt x="1285" y="2315210"/>
                    <a:pt x="15" y="2951480"/>
                  </a:cubicBezTo>
                  <a:cubicBezTo>
                    <a:pt x="-3795" y="3962400"/>
                    <a:pt x="725185" y="4803140"/>
                    <a:pt x="1687845" y="4974590"/>
                  </a:cubicBezTo>
                  <a:lnTo>
                    <a:pt x="1687845" y="4974590"/>
                  </a:lnTo>
                  <a:cubicBezTo>
                    <a:pt x="2519695" y="5124450"/>
                    <a:pt x="2663205" y="5293360"/>
                    <a:pt x="2842275" y="5900420"/>
                  </a:cubicBezTo>
                  <a:cubicBezTo>
                    <a:pt x="2968005" y="6323330"/>
                    <a:pt x="3267725" y="6670040"/>
                    <a:pt x="3658885" y="68580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C04C9B93-E357-93B8-B443-6BB4D0261883}"/>
                </a:ext>
              </a:extLst>
            </p:cNvPr>
            <p:cNvSpPr/>
            <p:nvPr/>
          </p:nvSpPr>
          <p:spPr>
            <a:xfrm>
              <a:off x="7700003" y="0"/>
              <a:ext cx="4491996" cy="6793230"/>
            </a:xfrm>
            <a:custGeom>
              <a:avLst/>
              <a:gdLst>
                <a:gd name="connsiteX0" fmla="*/ 1642117 w 4491996"/>
                <a:gd name="connsiteY0" fmla="*/ 0 h 6793230"/>
                <a:gd name="connsiteX1" fmla="*/ 728987 w 4491996"/>
                <a:gd name="connsiteY1" fmla="*/ 1325880 h 6793230"/>
                <a:gd name="connsiteX2" fmla="*/ 726447 w 4491996"/>
                <a:gd name="connsiteY2" fmla="*/ 1328420 h 6793230"/>
                <a:gd name="connsiteX3" fmla="*/ 725177 w 4491996"/>
                <a:gd name="connsiteY3" fmla="*/ 1329690 h 6793230"/>
                <a:gd name="connsiteX4" fmla="*/ 725177 w 4491996"/>
                <a:gd name="connsiteY4" fmla="*/ 1329690 h 6793230"/>
                <a:gd name="connsiteX5" fmla="*/ 7 w 4491996"/>
                <a:gd name="connsiteY5" fmla="*/ 2858770 h 6793230"/>
                <a:gd name="connsiteX6" fmla="*/ 1635767 w 4491996"/>
                <a:gd name="connsiteY6" fmla="*/ 4820920 h 6793230"/>
                <a:gd name="connsiteX7" fmla="*/ 1635767 w 4491996"/>
                <a:gd name="connsiteY7" fmla="*/ 4820920 h 6793230"/>
                <a:gd name="connsiteX8" fmla="*/ 2755907 w 4491996"/>
                <a:gd name="connsiteY8" fmla="*/ 5718810 h 6793230"/>
                <a:gd name="connsiteX9" fmla="*/ 4187197 w 4491996"/>
                <a:gd name="connsiteY9" fmla="*/ 6793231 h 6793230"/>
                <a:gd name="connsiteX10" fmla="*/ 4491997 w 4491996"/>
                <a:gd name="connsiteY10" fmla="*/ 6762750 h 679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91996" h="6793230">
                  <a:moveTo>
                    <a:pt x="1642117" y="0"/>
                  </a:moveTo>
                  <a:cubicBezTo>
                    <a:pt x="1548137" y="453390"/>
                    <a:pt x="1243337" y="901700"/>
                    <a:pt x="728987" y="1325880"/>
                  </a:cubicBezTo>
                  <a:cubicBezTo>
                    <a:pt x="727717" y="1327150"/>
                    <a:pt x="727717" y="1327150"/>
                    <a:pt x="726447" y="1328420"/>
                  </a:cubicBezTo>
                  <a:cubicBezTo>
                    <a:pt x="726447" y="1328420"/>
                    <a:pt x="726447" y="1328420"/>
                    <a:pt x="725177" y="1329690"/>
                  </a:cubicBezTo>
                  <a:lnTo>
                    <a:pt x="725177" y="1329690"/>
                  </a:lnTo>
                  <a:cubicBezTo>
                    <a:pt x="283217" y="1692910"/>
                    <a:pt x="1277" y="2242820"/>
                    <a:pt x="7" y="2858770"/>
                  </a:cubicBezTo>
                  <a:cubicBezTo>
                    <a:pt x="-2533" y="3839210"/>
                    <a:pt x="703587" y="4654550"/>
                    <a:pt x="1635767" y="4820920"/>
                  </a:cubicBezTo>
                  <a:lnTo>
                    <a:pt x="1635767" y="4820920"/>
                  </a:lnTo>
                  <a:cubicBezTo>
                    <a:pt x="2442217" y="4965700"/>
                    <a:pt x="2580647" y="5130800"/>
                    <a:pt x="2755907" y="5718810"/>
                  </a:cubicBezTo>
                  <a:cubicBezTo>
                    <a:pt x="2940057" y="6337300"/>
                    <a:pt x="3509017" y="6791960"/>
                    <a:pt x="4187197" y="6793231"/>
                  </a:cubicBezTo>
                  <a:cubicBezTo>
                    <a:pt x="4291337" y="6793231"/>
                    <a:pt x="4394207" y="6783070"/>
                    <a:pt x="4491997" y="676275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EBA4497D-7255-1914-778F-C041A454B8ED}"/>
                </a:ext>
              </a:extLst>
            </p:cNvPr>
            <p:cNvSpPr/>
            <p:nvPr/>
          </p:nvSpPr>
          <p:spPr>
            <a:xfrm>
              <a:off x="7843503" y="0"/>
              <a:ext cx="4348496" cy="6576166"/>
            </a:xfrm>
            <a:custGeom>
              <a:avLst/>
              <a:gdLst>
                <a:gd name="connsiteX0" fmla="*/ 4348496 w 4348496"/>
                <a:gd name="connsiteY0" fmla="*/ 6548120 h 6576166"/>
                <a:gd name="connsiteX1" fmla="*/ 4056396 w 4348496"/>
                <a:gd name="connsiteY1" fmla="*/ 6576060 h 6576166"/>
                <a:gd name="connsiteX2" fmla="*/ 2669556 w 4348496"/>
                <a:gd name="connsiteY2" fmla="*/ 5534660 h 6576166"/>
                <a:gd name="connsiteX3" fmla="*/ 1584976 w 4348496"/>
                <a:gd name="connsiteY3" fmla="*/ 4664710 h 6576166"/>
                <a:gd name="connsiteX4" fmla="*/ 1584976 w 4348496"/>
                <a:gd name="connsiteY4" fmla="*/ 4664710 h 6576166"/>
                <a:gd name="connsiteX5" fmla="*/ 16 w 4348496"/>
                <a:gd name="connsiteY5" fmla="*/ 2763520 h 6576166"/>
                <a:gd name="connsiteX6" fmla="*/ 703596 w 4348496"/>
                <a:gd name="connsiteY6" fmla="*/ 1282700 h 6576166"/>
                <a:gd name="connsiteX7" fmla="*/ 703596 w 4348496"/>
                <a:gd name="connsiteY7" fmla="*/ 1282700 h 6576166"/>
                <a:gd name="connsiteX8" fmla="*/ 704866 w 4348496"/>
                <a:gd name="connsiteY8" fmla="*/ 1281430 h 6576166"/>
                <a:gd name="connsiteX9" fmla="*/ 707406 w 4348496"/>
                <a:gd name="connsiteY9" fmla="*/ 1278890 h 6576166"/>
                <a:gd name="connsiteX10" fmla="*/ 1590056 w 4348496"/>
                <a:gd name="connsiteY10" fmla="*/ 0 h 657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8496" h="6576166">
                  <a:moveTo>
                    <a:pt x="4348496" y="6548120"/>
                  </a:moveTo>
                  <a:cubicBezTo>
                    <a:pt x="4254516" y="6567170"/>
                    <a:pt x="4156727" y="6577331"/>
                    <a:pt x="4056396" y="6576060"/>
                  </a:cubicBezTo>
                  <a:cubicBezTo>
                    <a:pt x="3398536" y="6573520"/>
                    <a:pt x="2847356" y="6134100"/>
                    <a:pt x="2669556" y="5534660"/>
                  </a:cubicBezTo>
                  <a:cubicBezTo>
                    <a:pt x="2500646" y="4964430"/>
                    <a:pt x="2364756" y="4804410"/>
                    <a:pt x="1584976" y="4664710"/>
                  </a:cubicBezTo>
                  <a:lnTo>
                    <a:pt x="1584976" y="4664710"/>
                  </a:lnTo>
                  <a:cubicBezTo>
                    <a:pt x="682006" y="4503420"/>
                    <a:pt x="-3794" y="3713480"/>
                    <a:pt x="16" y="2763520"/>
                  </a:cubicBezTo>
                  <a:cubicBezTo>
                    <a:pt x="2556" y="2166620"/>
                    <a:pt x="275606" y="1634490"/>
                    <a:pt x="703596" y="1282700"/>
                  </a:cubicBezTo>
                  <a:lnTo>
                    <a:pt x="703596" y="1282700"/>
                  </a:lnTo>
                  <a:cubicBezTo>
                    <a:pt x="703596" y="1282700"/>
                    <a:pt x="703596" y="1282700"/>
                    <a:pt x="704866" y="1281430"/>
                  </a:cubicBezTo>
                  <a:cubicBezTo>
                    <a:pt x="706136" y="1280160"/>
                    <a:pt x="706136" y="1280160"/>
                    <a:pt x="707406" y="1278890"/>
                  </a:cubicBezTo>
                  <a:cubicBezTo>
                    <a:pt x="1202706" y="869950"/>
                    <a:pt x="1497346" y="438150"/>
                    <a:pt x="1590056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D169140C-5AB5-6149-7719-50C147850C51}"/>
                </a:ext>
              </a:extLst>
            </p:cNvPr>
            <p:cNvSpPr/>
            <p:nvPr/>
          </p:nvSpPr>
          <p:spPr>
            <a:xfrm>
              <a:off x="7985752" y="-1270"/>
              <a:ext cx="4206247" cy="6361429"/>
            </a:xfrm>
            <a:custGeom>
              <a:avLst/>
              <a:gdLst>
                <a:gd name="connsiteX0" fmla="*/ 4206248 w 4206247"/>
                <a:gd name="connsiteY0" fmla="*/ 6334760 h 6361429"/>
                <a:gd name="connsiteX1" fmla="*/ 3926848 w 4206247"/>
                <a:gd name="connsiteY1" fmla="*/ 6361430 h 6361429"/>
                <a:gd name="connsiteX2" fmla="*/ 2584457 w 4206247"/>
                <a:gd name="connsiteY2" fmla="*/ 5354320 h 6361429"/>
                <a:gd name="connsiteX3" fmla="*/ 1534167 w 4206247"/>
                <a:gd name="connsiteY3" fmla="*/ 4512310 h 6361429"/>
                <a:gd name="connsiteX4" fmla="*/ 1534167 w 4206247"/>
                <a:gd name="connsiteY4" fmla="*/ 4512310 h 6361429"/>
                <a:gd name="connsiteX5" fmla="*/ 7 w 4206247"/>
                <a:gd name="connsiteY5" fmla="*/ 2672080 h 6361429"/>
                <a:gd name="connsiteX6" fmla="*/ 680728 w 4206247"/>
                <a:gd name="connsiteY6" fmla="*/ 1238250 h 6361429"/>
                <a:gd name="connsiteX7" fmla="*/ 680728 w 4206247"/>
                <a:gd name="connsiteY7" fmla="*/ 1238250 h 6361429"/>
                <a:gd name="connsiteX8" fmla="*/ 681997 w 4206247"/>
                <a:gd name="connsiteY8" fmla="*/ 1236980 h 6361429"/>
                <a:gd name="connsiteX9" fmla="*/ 684538 w 4206247"/>
                <a:gd name="connsiteY9" fmla="*/ 1234440 h 6361429"/>
                <a:gd name="connsiteX10" fmla="*/ 1539247 w 4206247"/>
                <a:gd name="connsiteY10" fmla="*/ 0 h 636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6247" h="6361429">
                  <a:moveTo>
                    <a:pt x="4206248" y="6334760"/>
                  </a:moveTo>
                  <a:cubicBezTo>
                    <a:pt x="4116078" y="6352540"/>
                    <a:pt x="4022098" y="6361430"/>
                    <a:pt x="3926848" y="6361430"/>
                  </a:cubicBezTo>
                  <a:cubicBezTo>
                    <a:pt x="3290578" y="6358890"/>
                    <a:pt x="2757178" y="5933440"/>
                    <a:pt x="2584457" y="5354320"/>
                  </a:cubicBezTo>
                  <a:cubicBezTo>
                    <a:pt x="2420628" y="4803140"/>
                    <a:pt x="2289817" y="4648200"/>
                    <a:pt x="1534167" y="4512310"/>
                  </a:cubicBezTo>
                  <a:lnTo>
                    <a:pt x="1534167" y="4512310"/>
                  </a:lnTo>
                  <a:cubicBezTo>
                    <a:pt x="660407" y="4356100"/>
                    <a:pt x="-2533" y="3591560"/>
                    <a:pt x="7" y="2672080"/>
                  </a:cubicBezTo>
                  <a:cubicBezTo>
                    <a:pt x="1278" y="2094230"/>
                    <a:pt x="266707" y="1578610"/>
                    <a:pt x="680728" y="1238250"/>
                  </a:cubicBezTo>
                  <a:lnTo>
                    <a:pt x="680728" y="1238250"/>
                  </a:lnTo>
                  <a:cubicBezTo>
                    <a:pt x="680728" y="1238250"/>
                    <a:pt x="680728" y="1238250"/>
                    <a:pt x="681997" y="1236980"/>
                  </a:cubicBezTo>
                  <a:cubicBezTo>
                    <a:pt x="683267" y="1236980"/>
                    <a:pt x="683267" y="1235710"/>
                    <a:pt x="684538" y="1234440"/>
                  </a:cubicBezTo>
                  <a:cubicBezTo>
                    <a:pt x="1164597" y="839470"/>
                    <a:pt x="1449078" y="421640"/>
                    <a:pt x="1539247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E079C8B3-61F6-6981-EC63-8CBAFB6F63D3}"/>
                </a:ext>
              </a:extLst>
            </p:cNvPr>
            <p:cNvSpPr/>
            <p:nvPr/>
          </p:nvSpPr>
          <p:spPr>
            <a:xfrm>
              <a:off x="8129262" y="0"/>
              <a:ext cx="4062737" cy="6144259"/>
            </a:xfrm>
            <a:custGeom>
              <a:avLst/>
              <a:gdLst>
                <a:gd name="connsiteX0" fmla="*/ 4062738 w 4062737"/>
                <a:gd name="connsiteY0" fmla="*/ 6118860 h 6144259"/>
                <a:gd name="connsiteX1" fmla="*/ 3796038 w 4062737"/>
                <a:gd name="connsiteY1" fmla="*/ 6144260 h 6144259"/>
                <a:gd name="connsiteX2" fmla="*/ 2498098 w 4062737"/>
                <a:gd name="connsiteY2" fmla="*/ 5170170 h 6144259"/>
                <a:gd name="connsiteX3" fmla="*/ 1483368 w 4062737"/>
                <a:gd name="connsiteY3" fmla="*/ 4356100 h 6144259"/>
                <a:gd name="connsiteX4" fmla="*/ 1483368 w 4062737"/>
                <a:gd name="connsiteY4" fmla="*/ 4356100 h 6144259"/>
                <a:gd name="connsiteX5" fmla="*/ 8 w 4062737"/>
                <a:gd name="connsiteY5" fmla="*/ 2578100 h 6144259"/>
                <a:gd name="connsiteX6" fmla="*/ 657868 w 4062737"/>
                <a:gd name="connsiteY6" fmla="*/ 1192530 h 6144259"/>
                <a:gd name="connsiteX7" fmla="*/ 657868 w 4062737"/>
                <a:gd name="connsiteY7" fmla="*/ 1192530 h 6144259"/>
                <a:gd name="connsiteX8" fmla="*/ 659138 w 4062737"/>
                <a:gd name="connsiteY8" fmla="*/ 1191260 h 6144259"/>
                <a:gd name="connsiteX9" fmla="*/ 661678 w 4062737"/>
                <a:gd name="connsiteY9" fmla="*/ 1189990 h 6144259"/>
                <a:gd name="connsiteX10" fmla="*/ 1487178 w 4062737"/>
                <a:gd name="connsiteY10" fmla="*/ 0 h 614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62737" h="6144259">
                  <a:moveTo>
                    <a:pt x="4062738" y="6118860"/>
                  </a:moveTo>
                  <a:cubicBezTo>
                    <a:pt x="3976378" y="6135370"/>
                    <a:pt x="3887478" y="6144260"/>
                    <a:pt x="3796038" y="6144260"/>
                  </a:cubicBezTo>
                  <a:cubicBezTo>
                    <a:pt x="3181358" y="6141720"/>
                    <a:pt x="2664468" y="5731510"/>
                    <a:pt x="2498098" y="5170170"/>
                  </a:cubicBezTo>
                  <a:cubicBezTo>
                    <a:pt x="2339348" y="4636770"/>
                    <a:pt x="2213618" y="4486910"/>
                    <a:pt x="1483368" y="4356100"/>
                  </a:cubicBezTo>
                  <a:lnTo>
                    <a:pt x="1483368" y="4356100"/>
                  </a:lnTo>
                  <a:cubicBezTo>
                    <a:pt x="637548" y="4204970"/>
                    <a:pt x="-2532" y="3465830"/>
                    <a:pt x="8" y="2578100"/>
                  </a:cubicBezTo>
                  <a:cubicBezTo>
                    <a:pt x="1278" y="2019300"/>
                    <a:pt x="257818" y="1521460"/>
                    <a:pt x="657868" y="1192530"/>
                  </a:cubicBezTo>
                  <a:lnTo>
                    <a:pt x="657868" y="1192530"/>
                  </a:lnTo>
                  <a:cubicBezTo>
                    <a:pt x="657868" y="1192530"/>
                    <a:pt x="657868" y="1192530"/>
                    <a:pt x="659138" y="1191260"/>
                  </a:cubicBezTo>
                  <a:cubicBezTo>
                    <a:pt x="660408" y="1191260"/>
                    <a:pt x="660408" y="1189990"/>
                    <a:pt x="661678" y="1189990"/>
                  </a:cubicBezTo>
                  <a:cubicBezTo>
                    <a:pt x="1123958" y="808990"/>
                    <a:pt x="1399548" y="407670"/>
                    <a:pt x="148717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C742003D-00AE-92B1-2565-2FDB4A3BE2B9}"/>
                </a:ext>
              </a:extLst>
            </p:cNvPr>
            <p:cNvSpPr/>
            <p:nvPr/>
          </p:nvSpPr>
          <p:spPr>
            <a:xfrm>
              <a:off x="8274032" y="0"/>
              <a:ext cx="3917967" cy="5929629"/>
            </a:xfrm>
            <a:custGeom>
              <a:avLst/>
              <a:gdLst>
                <a:gd name="connsiteX0" fmla="*/ 3917968 w 3917967"/>
                <a:gd name="connsiteY0" fmla="*/ 5905500 h 5929629"/>
                <a:gd name="connsiteX1" fmla="*/ 3663968 w 3917967"/>
                <a:gd name="connsiteY1" fmla="*/ 5929630 h 5929629"/>
                <a:gd name="connsiteX2" fmla="*/ 2411748 w 3917967"/>
                <a:gd name="connsiteY2" fmla="*/ 4988560 h 5929629"/>
                <a:gd name="connsiteX3" fmla="*/ 1431308 w 3917967"/>
                <a:gd name="connsiteY3" fmla="*/ 4202430 h 5929629"/>
                <a:gd name="connsiteX4" fmla="*/ 1431308 w 3917967"/>
                <a:gd name="connsiteY4" fmla="*/ 4202430 h 5929629"/>
                <a:gd name="connsiteX5" fmla="*/ 18 w 3917967"/>
                <a:gd name="connsiteY5" fmla="*/ 2485390 h 5929629"/>
                <a:gd name="connsiteX6" fmla="*/ 635018 w 3917967"/>
                <a:gd name="connsiteY6" fmla="*/ 1146810 h 5929629"/>
                <a:gd name="connsiteX7" fmla="*/ 635018 w 3917967"/>
                <a:gd name="connsiteY7" fmla="*/ 1146810 h 5929629"/>
                <a:gd name="connsiteX8" fmla="*/ 636287 w 3917967"/>
                <a:gd name="connsiteY8" fmla="*/ 1145540 h 5929629"/>
                <a:gd name="connsiteX9" fmla="*/ 638827 w 3917967"/>
                <a:gd name="connsiteY9" fmla="*/ 1144270 h 5929629"/>
                <a:gd name="connsiteX10" fmla="*/ 1435118 w 3917967"/>
                <a:gd name="connsiteY10" fmla="*/ 0 h 5929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17967" h="5929629">
                  <a:moveTo>
                    <a:pt x="3917968" y="5905500"/>
                  </a:moveTo>
                  <a:cubicBezTo>
                    <a:pt x="3835418" y="5922010"/>
                    <a:pt x="3750327" y="5929630"/>
                    <a:pt x="3663968" y="5929630"/>
                  </a:cubicBezTo>
                  <a:cubicBezTo>
                    <a:pt x="3070877" y="5927090"/>
                    <a:pt x="2571768" y="5530850"/>
                    <a:pt x="2411748" y="4988560"/>
                  </a:cubicBezTo>
                  <a:cubicBezTo>
                    <a:pt x="2259348" y="4474210"/>
                    <a:pt x="2137427" y="4329430"/>
                    <a:pt x="1431308" y="4202430"/>
                  </a:cubicBezTo>
                  <a:lnTo>
                    <a:pt x="1431308" y="4202430"/>
                  </a:lnTo>
                  <a:cubicBezTo>
                    <a:pt x="614698" y="4056380"/>
                    <a:pt x="-3792" y="3342640"/>
                    <a:pt x="18" y="2485390"/>
                  </a:cubicBezTo>
                  <a:cubicBezTo>
                    <a:pt x="1287" y="1945640"/>
                    <a:pt x="248937" y="1465580"/>
                    <a:pt x="635018" y="1146810"/>
                  </a:cubicBezTo>
                  <a:lnTo>
                    <a:pt x="635018" y="1146810"/>
                  </a:lnTo>
                  <a:cubicBezTo>
                    <a:pt x="635018" y="1146810"/>
                    <a:pt x="635018" y="1146810"/>
                    <a:pt x="636287" y="1145540"/>
                  </a:cubicBezTo>
                  <a:cubicBezTo>
                    <a:pt x="637558" y="1145540"/>
                    <a:pt x="637558" y="1144270"/>
                    <a:pt x="638827" y="1144270"/>
                  </a:cubicBezTo>
                  <a:cubicBezTo>
                    <a:pt x="1083327" y="777240"/>
                    <a:pt x="1348758" y="391160"/>
                    <a:pt x="143511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354D5D63-3BE5-F5FD-B0AA-E1DD8CE71F86}"/>
                </a:ext>
              </a:extLst>
            </p:cNvPr>
            <p:cNvSpPr/>
            <p:nvPr/>
          </p:nvSpPr>
          <p:spPr>
            <a:xfrm>
              <a:off x="8417551" y="0"/>
              <a:ext cx="3774448" cy="5713729"/>
            </a:xfrm>
            <a:custGeom>
              <a:avLst/>
              <a:gdLst>
                <a:gd name="connsiteX0" fmla="*/ 3774448 w 3774448"/>
                <a:gd name="connsiteY0" fmla="*/ 5690870 h 5713729"/>
                <a:gd name="connsiteX1" fmla="*/ 3533148 w 3774448"/>
                <a:gd name="connsiteY1" fmla="*/ 5713730 h 5713729"/>
                <a:gd name="connsiteX2" fmla="*/ 2325379 w 3774448"/>
                <a:gd name="connsiteY2" fmla="*/ 4806950 h 5713729"/>
                <a:gd name="connsiteX3" fmla="*/ 1380498 w 3774448"/>
                <a:gd name="connsiteY3" fmla="*/ 4048760 h 5713729"/>
                <a:gd name="connsiteX4" fmla="*/ 1380498 w 3774448"/>
                <a:gd name="connsiteY4" fmla="*/ 4048760 h 5713729"/>
                <a:gd name="connsiteX5" fmla="*/ 8 w 3774448"/>
                <a:gd name="connsiteY5" fmla="*/ 2392680 h 5713729"/>
                <a:gd name="connsiteX6" fmla="*/ 612148 w 3774448"/>
                <a:gd name="connsiteY6" fmla="*/ 1102360 h 5713729"/>
                <a:gd name="connsiteX7" fmla="*/ 612148 w 3774448"/>
                <a:gd name="connsiteY7" fmla="*/ 1102360 h 5713729"/>
                <a:gd name="connsiteX8" fmla="*/ 613418 w 3774448"/>
                <a:gd name="connsiteY8" fmla="*/ 1101090 h 5713729"/>
                <a:gd name="connsiteX9" fmla="*/ 615958 w 3774448"/>
                <a:gd name="connsiteY9" fmla="*/ 1099820 h 5713729"/>
                <a:gd name="connsiteX10" fmla="*/ 1383038 w 3774448"/>
                <a:gd name="connsiteY10" fmla="*/ 0 h 571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74448" h="5713729">
                  <a:moveTo>
                    <a:pt x="3774448" y="5690870"/>
                  </a:moveTo>
                  <a:cubicBezTo>
                    <a:pt x="3695708" y="5706110"/>
                    <a:pt x="3615698" y="5713730"/>
                    <a:pt x="3533148" y="5713730"/>
                  </a:cubicBezTo>
                  <a:cubicBezTo>
                    <a:pt x="2960379" y="5712460"/>
                    <a:pt x="2480318" y="5328920"/>
                    <a:pt x="2325379" y="4806950"/>
                  </a:cubicBezTo>
                  <a:cubicBezTo>
                    <a:pt x="2178058" y="4310380"/>
                    <a:pt x="2059948" y="4171950"/>
                    <a:pt x="1380498" y="4048760"/>
                  </a:cubicBezTo>
                  <a:lnTo>
                    <a:pt x="1380498" y="4048760"/>
                  </a:lnTo>
                  <a:cubicBezTo>
                    <a:pt x="593098" y="3907790"/>
                    <a:pt x="-2532" y="3219450"/>
                    <a:pt x="8" y="2392680"/>
                  </a:cubicBezTo>
                  <a:cubicBezTo>
                    <a:pt x="1279" y="1873250"/>
                    <a:pt x="240038" y="1408430"/>
                    <a:pt x="612148" y="1102360"/>
                  </a:cubicBezTo>
                  <a:lnTo>
                    <a:pt x="612148" y="1102360"/>
                  </a:lnTo>
                  <a:cubicBezTo>
                    <a:pt x="612148" y="1102360"/>
                    <a:pt x="612148" y="1102360"/>
                    <a:pt x="613418" y="1101090"/>
                  </a:cubicBezTo>
                  <a:cubicBezTo>
                    <a:pt x="614688" y="1101090"/>
                    <a:pt x="614688" y="1099820"/>
                    <a:pt x="615958" y="1099820"/>
                  </a:cubicBezTo>
                  <a:cubicBezTo>
                    <a:pt x="1043948" y="748030"/>
                    <a:pt x="1299218" y="375920"/>
                    <a:pt x="138303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A2F145ED-EFDE-514B-96DF-CAF6D23FC17B}"/>
                </a:ext>
              </a:extLst>
            </p:cNvPr>
            <p:cNvSpPr/>
            <p:nvPr/>
          </p:nvSpPr>
          <p:spPr>
            <a:xfrm>
              <a:off x="8559791" y="0"/>
              <a:ext cx="3632208" cy="5496696"/>
            </a:xfrm>
            <a:custGeom>
              <a:avLst/>
              <a:gdLst>
                <a:gd name="connsiteX0" fmla="*/ 3632209 w 3632208"/>
                <a:gd name="connsiteY0" fmla="*/ 5476240 h 5496696"/>
                <a:gd name="connsiteX1" fmla="*/ 3403609 w 3632208"/>
                <a:gd name="connsiteY1" fmla="*/ 5496560 h 5496696"/>
                <a:gd name="connsiteX2" fmla="*/ 2240289 w 3632208"/>
                <a:gd name="connsiteY2" fmla="*/ 4622800 h 5496696"/>
                <a:gd name="connsiteX3" fmla="*/ 1329699 w 3632208"/>
                <a:gd name="connsiteY3" fmla="*/ 3892550 h 5496696"/>
                <a:gd name="connsiteX4" fmla="*/ 1329699 w 3632208"/>
                <a:gd name="connsiteY4" fmla="*/ 3892550 h 5496696"/>
                <a:gd name="connsiteX5" fmla="*/ 8 w 3632208"/>
                <a:gd name="connsiteY5" fmla="*/ 2298700 h 5496696"/>
                <a:gd name="connsiteX6" fmla="*/ 589289 w 3632208"/>
                <a:gd name="connsiteY6" fmla="*/ 1056640 h 5496696"/>
                <a:gd name="connsiteX7" fmla="*/ 589289 w 3632208"/>
                <a:gd name="connsiteY7" fmla="*/ 1056640 h 5496696"/>
                <a:gd name="connsiteX8" fmla="*/ 590558 w 3632208"/>
                <a:gd name="connsiteY8" fmla="*/ 1055370 h 5496696"/>
                <a:gd name="connsiteX9" fmla="*/ 593099 w 3632208"/>
                <a:gd name="connsiteY9" fmla="*/ 1054100 h 5496696"/>
                <a:gd name="connsiteX10" fmla="*/ 1330968 w 3632208"/>
                <a:gd name="connsiteY10" fmla="*/ 0 h 5496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32208" h="5496696">
                  <a:moveTo>
                    <a:pt x="3632209" y="5476240"/>
                  </a:moveTo>
                  <a:cubicBezTo>
                    <a:pt x="3558549" y="5490210"/>
                    <a:pt x="3481078" y="5497830"/>
                    <a:pt x="3403609" y="5496560"/>
                  </a:cubicBezTo>
                  <a:cubicBezTo>
                    <a:pt x="2852428" y="5495290"/>
                    <a:pt x="2390149" y="5125720"/>
                    <a:pt x="2240289" y="4622800"/>
                  </a:cubicBezTo>
                  <a:cubicBezTo>
                    <a:pt x="2098049" y="4144010"/>
                    <a:pt x="1985018" y="4010660"/>
                    <a:pt x="1329699" y="3892550"/>
                  </a:cubicBezTo>
                  <a:lnTo>
                    <a:pt x="1329699" y="3892550"/>
                  </a:lnTo>
                  <a:cubicBezTo>
                    <a:pt x="572778" y="3757930"/>
                    <a:pt x="-2532" y="3094990"/>
                    <a:pt x="8" y="2298700"/>
                  </a:cubicBezTo>
                  <a:cubicBezTo>
                    <a:pt x="1278" y="1798320"/>
                    <a:pt x="231149" y="1351280"/>
                    <a:pt x="589289" y="1056640"/>
                  </a:cubicBezTo>
                  <a:lnTo>
                    <a:pt x="589289" y="1056640"/>
                  </a:lnTo>
                  <a:cubicBezTo>
                    <a:pt x="589289" y="1056640"/>
                    <a:pt x="589289" y="1056640"/>
                    <a:pt x="590558" y="1055370"/>
                  </a:cubicBezTo>
                  <a:cubicBezTo>
                    <a:pt x="591828" y="1055370"/>
                    <a:pt x="591828" y="1054100"/>
                    <a:pt x="593099" y="1054100"/>
                  </a:cubicBezTo>
                  <a:cubicBezTo>
                    <a:pt x="1003308" y="716280"/>
                    <a:pt x="1248418" y="360680"/>
                    <a:pt x="133096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309A2F75-83A1-F908-F2E4-8B6FC58527CF}"/>
                </a:ext>
              </a:extLst>
            </p:cNvPr>
            <p:cNvSpPr/>
            <p:nvPr/>
          </p:nvSpPr>
          <p:spPr>
            <a:xfrm>
              <a:off x="8703301" y="0"/>
              <a:ext cx="3488698" cy="5280659"/>
            </a:xfrm>
            <a:custGeom>
              <a:avLst/>
              <a:gdLst>
                <a:gd name="connsiteX0" fmla="*/ 3488699 w 3488698"/>
                <a:gd name="connsiteY0" fmla="*/ 5261610 h 5280659"/>
                <a:gd name="connsiteX1" fmla="*/ 3272799 w 3488698"/>
                <a:gd name="connsiteY1" fmla="*/ 5280660 h 5280659"/>
                <a:gd name="connsiteX2" fmla="*/ 2153929 w 3488698"/>
                <a:gd name="connsiteY2" fmla="*/ 4441190 h 5280659"/>
                <a:gd name="connsiteX3" fmla="*/ 1278899 w 3488698"/>
                <a:gd name="connsiteY3" fmla="*/ 3738880 h 5280659"/>
                <a:gd name="connsiteX4" fmla="*/ 1278899 w 3488698"/>
                <a:gd name="connsiteY4" fmla="*/ 3738880 h 5280659"/>
                <a:gd name="connsiteX5" fmla="*/ 9 w 3488698"/>
                <a:gd name="connsiteY5" fmla="*/ 2205990 h 5280659"/>
                <a:gd name="connsiteX6" fmla="*/ 566429 w 3488698"/>
                <a:gd name="connsiteY6" fmla="*/ 1010920 h 5280659"/>
                <a:gd name="connsiteX7" fmla="*/ 566429 w 3488698"/>
                <a:gd name="connsiteY7" fmla="*/ 1010920 h 5280659"/>
                <a:gd name="connsiteX8" fmla="*/ 567699 w 3488698"/>
                <a:gd name="connsiteY8" fmla="*/ 1010920 h 5280659"/>
                <a:gd name="connsiteX9" fmla="*/ 570239 w 3488698"/>
                <a:gd name="connsiteY9" fmla="*/ 1009650 h 5280659"/>
                <a:gd name="connsiteX10" fmla="*/ 1277629 w 3488698"/>
                <a:gd name="connsiteY10" fmla="*/ 0 h 528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88698" h="5280659">
                  <a:moveTo>
                    <a:pt x="3488699" y="5261610"/>
                  </a:moveTo>
                  <a:cubicBezTo>
                    <a:pt x="3418849" y="5274310"/>
                    <a:pt x="3346459" y="5280660"/>
                    <a:pt x="3272799" y="5280660"/>
                  </a:cubicBezTo>
                  <a:cubicBezTo>
                    <a:pt x="2743209" y="5279390"/>
                    <a:pt x="2297439" y="4923790"/>
                    <a:pt x="2153929" y="4441190"/>
                  </a:cubicBezTo>
                  <a:cubicBezTo>
                    <a:pt x="2018039" y="3981450"/>
                    <a:pt x="1908819" y="3853180"/>
                    <a:pt x="1278899" y="3738880"/>
                  </a:cubicBezTo>
                  <a:lnTo>
                    <a:pt x="1278899" y="3738880"/>
                  </a:lnTo>
                  <a:cubicBezTo>
                    <a:pt x="549919" y="3609340"/>
                    <a:pt x="-2531" y="2971800"/>
                    <a:pt x="9" y="2205990"/>
                  </a:cubicBezTo>
                  <a:cubicBezTo>
                    <a:pt x="1279" y="1724660"/>
                    <a:pt x="222259" y="1295400"/>
                    <a:pt x="566429" y="1010920"/>
                  </a:cubicBezTo>
                  <a:lnTo>
                    <a:pt x="566429" y="1010920"/>
                  </a:lnTo>
                  <a:cubicBezTo>
                    <a:pt x="566429" y="1010920"/>
                    <a:pt x="566429" y="1010920"/>
                    <a:pt x="567699" y="1010920"/>
                  </a:cubicBezTo>
                  <a:cubicBezTo>
                    <a:pt x="568969" y="1010920"/>
                    <a:pt x="568969" y="1009650"/>
                    <a:pt x="570239" y="1009650"/>
                  </a:cubicBezTo>
                  <a:cubicBezTo>
                    <a:pt x="962669" y="685800"/>
                    <a:pt x="1197619" y="345440"/>
                    <a:pt x="1277629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17">
              <a:extLst>
                <a:ext uri="{FF2B5EF4-FFF2-40B4-BE49-F238E27FC236}">
                  <a16:creationId xmlns:a16="http://schemas.microsoft.com/office/drawing/2014/main" id="{DD702A88-548E-3720-8176-80E9F707E600}"/>
                </a:ext>
              </a:extLst>
            </p:cNvPr>
            <p:cNvSpPr/>
            <p:nvPr/>
          </p:nvSpPr>
          <p:spPr>
            <a:xfrm>
              <a:off x="8846810" y="0"/>
              <a:ext cx="3345189" cy="5064759"/>
            </a:xfrm>
            <a:custGeom>
              <a:avLst/>
              <a:gdLst>
                <a:gd name="connsiteX0" fmla="*/ 3345190 w 3345189"/>
                <a:gd name="connsiteY0" fmla="*/ 5046980 h 5064759"/>
                <a:gd name="connsiteX1" fmla="*/ 3141990 w 3345189"/>
                <a:gd name="connsiteY1" fmla="*/ 5064760 h 5064759"/>
                <a:gd name="connsiteX2" fmla="*/ 2067570 w 3345189"/>
                <a:gd name="connsiteY2" fmla="*/ 4258310 h 5064759"/>
                <a:gd name="connsiteX3" fmla="*/ 1226830 w 3345189"/>
                <a:gd name="connsiteY3" fmla="*/ 3585210 h 5064759"/>
                <a:gd name="connsiteX4" fmla="*/ 1226830 w 3345189"/>
                <a:gd name="connsiteY4" fmla="*/ 3585210 h 5064759"/>
                <a:gd name="connsiteX5" fmla="*/ 9 w 3345189"/>
                <a:gd name="connsiteY5" fmla="*/ 2113280 h 5064759"/>
                <a:gd name="connsiteX6" fmla="*/ 544839 w 3345189"/>
                <a:gd name="connsiteY6" fmla="*/ 966470 h 5064759"/>
                <a:gd name="connsiteX7" fmla="*/ 544839 w 3345189"/>
                <a:gd name="connsiteY7" fmla="*/ 966470 h 5064759"/>
                <a:gd name="connsiteX8" fmla="*/ 546109 w 3345189"/>
                <a:gd name="connsiteY8" fmla="*/ 966470 h 5064759"/>
                <a:gd name="connsiteX9" fmla="*/ 547380 w 3345189"/>
                <a:gd name="connsiteY9" fmla="*/ 965200 h 5064759"/>
                <a:gd name="connsiteX10" fmla="*/ 1225559 w 3345189"/>
                <a:gd name="connsiteY10" fmla="*/ 0 h 506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45189" h="5064759">
                  <a:moveTo>
                    <a:pt x="3345190" y="5046980"/>
                  </a:moveTo>
                  <a:cubicBezTo>
                    <a:pt x="3279149" y="5058410"/>
                    <a:pt x="3210570" y="5064760"/>
                    <a:pt x="3141990" y="5064760"/>
                  </a:cubicBezTo>
                  <a:cubicBezTo>
                    <a:pt x="2632720" y="5063490"/>
                    <a:pt x="2205999" y="4723130"/>
                    <a:pt x="2067570" y="4258310"/>
                  </a:cubicBezTo>
                  <a:cubicBezTo>
                    <a:pt x="1936759" y="3816350"/>
                    <a:pt x="1832620" y="3693160"/>
                    <a:pt x="1226830" y="3585210"/>
                  </a:cubicBezTo>
                  <a:lnTo>
                    <a:pt x="1226830" y="3585210"/>
                  </a:lnTo>
                  <a:cubicBezTo>
                    <a:pt x="527059" y="3460750"/>
                    <a:pt x="-2530" y="2848610"/>
                    <a:pt x="9" y="2113280"/>
                  </a:cubicBezTo>
                  <a:cubicBezTo>
                    <a:pt x="1280" y="1651000"/>
                    <a:pt x="213370" y="1238250"/>
                    <a:pt x="544839" y="966470"/>
                  </a:cubicBezTo>
                  <a:lnTo>
                    <a:pt x="544839" y="966470"/>
                  </a:lnTo>
                  <a:cubicBezTo>
                    <a:pt x="544839" y="966470"/>
                    <a:pt x="544839" y="966470"/>
                    <a:pt x="546109" y="966470"/>
                  </a:cubicBezTo>
                  <a:cubicBezTo>
                    <a:pt x="546109" y="966470"/>
                    <a:pt x="547380" y="965200"/>
                    <a:pt x="547380" y="965200"/>
                  </a:cubicBezTo>
                  <a:cubicBezTo>
                    <a:pt x="922030" y="655320"/>
                    <a:pt x="1148089" y="328930"/>
                    <a:pt x="1225559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18">
              <a:extLst>
                <a:ext uri="{FF2B5EF4-FFF2-40B4-BE49-F238E27FC236}">
                  <a16:creationId xmlns:a16="http://schemas.microsoft.com/office/drawing/2014/main" id="{C30F34F6-B9D2-52DD-11FE-FEE28E782EF9}"/>
                </a:ext>
              </a:extLst>
            </p:cNvPr>
            <p:cNvSpPr/>
            <p:nvPr/>
          </p:nvSpPr>
          <p:spPr>
            <a:xfrm>
              <a:off x="8991590" y="2540"/>
              <a:ext cx="3200409" cy="4846319"/>
            </a:xfrm>
            <a:custGeom>
              <a:avLst/>
              <a:gdLst>
                <a:gd name="connsiteX0" fmla="*/ 3200410 w 3200409"/>
                <a:gd name="connsiteY0" fmla="*/ 4829810 h 4846319"/>
                <a:gd name="connsiteX1" fmla="*/ 3009910 w 3200409"/>
                <a:gd name="connsiteY1" fmla="*/ 4846320 h 4846319"/>
                <a:gd name="connsiteX2" fmla="*/ 1981210 w 3200409"/>
                <a:gd name="connsiteY2" fmla="*/ 4074160 h 4846319"/>
                <a:gd name="connsiteX3" fmla="*/ 1176029 w 3200409"/>
                <a:gd name="connsiteY3" fmla="*/ 3429000 h 4846319"/>
                <a:gd name="connsiteX4" fmla="*/ 1176029 w 3200409"/>
                <a:gd name="connsiteY4" fmla="*/ 3429000 h 4846319"/>
                <a:gd name="connsiteX5" fmla="*/ 9 w 3200409"/>
                <a:gd name="connsiteY5" fmla="*/ 2018030 h 4846319"/>
                <a:gd name="connsiteX6" fmla="*/ 521979 w 3200409"/>
                <a:gd name="connsiteY6" fmla="*/ 919480 h 4846319"/>
                <a:gd name="connsiteX7" fmla="*/ 521979 w 3200409"/>
                <a:gd name="connsiteY7" fmla="*/ 919480 h 4846319"/>
                <a:gd name="connsiteX8" fmla="*/ 523250 w 3200409"/>
                <a:gd name="connsiteY8" fmla="*/ 919480 h 4846319"/>
                <a:gd name="connsiteX9" fmla="*/ 524519 w 3200409"/>
                <a:gd name="connsiteY9" fmla="*/ 918210 h 4846319"/>
                <a:gd name="connsiteX10" fmla="*/ 1173490 w 3200409"/>
                <a:gd name="connsiteY10" fmla="*/ 0 h 48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00409" h="4846319">
                  <a:moveTo>
                    <a:pt x="3200410" y="4829810"/>
                  </a:moveTo>
                  <a:cubicBezTo>
                    <a:pt x="3138179" y="4841240"/>
                    <a:pt x="3074679" y="4846320"/>
                    <a:pt x="3009910" y="4846320"/>
                  </a:cubicBezTo>
                  <a:cubicBezTo>
                    <a:pt x="2522229" y="4845050"/>
                    <a:pt x="2113290" y="4518660"/>
                    <a:pt x="1981210" y="4074160"/>
                  </a:cubicBezTo>
                  <a:cubicBezTo>
                    <a:pt x="1855479" y="3651250"/>
                    <a:pt x="1755150" y="3533140"/>
                    <a:pt x="1176029" y="3429000"/>
                  </a:cubicBezTo>
                  <a:lnTo>
                    <a:pt x="1176029" y="3429000"/>
                  </a:lnTo>
                  <a:cubicBezTo>
                    <a:pt x="505469" y="3309620"/>
                    <a:pt x="-2531" y="2722880"/>
                    <a:pt x="9" y="2018030"/>
                  </a:cubicBezTo>
                  <a:cubicBezTo>
                    <a:pt x="1279" y="1574800"/>
                    <a:pt x="204479" y="1179830"/>
                    <a:pt x="521979" y="919480"/>
                  </a:cubicBezTo>
                  <a:lnTo>
                    <a:pt x="521979" y="919480"/>
                  </a:lnTo>
                  <a:cubicBezTo>
                    <a:pt x="521979" y="919480"/>
                    <a:pt x="521979" y="919480"/>
                    <a:pt x="523250" y="919480"/>
                  </a:cubicBezTo>
                  <a:cubicBezTo>
                    <a:pt x="523250" y="919480"/>
                    <a:pt x="524519" y="918210"/>
                    <a:pt x="524519" y="918210"/>
                  </a:cubicBezTo>
                  <a:cubicBezTo>
                    <a:pt x="881390" y="623570"/>
                    <a:pt x="1098560" y="313690"/>
                    <a:pt x="1173490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19">
              <a:extLst>
                <a:ext uri="{FF2B5EF4-FFF2-40B4-BE49-F238E27FC236}">
                  <a16:creationId xmlns:a16="http://schemas.microsoft.com/office/drawing/2014/main" id="{F6F5A91D-B63D-8E89-9E67-54C9BEF6793D}"/>
                </a:ext>
              </a:extLst>
            </p:cNvPr>
            <p:cNvSpPr/>
            <p:nvPr/>
          </p:nvSpPr>
          <p:spPr>
            <a:xfrm>
              <a:off x="9135099" y="1270"/>
              <a:ext cx="3056900" cy="4631689"/>
            </a:xfrm>
            <a:custGeom>
              <a:avLst/>
              <a:gdLst>
                <a:gd name="connsiteX0" fmla="*/ 3056900 w 3056900"/>
                <a:gd name="connsiteY0" fmla="*/ 4616450 h 4631689"/>
                <a:gd name="connsiteX1" fmla="*/ 2879100 w 3056900"/>
                <a:gd name="connsiteY1" fmla="*/ 4631690 h 4631689"/>
                <a:gd name="connsiteX2" fmla="*/ 1894850 w 3056900"/>
                <a:gd name="connsiteY2" fmla="*/ 3892550 h 4631689"/>
                <a:gd name="connsiteX3" fmla="*/ 1125230 w 3056900"/>
                <a:gd name="connsiteY3" fmla="*/ 3275330 h 4631689"/>
                <a:gd name="connsiteX4" fmla="*/ 1125230 w 3056900"/>
                <a:gd name="connsiteY4" fmla="*/ 3275330 h 4631689"/>
                <a:gd name="connsiteX5" fmla="*/ 10 w 3056900"/>
                <a:gd name="connsiteY5" fmla="*/ 1926590 h 4631689"/>
                <a:gd name="connsiteX6" fmla="*/ 499120 w 3056900"/>
                <a:gd name="connsiteY6" fmla="*/ 875030 h 4631689"/>
                <a:gd name="connsiteX7" fmla="*/ 499120 w 3056900"/>
                <a:gd name="connsiteY7" fmla="*/ 875030 h 4631689"/>
                <a:gd name="connsiteX8" fmla="*/ 500390 w 3056900"/>
                <a:gd name="connsiteY8" fmla="*/ 875030 h 4631689"/>
                <a:gd name="connsiteX9" fmla="*/ 501660 w 3056900"/>
                <a:gd name="connsiteY9" fmla="*/ 873760 h 4631689"/>
                <a:gd name="connsiteX10" fmla="*/ 1121420 w 3056900"/>
                <a:gd name="connsiteY10" fmla="*/ 0 h 463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56900" h="4631689">
                  <a:moveTo>
                    <a:pt x="3056900" y="4616450"/>
                  </a:moveTo>
                  <a:cubicBezTo>
                    <a:pt x="2998480" y="4626610"/>
                    <a:pt x="2940060" y="4631690"/>
                    <a:pt x="2879100" y="4631690"/>
                  </a:cubicBezTo>
                  <a:cubicBezTo>
                    <a:pt x="2413010" y="4630420"/>
                    <a:pt x="2020580" y="4318000"/>
                    <a:pt x="1894850" y="3892550"/>
                  </a:cubicBezTo>
                  <a:cubicBezTo>
                    <a:pt x="1774200" y="3487420"/>
                    <a:pt x="1678950" y="3374390"/>
                    <a:pt x="1125230" y="3275330"/>
                  </a:cubicBezTo>
                  <a:lnTo>
                    <a:pt x="1125230" y="3275330"/>
                  </a:lnTo>
                  <a:cubicBezTo>
                    <a:pt x="483880" y="3161030"/>
                    <a:pt x="-2530" y="2599690"/>
                    <a:pt x="10" y="1926590"/>
                  </a:cubicBezTo>
                  <a:cubicBezTo>
                    <a:pt x="1280" y="1502410"/>
                    <a:pt x="195590" y="1125220"/>
                    <a:pt x="499120" y="875030"/>
                  </a:cubicBezTo>
                  <a:lnTo>
                    <a:pt x="499120" y="875030"/>
                  </a:lnTo>
                  <a:cubicBezTo>
                    <a:pt x="499120" y="875030"/>
                    <a:pt x="499120" y="875030"/>
                    <a:pt x="500390" y="875030"/>
                  </a:cubicBezTo>
                  <a:cubicBezTo>
                    <a:pt x="500390" y="875030"/>
                    <a:pt x="501660" y="873760"/>
                    <a:pt x="501660" y="873760"/>
                  </a:cubicBezTo>
                  <a:cubicBezTo>
                    <a:pt x="842020" y="594360"/>
                    <a:pt x="1047760" y="298450"/>
                    <a:pt x="1121420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20">
              <a:extLst>
                <a:ext uri="{FF2B5EF4-FFF2-40B4-BE49-F238E27FC236}">
                  <a16:creationId xmlns:a16="http://schemas.microsoft.com/office/drawing/2014/main" id="{E96E1F54-7F9A-5C75-022E-B3C96761EDF4}"/>
                </a:ext>
              </a:extLst>
            </p:cNvPr>
            <p:cNvSpPr/>
            <p:nvPr/>
          </p:nvSpPr>
          <p:spPr>
            <a:xfrm>
              <a:off x="9277347" y="1270"/>
              <a:ext cx="2914652" cy="4415789"/>
            </a:xfrm>
            <a:custGeom>
              <a:avLst/>
              <a:gdLst>
                <a:gd name="connsiteX0" fmla="*/ 2914653 w 2914652"/>
                <a:gd name="connsiteY0" fmla="*/ 4401820 h 4415789"/>
                <a:gd name="connsiteX1" fmla="*/ 2749553 w 2914652"/>
                <a:gd name="connsiteY1" fmla="*/ 4415790 h 4415789"/>
                <a:gd name="connsiteX2" fmla="*/ 1809753 w 2914652"/>
                <a:gd name="connsiteY2" fmla="*/ 3709670 h 4415789"/>
                <a:gd name="connsiteX3" fmla="*/ 1074422 w 2914652"/>
                <a:gd name="connsiteY3" fmla="*/ 3120390 h 4415789"/>
                <a:gd name="connsiteX4" fmla="*/ 1074422 w 2914652"/>
                <a:gd name="connsiteY4" fmla="*/ 3120390 h 4415789"/>
                <a:gd name="connsiteX5" fmla="*/ 3 w 2914652"/>
                <a:gd name="connsiteY5" fmla="*/ 1832610 h 4415789"/>
                <a:gd name="connsiteX6" fmla="*/ 476253 w 2914652"/>
                <a:gd name="connsiteY6" fmla="*/ 829310 h 4415789"/>
                <a:gd name="connsiteX7" fmla="*/ 476253 w 2914652"/>
                <a:gd name="connsiteY7" fmla="*/ 829310 h 4415789"/>
                <a:gd name="connsiteX8" fmla="*/ 476253 w 2914652"/>
                <a:gd name="connsiteY8" fmla="*/ 829310 h 4415789"/>
                <a:gd name="connsiteX9" fmla="*/ 477522 w 2914652"/>
                <a:gd name="connsiteY9" fmla="*/ 828040 h 4415789"/>
                <a:gd name="connsiteX10" fmla="*/ 1068072 w 2914652"/>
                <a:gd name="connsiteY10" fmla="*/ 0 h 4415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14652" h="4415789">
                  <a:moveTo>
                    <a:pt x="2914653" y="4401820"/>
                  </a:moveTo>
                  <a:cubicBezTo>
                    <a:pt x="2861313" y="4410710"/>
                    <a:pt x="2805433" y="4415790"/>
                    <a:pt x="2749553" y="4415790"/>
                  </a:cubicBezTo>
                  <a:cubicBezTo>
                    <a:pt x="2303783" y="4414520"/>
                    <a:pt x="1930403" y="4116070"/>
                    <a:pt x="1809753" y="3709670"/>
                  </a:cubicBezTo>
                  <a:cubicBezTo>
                    <a:pt x="1695453" y="3323590"/>
                    <a:pt x="1604013" y="3215640"/>
                    <a:pt x="1074422" y="3120390"/>
                  </a:cubicBezTo>
                  <a:lnTo>
                    <a:pt x="1074422" y="3120390"/>
                  </a:lnTo>
                  <a:cubicBezTo>
                    <a:pt x="462283" y="3011170"/>
                    <a:pt x="-1267" y="2475230"/>
                    <a:pt x="3" y="1832610"/>
                  </a:cubicBezTo>
                  <a:cubicBezTo>
                    <a:pt x="1272" y="1428750"/>
                    <a:pt x="186693" y="1066800"/>
                    <a:pt x="476253" y="829310"/>
                  </a:cubicBezTo>
                  <a:lnTo>
                    <a:pt x="476253" y="829310"/>
                  </a:lnTo>
                  <a:cubicBezTo>
                    <a:pt x="476253" y="829310"/>
                    <a:pt x="476253" y="829310"/>
                    <a:pt x="476253" y="829310"/>
                  </a:cubicBezTo>
                  <a:cubicBezTo>
                    <a:pt x="476253" y="829310"/>
                    <a:pt x="477522" y="828040"/>
                    <a:pt x="477522" y="828040"/>
                  </a:cubicBezTo>
                  <a:cubicBezTo>
                    <a:pt x="800103" y="562610"/>
                    <a:pt x="996953" y="283210"/>
                    <a:pt x="1068072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21">
              <a:extLst>
                <a:ext uri="{FF2B5EF4-FFF2-40B4-BE49-F238E27FC236}">
                  <a16:creationId xmlns:a16="http://schemas.microsoft.com/office/drawing/2014/main" id="{0E7FD298-F75D-0E47-F44C-C310B4DCB2DF}"/>
                </a:ext>
              </a:extLst>
            </p:cNvPr>
            <p:cNvSpPr/>
            <p:nvPr/>
          </p:nvSpPr>
          <p:spPr>
            <a:xfrm>
              <a:off x="9422119" y="0"/>
              <a:ext cx="2769880" cy="4201159"/>
            </a:xfrm>
            <a:custGeom>
              <a:avLst/>
              <a:gdLst>
                <a:gd name="connsiteX0" fmla="*/ 2769881 w 2769880"/>
                <a:gd name="connsiteY0" fmla="*/ 4188460 h 4201159"/>
                <a:gd name="connsiteX1" fmla="*/ 2617481 w 2769880"/>
                <a:gd name="connsiteY1" fmla="*/ 4201160 h 4201159"/>
                <a:gd name="connsiteX2" fmla="*/ 1722131 w 2769880"/>
                <a:gd name="connsiteY2" fmla="*/ 3529330 h 4201159"/>
                <a:gd name="connsiteX3" fmla="*/ 1022361 w 2769880"/>
                <a:gd name="connsiteY3" fmla="*/ 2967990 h 4201159"/>
                <a:gd name="connsiteX4" fmla="*/ 1022361 w 2769880"/>
                <a:gd name="connsiteY4" fmla="*/ 2967990 h 4201159"/>
                <a:gd name="connsiteX5" fmla="*/ 11 w 2769880"/>
                <a:gd name="connsiteY5" fmla="*/ 1741170 h 4201159"/>
                <a:gd name="connsiteX6" fmla="*/ 453400 w 2769880"/>
                <a:gd name="connsiteY6" fmla="*/ 784860 h 4201159"/>
                <a:gd name="connsiteX7" fmla="*/ 453400 w 2769880"/>
                <a:gd name="connsiteY7" fmla="*/ 784860 h 4201159"/>
                <a:gd name="connsiteX8" fmla="*/ 453400 w 2769880"/>
                <a:gd name="connsiteY8" fmla="*/ 784860 h 4201159"/>
                <a:gd name="connsiteX9" fmla="*/ 454671 w 2769880"/>
                <a:gd name="connsiteY9" fmla="*/ 783590 h 4201159"/>
                <a:gd name="connsiteX10" fmla="*/ 1014740 w 2769880"/>
                <a:gd name="connsiteY10" fmla="*/ 0 h 42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69880" h="4201159">
                  <a:moveTo>
                    <a:pt x="2769881" y="4188460"/>
                  </a:moveTo>
                  <a:cubicBezTo>
                    <a:pt x="2720350" y="4196080"/>
                    <a:pt x="2669550" y="4201160"/>
                    <a:pt x="2617481" y="4201160"/>
                  </a:cubicBezTo>
                  <a:cubicBezTo>
                    <a:pt x="2193300" y="4199890"/>
                    <a:pt x="1837700" y="3916680"/>
                    <a:pt x="1722131" y="3529330"/>
                  </a:cubicBezTo>
                  <a:cubicBezTo>
                    <a:pt x="1612911" y="3161030"/>
                    <a:pt x="1525281" y="3058160"/>
                    <a:pt x="1022361" y="2967990"/>
                  </a:cubicBezTo>
                  <a:lnTo>
                    <a:pt x="1022361" y="2967990"/>
                  </a:lnTo>
                  <a:cubicBezTo>
                    <a:pt x="439431" y="2863850"/>
                    <a:pt x="-2529" y="2353310"/>
                    <a:pt x="11" y="1741170"/>
                  </a:cubicBezTo>
                  <a:cubicBezTo>
                    <a:pt x="1281" y="1356360"/>
                    <a:pt x="177811" y="1012190"/>
                    <a:pt x="453400" y="784860"/>
                  </a:cubicBezTo>
                  <a:lnTo>
                    <a:pt x="453400" y="784860"/>
                  </a:lnTo>
                  <a:cubicBezTo>
                    <a:pt x="453400" y="784860"/>
                    <a:pt x="453400" y="784860"/>
                    <a:pt x="453400" y="784860"/>
                  </a:cubicBezTo>
                  <a:cubicBezTo>
                    <a:pt x="453400" y="784860"/>
                    <a:pt x="454671" y="783590"/>
                    <a:pt x="454671" y="783590"/>
                  </a:cubicBezTo>
                  <a:cubicBezTo>
                    <a:pt x="759471" y="532130"/>
                    <a:pt x="946161" y="267970"/>
                    <a:pt x="1014740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22">
              <a:extLst>
                <a:ext uri="{FF2B5EF4-FFF2-40B4-BE49-F238E27FC236}">
                  <a16:creationId xmlns:a16="http://schemas.microsoft.com/office/drawing/2014/main" id="{CBB0A9D5-D4C6-C442-5157-0FE9D540E6D8}"/>
                </a:ext>
              </a:extLst>
            </p:cNvPr>
            <p:cNvSpPr/>
            <p:nvPr/>
          </p:nvSpPr>
          <p:spPr>
            <a:xfrm>
              <a:off x="9565628" y="0"/>
              <a:ext cx="2626371" cy="3983990"/>
            </a:xfrm>
            <a:custGeom>
              <a:avLst/>
              <a:gdLst>
                <a:gd name="connsiteX0" fmla="*/ 2626371 w 2626371"/>
                <a:gd name="connsiteY0" fmla="*/ 3973830 h 3983990"/>
                <a:gd name="connsiteX1" fmla="*/ 2486671 w 2626371"/>
                <a:gd name="connsiteY1" fmla="*/ 3983990 h 3983990"/>
                <a:gd name="connsiteX2" fmla="*/ 1637041 w 2626371"/>
                <a:gd name="connsiteY2" fmla="*/ 3345180 h 3983990"/>
                <a:gd name="connsiteX3" fmla="*/ 971561 w 2626371"/>
                <a:gd name="connsiteY3" fmla="*/ 2811780 h 3983990"/>
                <a:gd name="connsiteX4" fmla="*/ 971561 w 2626371"/>
                <a:gd name="connsiteY4" fmla="*/ 2811780 h 3983990"/>
                <a:gd name="connsiteX5" fmla="*/ 11 w 2626371"/>
                <a:gd name="connsiteY5" fmla="*/ 1645920 h 3983990"/>
                <a:gd name="connsiteX6" fmla="*/ 430541 w 2626371"/>
                <a:gd name="connsiteY6" fmla="*/ 737870 h 3983990"/>
                <a:gd name="connsiteX7" fmla="*/ 430541 w 2626371"/>
                <a:gd name="connsiteY7" fmla="*/ 737870 h 3983990"/>
                <a:gd name="connsiteX8" fmla="*/ 430541 w 2626371"/>
                <a:gd name="connsiteY8" fmla="*/ 737870 h 3983990"/>
                <a:gd name="connsiteX9" fmla="*/ 431811 w 2626371"/>
                <a:gd name="connsiteY9" fmla="*/ 736600 h 3983990"/>
                <a:gd name="connsiteX10" fmla="*/ 962671 w 2626371"/>
                <a:gd name="connsiteY10" fmla="*/ 0 h 398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26371" h="3983990">
                  <a:moveTo>
                    <a:pt x="2626371" y="3973830"/>
                  </a:moveTo>
                  <a:cubicBezTo>
                    <a:pt x="2580652" y="3981450"/>
                    <a:pt x="2533662" y="3983990"/>
                    <a:pt x="2486671" y="3983990"/>
                  </a:cubicBezTo>
                  <a:cubicBezTo>
                    <a:pt x="2084081" y="3982720"/>
                    <a:pt x="1744991" y="3713480"/>
                    <a:pt x="1637041" y="3345180"/>
                  </a:cubicBezTo>
                  <a:cubicBezTo>
                    <a:pt x="1532902" y="2995930"/>
                    <a:pt x="1450352" y="2898140"/>
                    <a:pt x="971561" y="2811780"/>
                  </a:cubicBezTo>
                  <a:lnTo>
                    <a:pt x="971561" y="2811780"/>
                  </a:lnTo>
                  <a:cubicBezTo>
                    <a:pt x="417841" y="2712720"/>
                    <a:pt x="-2529" y="2228850"/>
                    <a:pt x="11" y="1645920"/>
                  </a:cubicBezTo>
                  <a:cubicBezTo>
                    <a:pt x="1281" y="1280160"/>
                    <a:pt x="168921" y="953770"/>
                    <a:pt x="430541" y="737870"/>
                  </a:cubicBezTo>
                  <a:lnTo>
                    <a:pt x="430541" y="737870"/>
                  </a:lnTo>
                  <a:cubicBezTo>
                    <a:pt x="430541" y="737870"/>
                    <a:pt x="430541" y="737870"/>
                    <a:pt x="430541" y="737870"/>
                  </a:cubicBezTo>
                  <a:cubicBezTo>
                    <a:pt x="430541" y="737870"/>
                    <a:pt x="431811" y="736600"/>
                    <a:pt x="431811" y="736600"/>
                  </a:cubicBezTo>
                  <a:cubicBezTo>
                    <a:pt x="720102" y="501650"/>
                    <a:pt x="896631" y="252730"/>
                    <a:pt x="962671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23">
              <a:extLst>
                <a:ext uri="{FF2B5EF4-FFF2-40B4-BE49-F238E27FC236}">
                  <a16:creationId xmlns:a16="http://schemas.microsoft.com/office/drawing/2014/main" id="{10F4961A-1395-7FED-BAD1-336B7AFF81EF}"/>
                </a:ext>
              </a:extLst>
            </p:cNvPr>
            <p:cNvSpPr/>
            <p:nvPr/>
          </p:nvSpPr>
          <p:spPr>
            <a:xfrm>
              <a:off x="9709146" y="0"/>
              <a:ext cx="2482853" cy="3768090"/>
            </a:xfrm>
            <a:custGeom>
              <a:avLst/>
              <a:gdLst>
                <a:gd name="connsiteX0" fmla="*/ 2482853 w 2482853"/>
                <a:gd name="connsiteY0" fmla="*/ 3759200 h 3768090"/>
                <a:gd name="connsiteX1" fmla="*/ 2355853 w 2482853"/>
                <a:gd name="connsiteY1" fmla="*/ 3768090 h 3768090"/>
                <a:gd name="connsiteX2" fmla="*/ 1550673 w 2482853"/>
                <a:gd name="connsiteY2" fmla="*/ 3163570 h 3768090"/>
                <a:gd name="connsiteX3" fmla="*/ 920753 w 2482853"/>
                <a:gd name="connsiteY3" fmla="*/ 2658110 h 3768090"/>
                <a:gd name="connsiteX4" fmla="*/ 920753 w 2482853"/>
                <a:gd name="connsiteY4" fmla="*/ 2658110 h 3768090"/>
                <a:gd name="connsiteX5" fmla="*/ 3 w 2482853"/>
                <a:gd name="connsiteY5" fmla="*/ 1554480 h 3768090"/>
                <a:gd name="connsiteX6" fmla="*/ 407673 w 2482853"/>
                <a:gd name="connsiteY6" fmla="*/ 694690 h 3768090"/>
                <a:gd name="connsiteX7" fmla="*/ 407673 w 2482853"/>
                <a:gd name="connsiteY7" fmla="*/ 694690 h 3768090"/>
                <a:gd name="connsiteX8" fmla="*/ 407673 w 2482853"/>
                <a:gd name="connsiteY8" fmla="*/ 694690 h 3768090"/>
                <a:gd name="connsiteX9" fmla="*/ 408943 w 2482853"/>
                <a:gd name="connsiteY9" fmla="*/ 693420 h 3768090"/>
                <a:gd name="connsiteX10" fmla="*/ 910593 w 2482853"/>
                <a:gd name="connsiteY10" fmla="*/ 0 h 3768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2853" h="3768090">
                  <a:moveTo>
                    <a:pt x="2482853" y="3759200"/>
                  </a:moveTo>
                  <a:cubicBezTo>
                    <a:pt x="2440943" y="3765550"/>
                    <a:pt x="2399033" y="3768090"/>
                    <a:pt x="2355853" y="3768090"/>
                  </a:cubicBezTo>
                  <a:cubicBezTo>
                    <a:pt x="1973583" y="3766820"/>
                    <a:pt x="1653543" y="3511550"/>
                    <a:pt x="1550673" y="3163570"/>
                  </a:cubicBezTo>
                  <a:cubicBezTo>
                    <a:pt x="1452883" y="2832100"/>
                    <a:pt x="1374143" y="2739390"/>
                    <a:pt x="920753" y="2658110"/>
                  </a:cubicBezTo>
                  <a:lnTo>
                    <a:pt x="920753" y="2658110"/>
                  </a:lnTo>
                  <a:cubicBezTo>
                    <a:pt x="396243" y="2564130"/>
                    <a:pt x="-1267" y="2105660"/>
                    <a:pt x="3" y="1554480"/>
                  </a:cubicBezTo>
                  <a:cubicBezTo>
                    <a:pt x="1273" y="1207770"/>
                    <a:pt x="160023" y="897890"/>
                    <a:pt x="407673" y="694690"/>
                  </a:cubicBezTo>
                  <a:lnTo>
                    <a:pt x="407673" y="694690"/>
                  </a:lnTo>
                  <a:cubicBezTo>
                    <a:pt x="407673" y="694690"/>
                    <a:pt x="407673" y="694690"/>
                    <a:pt x="407673" y="694690"/>
                  </a:cubicBezTo>
                  <a:cubicBezTo>
                    <a:pt x="407673" y="694690"/>
                    <a:pt x="408943" y="693420"/>
                    <a:pt x="408943" y="693420"/>
                  </a:cubicBezTo>
                  <a:cubicBezTo>
                    <a:pt x="679453" y="471170"/>
                    <a:pt x="845823" y="236220"/>
                    <a:pt x="910593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" name="Freeform 24">
              <a:extLst>
                <a:ext uri="{FF2B5EF4-FFF2-40B4-BE49-F238E27FC236}">
                  <a16:creationId xmlns:a16="http://schemas.microsoft.com/office/drawing/2014/main" id="{CEAFB86B-2490-B715-3A68-465E1E8EB305}"/>
                </a:ext>
              </a:extLst>
            </p:cNvPr>
            <p:cNvSpPr/>
            <p:nvPr/>
          </p:nvSpPr>
          <p:spPr>
            <a:xfrm>
              <a:off x="9851386" y="-1270"/>
              <a:ext cx="2340613" cy="3553460"/>
            </a:xfrm>
            <a:custGeom>
              <a:avLst/>
              <a:gdLst>
                <a:gd name="connsiteX0" fmla="*/ 2340613 w 2340613"/>
                <a:gd name="connsiteY0" fmla="*/ 3545840 h 3553460"/>
                <a:gd name="connsiteX1" fmla="*/ 2226313 w 2340613"/>
                <a:gd name="connsiteY1" fmla="*/ 3553460 h 3553460"/>
                <a:gd name="connsiteX2" fmla="*/ 1465583 w 2340613"/>
                <a:gd name="connsiteY2" fmla="*/ 2981960 h 3553460"/>
                <a:gd name="connsiteX3" fmla="*/ 869953 w 2340613"/>
                <a:gd name="connsiteY3" fmla="*/ 2504440 h 3553460"/>
                <a:gd name="connsiteX4" fmla="*/ 869953 w 2340613"/>
                <a:gd name="connsiteY4" fmla="*/ 2504440 h 3553460"/>
                <a:gd name="connsiteX5" fmla="*/ 3 w 2340613"/>
                <a:gd name="connsiteY5" fmla="*/ 1461770 h 3553460"/>
                <a:gd name="connsiteX6" fmla="*/ 386083 w 2340613"/>
                <a:gd name="connsiteY6" fmla="*/ 648970 h 3553460"/>
                <a:gd name="connsiteX7" fmla="*/ 386083 w 2340613"/>
                <a:gd name="connsiteY7" fmla="*/ 648970 h 3553460"/>
                <a:gd name="connsiteX8" fmla="*/ 386083 w 2340613"/>
                <a:gd name="connsiteY8" fmla="*/ 648970 h 3553460"/>
                <a:gd name="connsiteX9" fmla="*/ 387353 w 2340613"/>
                <a:gd name="connsiteY9" fmla="*/ 647700 h 3553460"/>
                <a:gd name="connsiteX10" fmla="*/ 858523 w 2340613"/>
                <a:gd name="connsiteY10" fmla="*/ 0 h 355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40613" h="3553460">
                  <a:moveTo>
                    <a:pt x="2340613" y="3545840"/>
                  </a:moveTo>
                  <a:cubicBezTo>
                    <a:pt x="2303783" y="3550920"/>
                    <a:pt x="2264413" y="3553460"/>
                    <a:pt x="2226313" y="3553460"/>
                  </a:cubicBezTo>
                  <a:cubicBezTo>
                    <a:pt x="1865633" y="3552190"/>
                    <a:pt x="1563373" y="3310890"/>
                    <a:pt x="1465583" y="2981960"/>
                  </a:cubicBezTo>
                  <a:cubicBezTo>
                    <a:pt x="1372873" y="2669540"/>
                    <a:pt x="1299213" y="2581910"/>
                    <a:pt x="869953" y="2504440"/>
                  </a:cubicBezTo>
                  <a:lnTo>
                    <a:pt x="869953" y="2504440"/>
                  </a:lnTo>
                  <a:cubicBezTo>
                    <a:pt x="374653" y="2415540"/>
                    <a:pt x="-1267" y="1982470"/>
                    <a:pt x="3" y="1461770"/>
                  </a:cubicBezTo>
                  <a:cubicBezTo>
                    <a:pt x="1273" y="1134110"/>
                    <a:pt x="151133" y="842010"/>
                    <a:pt x="386083" y="648970"/>
                  </a:cubicBezTo>
                  <a:lnTo>
                    <a:pt x="386083" y="648970"/>
                  </a:lnTo>
                  <a:cubicBezTo>
                    <a:pt x="386083" y="648970"/>
                    <a:pt x="386083" y="648970"/>
                    <a:pt x="386083" y="648970"/>
                  </a:cubicBezTo>
                  <a:cubicBezTo>
                    <a:pt x="386083" y="648970"/>
                    <a:pt x="387353" y="647700"/>
                    <a:pt x="387353" y="647700"/>
                  </a:cubicBezTo>
                  <a:cubicBezTo>
                    <a:pt x="640083" y="439420"/>
                    <a:pt x="796293" y="222250"/>
                    <a:pt x="858523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" name="Freeform 25">
              <a:extLst>
                <a:ext uri="{FF2B5EF4-FFF2-40B4-BE49-F238E27FC236}">
                  <a16:creationId xmlns:a16="http://schemas.microsoft.com/office/drawing/2014/main" id="{1EAF4F7B-CC56-D2E0-44DE-50FFC2A70B92}"/>
                </a:ext>
              </a:extLst>
            </p:cNvPr>
            <p:cNvSpPr/>
            <p:nvPr/>
          </p:nvSpPr>
          <p:spPr>
            <a:xfrm>
              <a:off x="9996156" y="0"/>
              <a:ext cx="2195843" cy="3336290"/>
            </a:xfrm>
            <a:custGeom>
              <a:avLst/>
              <a:gdLst>
                <a:gd name="connsiteX0" fmla="*/ 2195844 w 2195843"/>
                <a:gd name="connsiteY0" fmla="*/ 3329940 h 3336290"/>
                <a:gd name="connsiteX1" fmla="*/ 2094244 w 2195843"/>
                <a:gd name="connsiteY1" fmla="*/ 3336290 h 3336290"/>
                <a:gd name="connsiteX2" fmla="*/ 1377964 w 2195843"/>
                <a:gd name="connsiteY2" fmla="*/ 2799080 h 3336290"/>
                <a:gd name="connsiteX3" fmla="*/ 817894 w 2195843"/>
                <a:gd name="connsiteY3" fmla="*/ 2349500 h 3336290"/>
                <a:gd name="connsiteX4" fmla="*/ 817894 w 2195843"/>
                <a:gd name="connsiteY4" fmla="*/ 2349500 h 3336290"/>
                <a:gd name="connsiteX5" fmla="*/ 14 w 2195843"/>
                <a:gd name="connsiteY5" fmla="*/ 1367790 h 3336290"/>
                <a:gd name="connsiteX6" fmla="*/ 363234 w 2195843"/>
                <a:gd name="connsiteY6" fmla="*/ 603250 h 3336290"/>
                <a:gd name="connsiteX7" fmla="*/ 363234 w 2195843"/>
                <a:gd name="connsiteY7" fmla="*/ 603250 h 3336290"/>
                <a:gd name="connsiteX8" fmla="*/ 363234 w 2195843"/>
                <a:gd name="connsiteY8" fmla="*/ 603250 h 3336290"/>
                <a:gd name="connsiteX9" fmla="*/ 364504 w 2195843"/>
                <a:gd name="connsiteY9" fmla="*/ 601980 h 3336290"/>
                <a:gd name="connsiteX10" fmla="*/ 806464 w 2195843"/>
                <a:gd name="connsiteY10" fmla="*/ 0 h 3336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95843" h="3336290">
                  <a:moveTo>
                    <a:pt x="2195844" y="3329940"/>
                  </a:moveTo>
                  <a:cubicBezTo>
                    <a:pt x="2162824" y="3333750"/>
                    <a:pt x="2128534" y="3336290"/>
                    <a:pt x="2094244" y="3336290"/>
                  </a:cubicBezTo>
                  <a:cubicBezTo>
                    <a:pt x="1755154" y="3335020"/>
                    <a:pt x="1470674" y="3107690"/>
                    <a:pt x="1377964" y="2799080"/>
                  </a:cubicBezTo>
                  <a:cubicBezTo>
                    <a:pt x="1290334" y="2504440"/>
                    <a:pt x="1220484" y="2421890"/>
                    <a:pt x="817894" y="2349500"/>
                  </a:cubicBezTo>
                  <a:lnTo>
                    <a:pt x="817894" y="2349500"/>
                  </a:lnTo>
                  <a:cubicBezTo>
                    <a:pt x="351804" y="2265680"/>
                    <a:pt x="-2526" y="1858010"/>
                    <a:pt x="14" y="1367790"/>
                  </a:cubicBezTo>
                  <a:cubicBezTo>
                    <a:pt x="1284" y="1059180"/>
                    <a:pt x="142254" y="784860"/>
                    <a:pt x="363234" y="603250"/>
                  </a:cubicBezTo>
                  <a:lnTo>
                    <a:pt x="363234" y="603250"/>
                  </a:lnTo>
                  <a:cubicBezTo>
                    <a:pt x="363234" y="603250"/>
                    <a:pt x="363234" y="603250"/>
                    <a:pt x="363234" y="603250"/>
                  </a:cubicBezTo>
                  <a:cubicBezTo>
                    <a:pt x="363234" y="603250"/>
                    <a:pt x="364504" y="601980"/>
                    <a:pt x="364504" y="601980"/>
                  </a:cubicBezTo>
                  <a:cubicBezTo>
                    <a:pt x="599454" y="408940"/>
                    <a:pt x="746774" y="205740"/>
                    <a:pt x="80646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26">
              <a:extLst>
                <a:ext uri="{FF2B5EF4-FFF2-40B4-BE49-F238E27FC236}">
                  <a16:creationId xmlns:a16="http://schemas.microsoft.com/office/drawing/2014/main" id="{3B220283-8FE5-E220-47CC-39A6E6994927}"/>
                </a:ext>
              </a:extLst>
            </p:cNvPr>
            <p:cNvSpPr/>
            <p:nvPr/>
          </p:nvSpPr>
          <p:spPr>
            <a:xfrm>
              <a:off x="10138406" y="0"/>
              <a:ext cx="2053593" cy="3120389"/>
            </a:xfrm>
            <a:custGeom>
              <a:avLst/>
              <a:gdLst>
                <a:gd name="connsiteX0" fmla="*/ 2053594 w 2053593"/>
                <a:gd name="connsiteY0" fmla="*/ 3115310 h 3120389"/>
                <a:gd name="connsiteX1" fmla="*/ 1964694 w 2053593"/>
                <a:gd name="connsiteY1" fmla="*/ 3120390 h 3120389"/>
                <a:gd name="connsiteX2" fmla="*/ 1292864 w 2053593"/>
                <a:gd name="connsiteY2" fmla="*/ 2616200 h 3120389"/>
                <a:gd name="connsiteX3" fmla="*/ 767084 w 2053593"/>
                <a:gd name="connsiteY3" fmla="*/ 2194560 h 3120389"/>
                <a:gd name="connsiteX4" fmla="*/ 767084 w 2053593"/>
                <a:gd name="connsiteY4" fmla="*/ 2194560 h 3120389"/>
                <a:gd name="connsiteX5" fmla="*/ 4 w 2053593"/>
                <a:gd name="connsiteY5" fmla="*/ 1273810 h 3120389"/>
                <a:gd name="connsiteX6" fmla="*/ 340363 w 2053593"/>
                <a:gd name="connsiteY6" fmla="*/ 556260 h 3120389"/>
                <a:gd name="connsiteX7" fmla="*/ 340363 w 2053593"/>
                <a:gd name="connsiteY7" fmla="*/ 556260 h 3120389"/>
                <a:gd name="connsiteX8" fmla="*/ 340363 w 2053593"/>
                <a:gd name="connsiteY8" fmla="*/ 556260 h 3120389"/>
                <a:gd name="connsiteX9" fmla="*/ 341634 w 2053593"/>
                <a:gd name="connsiteY9" fmla="*/ 554990 h 3120389"/>
                <a:gd name="connsiteX10" fmla="*/ 754384 w 2053593"/>
                <a:gd name="connsiteY10" fmla="*/ 0 h 312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53593" h="3120389">
                  <a:moveTo>
                    <a:pt x="2053594" y="3115310"/>
                  </a:moveTo>
                  <a:cubicBezTo>
                    <a:pt x="2024384" y="3119120"/>
                    <a:pt x="1995174" y="3120390"/>
                    <a:pt x="1964694" y="3120390"/>
                  </a:cubicBezTo>
                  <a:cubicBezTo>
                    <a:pt x="1645924" y="3119120"/>
                    <a:pt x="1379224" y="2907030"/>
                    <a:pt x="1292864" y="2616200"/>
                  </a:cubicBezTo>
                  <a:cubicBezTo>
                    <a:pt x="1211584" y="2340610"/>
                    <a:pt x="1145544" y="2263140"/>
                    <a:pt x="767084" y="2194560"/>
                  </a:cubicBezTo>
                  <a:lnTo>
                    <a:pt x="767084" y="2194560"/>
                  </a:lnTo>
                  <a:cubicBezTo>
                    <a:pt x="330204" y="2117090"/>
                    <a:pt x="-1266" y="1733550"/>
                    <a:pt x="4" y="1273810"/>
                  </a:cubicBezTo>
                  <a:cubicBezTo>
                    <a:pt x="1274" y="984250"/>
                    <a:pt x="133354" y="727710"/>
                    <a:pt x="340363" y="556260"/>
                  </a:cubicBezTo>
                  <a:lnTo>
                    <a:pt x="340363" y="556260"/>
                  </a:lnTo>
                  <a:cubicBezTo>
                    <a:pt x="340363" y="556260"/>
                    <a:pt x="340363" y="556260"/>
                    <a:pt x="340363" y="556260"/>
                  </a:cubicBezTo>
                  <a:cubicBezTo>
                    <a:pt x="340363" y="556260"/>
                    <a:pt x="341634" y="554990"/>
                    <a:pt x="341634" y="554990"/>
                  </a:cubicBezTo>
                  <a:cubicBezTo>
                    <a:pt x="560074" y="378460"/>
                    <a:pt x="697234" y="190500"/>
                    <a:pt x="75438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27">
              <a:extLst>
                <a:ext uri="{FF2B5EF4-FFF2-40B4-BE49-F238E27FC236}">
                  <a16:creationId xmlns:a16="http://schemas.microsoft.com/office/drawing/2014/main" id="{BDB57F72-FD2E-2252-5FDC-F9EA0FE5FE61}"/>
                </a:ext>
              </a:extLst>
            </p:cNvPr>
            <p:cNvSpPr/>
            <p:nvPr/>
          </p:nvSpPr>
          <p:spPr>
            <a:xfrm>
              <a:off x="10283186" y="0"/>
              <a:ext cx="1908813" cy="2904489"/>
            </a:xfrm>
            <a:custGeom>
              <a:avLst/>
              <a:gdLst>
                <a:gd name="connsiteX0" fmla="*/ 1908814 w 1908813"/>
                <a:gd name="connsiteY0" fmla="*/ 2900680 h 2904489"/>
                <a:gd name="connsiteX1" fmla="*/ 1832614 w 1908813"/>
                <a:gd name="connsiteY1" fmla="*/ 2904490 h 2904489"/>
                <a:gd name="connsiteX2" fmla="*/ 1206504 w 1908813"/>
                <a:gd name="connsiteY2" fmla="*/ 2434590 h 2904489"/>
                <a:gd name="connsiteX3" fmla="*/ 716283 w 1908813"/>
                <a:gd name="connsiteY3" fmla="*/ 2040890 h 2904489"/>
                <a:gd name="connsiteX4" fmla="*/ 716283 w 1908813"/>
                <a:gd name="connsiteY4" fmla="*/ 2040890 h 2904489"/>
                <a:gd name="connsiteX5" fmla="*/ 4 w 1908813"/>
                <a:gd name="connsiteY5" fmla="*/ 1182370 h 2904489"/>
                <a:gd name="connsiteX6" fmla="*/ 317504 w 1908813"/>
                <a:gd name="connsiteY6" fmla="*/ 513080 h 2904489"/>
                <a:gd name="connsiteX7" fmla="*/ 317504 w 1908813"/>
                <a:gd name="connsiteY7" fmla="*/ 513080 h 2904489"/>
                <a:gd name="connsiteX8" fmla="*/ 317504 w 1908813"/>
                <a:gd name="connsiteY8" fmla="*/ 513080 h 2904489"/>
                <a:gd name="connsiteX9" fmla="*/ 318774 w 1908813"/>
                <a:gd name="connsiteY9" fmla="*/ 511810 h 2904489"/>
                <a:gd name="connsiteX10" fmla="*/ 701044 w 1908813"/>
                <a:gd name="connsiteY10" fmla="*/ 0 h 2904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8813" h="2904489">
                  <a:moveTo>
                    <a:pt x="1908814" y="2900680"/>
                  </a:moveTo>
                  <a:cubicBezTo>
                    <a:pt x="1883414" y="2903220"/>
                    <a:pt x="1858014" y="2904490"/>
                    <a:pt x="1832614" y="2904490"/>
                  </a:cubicBezTo>
                  <a:cubicBezTo>
                    <a:pt x="1535433" y="2903220"/>
                    <a:pt x="1286514" y="2705100"/>
                    <a:pt x="1206504" y="2434590"/>
                  </a:cubicBezTo>
                  <a:cubicBezTo>
                    <a:pt x="1130304" y="2176780"/>
                    <a:pt x="1069344" y="2104390"/>
                    <a:pt x="716283" y="2040890"/>
                  </a:cubicBezTo>
                  <a:lnTo>
                    <a:pt x="716283" y="2040890"/>
                  </a:lnTo>
                  <a:cubicBezTo>
                    <a:pt x="308614" y="1968500"/>
                    <a:pt x="-1267" y="1610360"/>
                    <a:pt x="4" y="1182370"/>
                  </a:cubicBezTo>
                  <a:cubicBezTo>
                    <a:pt x="1274" y="913130"/>
                    <a:pt x="124464" y="671830"/>
                    <a:pt x="317504" y="513080"/>
                  </a:cubicBezTo>
                  <a:lnTo>
                    <a:pt x="317504" y="513080"/>
                  </a:lnTo>
                  <a:cubicBezTo>
                    <a:pt x="317504" y="513080"/>
                    <a:pt x="317504" y="513080"/>
                    <a:pt x="317504" y="513080"/>
                  </a:cubicBezTo>
                  <a:cubicBezTo>
                    <a:pt x="317504" y="513080"/>
                    <a:pt x="318774" y="513080"/>
                    <a:pt x="318774" y="511810"/>
                  </a:cubicBezTo>
                  <a:cubicBezTo>
                    <a:pt x="518164" y="347980"/>
                    <a:pt x="645164" y="175260"/>
                    <a:pt x="70104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28">
              <a:extLst>
                <a:ext uri="{FF2B5EF4-FFF2-40B4-BE49-F238E27FC236}">
                  <a16:creationId xmlns:a16="http://schemas.microsoft.com/office/drawing/2014/main" id="{7D0AFB7D-27E1-B78E-D9D9-F5AD1C634108}"/>
                </a:ext>
              </a:extLst>
            </p:cNvPr>
            <p:cNvSpPr/>
            <p:nvPr/>
          </p:nvSpPr>
          <p:spPr>
            <a:xfrm>
              <a:off x="10426695" y="0"/>
              <a:ext cx="1765304" cy="2689088"/>
            </a:xfrm>
            <a:custGeom>
              <a:avLst/>
              <a:gdLst>
                <a:gd name="connsiteX0" fmla="*/ 1765304 w 1765304"/>
                <a:gd name="connsiteY0" fmla="*/ 2686050 h 2689088"/>
                <a:gd name="connsiteX1" fmla="*/ 1701804 w 1765304"/>
                <a:gd name="connsiteY1" fmla="*/ 2688590 h 2689088"/>
                <a:gd name="connsiteX2" fmla="*/ 1120144 w 1765304"/>
                <a:gd name="connsiteY2" fmla="*/ 2251710 h 2689088"/>
                <a:gd name="connsiteX3" fmla="*/ 665485 w 1765304"/>
                <a:gd name="connsiteY3" fmla="*/ 1887220 h 2689088"/>
                <a:gd name="connsiteX4" fmla="*/ 665485 w 1765304"/>
                <a:gd name="connsiteY4" fmla="*/ 1887220 h 2689088"/>
                <a:gd name="connsiteX5" fmla="*/ 4 w 1765304"/>
                <a:gd name="connsiteY5" fmla="*/ 1089660 h 2689088"/>
                <a:gd name="connsiteX6" fmla="*/ 294644 w 1765304"/>
                <a:gd name="connsiteY6" fmla="*/ 468630 h 2689088"/>
                <a:gd name="connsiteX7" fmla="*/ 294644 w 1765304"/>
                <a:gd name="connsiteY7" fmla="*/ 468630 h 2689088"/>
                <a:gd name="connsiteX8" fmla="*/ 294644 w 1765304"/>
                <a:gd name="connsiteY8" fmla="*/ 468630 h 2689088"/>
                <a:gd name="connsiteX9" fmla="*/ 295914 w 1765304"/>
                <a:gd name="connsiteY9" fmla="*/ 467360 h 2689088"/>
                <a:gd name="connsiteX10" fmla="*/ 647704 w 1765304"/>
                <a:gd name="connsiteY10" fmla="*/ 0 h 2689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65304" h="2689088">
                  <a:moveTo>
                    <a:pt x="1765304" y="2686050"/>
                  </a:moveTo>
                  <a:cubicBezTo>
                    <a:pt x="1744985" y="2688590"/>
                    <a:pt x="1723394" y="2689860"/>
                    <a:pt x="1701804" y="2688590"/>
                  </a:cubicBezTo>
                  <a:cubicBezTo>
                    <a:pt x="1426214" y="2687320"/>
                    <a:pt x="1195074" y="2503170"/>
                    <a:pt x="1120144" y="2251710"/>
                  </a:cubicBezTo>
                  <a:cubicBezTo>
                    <a:pt x="1049024" y="2012950"/>
                    <a:pt x="993144" y="1945640"/>
                    <a:pt x="665485" y="1887220"/>
                  </a:cubicBezTo>
                  <a:lnTo>
                    <a:pt x="665485" y="1887220"/>
                  </a:lnTo>
                  <a:cubicBezTo>
                    <a:pt x="287024" y="1819910"/>
                    <a:pt x="-1266" y="1488440"/>
                    <a:pt x="4" y="1089660"/>
                  </a:cubicBezTo>
                  <a:cubicBezTo>
                    <a:pt x="1274" y="839470"/>
                    <a:pt x="115574" y="615950"/>
                    <a:pt x="294644" y="468630"/>
                  </a:cubicBezTo>
                  <a:lnTo>
                    <a:pt x="294644" y="468630"/>
                  </a:lnTo>
                  <a:cubicBezTo>
                    <a:pt x="294644" y="468630"/>
                    <a:pt x="294644" y="468630"/>
                    <a:pt x="294644" y="468630"/>
                  </a:cubicBezTo>
                  <a:cubicBezTo>
                    <a:pt x="294644" y="468630"/>
                    <a:pt x="295914" y="468630"/>
                    <a:pt x="295914" y="467360"/>
                  </a:cubicBezTo>
                  <a:cubicBezTo>
                    <a:pt x="477524" y="316230"/>
                    <a:pt x="595635" y="160020"/>
                    <a:pt x="64770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" name="Freeform 29">
              <a:extLst>
                <a:ext uri="{FF2B5EF4-FFF2-40B4-BE49-F238E27FC236}">
                  <a16:creationId xmlns:a16="http://schemas.microsoft.com/office/drawing/2014/main" id="{91BDEFA7-527F-5EB3-F15F-FC9A3DDC1A18}"/>
                </a:ext>
              </a:extLst>
            </p:cNvPr>
            <p:cNvSpPr/>
            <p:nvPr/>
          </p:nvSpPr>
          <p:spPr>
            <a:xfrm>
              <a:off x="10570205" y="-1270"/>
              <a:ext cx="1621794" cy="2473959"/>
            </a:xfrm>
            <a:custGeom>
              <a:avLst/>
              <a:gdLst>
                <a:gd name="connsiteX0" fmla="*/ 1621795 w 1621794"/>
                <a:gd name="connsiteY0" fmla="*/ 2471420 h 2473959"/>
                <a:gd name="connsiteX1" fmla="*/ 1570995 w 1621794"/>
                <a:gd name="connsiteY1" fmla="*/ 2473960 h 2473959"/>
                <a:gd name="connsiteX2" fmla="*/ 1033785 w 1621794"/>
                <a:gd name="connsiteY2" fmla="*/ 2070100 h 2473959"/>
                <a:gd name="connsiteX3" fmla="*/ 613414 w 1621794"/>
                <a:gd name="connsiteY3" fmla="*/ 1733550 h 2473959"/>
                <a:gd name="connsiteX4" fmla="*/ 613414 w 1621794"/>
                <a:gd name="connsiteY4" fmla="*/ 1733550 h 2473959"/>
                <a:gd name="connsiteX5" fmla="*/ 5 w 1621794"/>
                <a:gd name="connsiteY5" fmla="*/ 996950 h 2473959"/>
                <a:gd name="connsiteX6" fmla="*/ 271785 w 1621794"/>
                <a:gd name="connsiteY6" fmla="*/ 422910 h 2473959"/>
                <a:gd name="connsiteX7" fmla="*/ 271785 w 1621794"/>
                <a:gd name="connsiteY7" fmla="*/ 422910 h 2473959"/>
                <a:gd name="connsiteX8" fmla="*/ 271785 w 1621794"/>
                <a:gd name="connsiteY8" fmla="*/ 422910 h 2473959"/>
                <a:gd name="connsiteX9" fmla="*/ 273055 w 1621794"/>
                <a:gd name="connsiteY9" fmla="*/ 421640 h 2473959"/>
                <a:gd name="connsiteX10" fmla="*/ 594364 w 1621794"/>
                <a:gd name="connsiteY10" fmla="*/ 0 h 24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1794" h="2473959">
                  <a:moveTo>
                    <a:pt x="1621795" y="2471420"/>
                  </a:moveTo>
                  <a:cubicBezTo>
                    <a:pt x="1605285" y="2472690"/>
                    <a:pt x="1587505" y="2473960"/>
                    <a:pt x="1570995" y="2473960"/>
                  </a:cubicBezTo>
                  <a:cubicBezTo>
                    <a:pt x="1316995" y="2472690"/>
                    <a:pt x="1102364" y="2302510"/>
                    <a:pt x="1033785" y="2070100"/>
                  </a:cubicBezTo>
                  <a:cubicBezTo>
                    <a:pt x="967745" y="1849120"/>
                    <a:pt x="915675" y="1786890"/>
                    <a:pt x="613414" y="1733550"/>
                  </a:cubicBezTo>
                  <a:lnTo>
                    <a:pt x="613414" y="1733550"/>
                  </a:lnTo>
                  <a:cubicBezTo>
                    <a:pt x="264164" y="1671320"/>
                    <a:pt x="-1265" y="1365250"/>
                    <a:pt x="5" y="996950"/>
                  </a:cubicBezTo>
                  <a:cubicBezTo>
                    <a:pt x="1275" y="765810"/>
                    <a:pt x="106685" y="560070"/>
                    <a:pt x="271785" y="422910"/>
                  </a:cubicBezTo>
                  <a:lnTo>
                    <a:pt x="271785" y="422910"/>
                  </a:lnTo>
                  <a:cubicBezTo>
                    <a:pt x="271785" y="422910"/>
                    <a:pt x="271785" y="422910"/>
                    <a:pt x="271785" y="422910"/>
                  </a:cubicBezTo>
                  <a:cubicBezTo>
                    <a:pt x="271785" y="422910"/>
                    <a:pt x="271785" y="422910"/>
                    <a:pt x="273055" y="421640"/>
                  </a:cubicBezTo>
                  <a:cubicBezTo>
                    <a:pt x="438155" y="285750"/>
                    <a:pt x="544835" y="144780"/>
                    <a:pt x="59436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" name="Freeform 30">
              <a:extLst>
                <a:ext uri="{FF2B5EF4-FFF2-40B4-BE49-F238E27FC236}">
                  <a16:creationId xmlns:a16="http://schemas.microsoft.com/office/drawing/2014/main" id="{6E7657B8-8F44-DE16-CEBD-4C4318FECA89}"/>
                </a:ext>
              </a:extLst>
            </p:cNvPr>
            <p:cNvSpPr/>
            <p:nvPr/>
          </p:nvSpPr>
          <p:spPr>
            <a:xfrm>
              <a:off x="10713714" y="1270"/>
              <a:ext cx="1478285" cy="2255519"/>
            </a:xfrm>
            <a:custGeom>
              <a:avLst/>
              <a:gdLst>
                <a:gd name="connsiteX0" fmla="*/ 1478285 w 1478285"/>
                <a:gd name="connsiteY0" fmla="*/ 2254250 h 2255519"/>
                <a:gd name="connsiteX1" fmla="*/ 1440185 w 1478285"/>
                <a:gd name="connsiteY1" fmla="*/ 2255520 h 2255519"/>
                <a:gd name="connsiteX2" fmla="*/ 947425 w 1478285"/>
                <a:gd name="connsiteY2" fmla="*/ 1885950 h 2255519"/>
                <a:gd name="connsiteX3" fmla="*/ 562616 w 1478285"/>
                <a:gd name="connsiteY3" fmla="*/ 1577340 h 2255519"/>
                <a:gd name="connsiteX4" fmla="*/ 562616 w 1478285"/>
                <a:gd name="connsiteY4" fmla="*/ 1577340 h 2255519"/>
                <a:gd name="connsiteX5" fmla="*/ 5 w 1478285"/>
                <a:gd name="connsiteY5" fmla="*/ 902970 h 2255519"/>
                <a:gd name="connsiteX6" fmla="*/ 248925 w 1478285"/>
                <a:gd name="connsiteY6" fmla="*/ 377190 h 2255519"/>
                <a:gd name="connsiteX7" fmla="*/ 248925 w 1478285"/>
                <a:gd name="connsiteY7" fmla="*/ 377190 h 2255519"/>
                <a:gd name="connsiteX8" fmla="*/ 248925 w 1478285"/>
                <a:gd name="connsiteY8" fmla="*/ 377190 h 2255519"/>
                <a:gd name="connsiteX9" fmla="*/ 250195 w 1478285"/>
                <a:gd name="connsiteY9" fmla="*/ 375920 h 2255519"/>
                <a:gd name="connsiteX10" fmla="*/ 541025 w 1478285"/>
                <a:gd name="connsiteY10" fmla="*/ 0 h 2255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8285" h="2255519">
                  <a:moveTo>
                    <a:pt x="1478285" y="2254250"/>
                  </a:moveTo>
                  <a:cubicBezTo>
                    <a:pt x="1465585" y="2255520"/>
                    <a:pt x="1452885" y="2255520"/>
                    <a:pt x="1440185" y="2255520"/>
                  </a:cubicBezTo>
                  <a:cubicBezTo>
                    <a:pt x="1206505" y="2254250"/>
                    <a:pt x="1010925" y="2099310"/>
                    <a:pt x="947425" y="1885950"/>
                  </a:cubicBezTo>
                  <a:cubicBezTo>
                    <a:pt x="887735" y="1684020"/>
                    <a:pt x="839475" y="1626870"/>
                    <a:pt x="562616" y="1577340"/>
                  </a:cubicBezTo>
                  <a:lnTo>
                    <a:pt x="562616" y="1577340"/>
                  </a:lnTo>
                  <a:cubicBezTo>
                    <a:pt x="241305" y="1520190"/>
                    <a:pt x="-1265" y="1239520"/>
                    <a:pt x="5" y="902970"/>
                  </a:cubicBezTo>
                  <a:cubicBezTo>
                    <a:pt x="1275" y="690880"/>
                    <a:pt x="97795" y="501650"/>
                    <a:pt x="248925" y="377190"/>
                  </a:cubicBezTo>
                  <a:lnTo>
                    <a:pt x="248925" y="377190"/>
                  </a:lnTo>
                  <a:cubicBezTo>
                    <a:pt x="248925" y="377190"/>
                    <a:pt x="248925" y="377190"/>
                    <a:pt x="248925" y="377190"/>
                  </a:cubicBezTo>
                  <a:cubicBezTo>
                    <a:pt x="248925" y="377190"/>
                    <a:pt x="248925" y="377190"/>
                    <a:pt x="250195" y="375920"/>
                  </a:cubicBezTo>
                  <a:cubicBezTo>
                    <a:pt x="397516" y="255270"/>
                    <a:pt x="494035" y="128270"/>
                    <a:pt x="541025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31">
              <a:extLst>
                <a:ext uri="{FF2B5EF4-FFF2-40B4-BE49-F238E27FC236}">
                  <a16:creationId xmlns:a16="http://schemas.microsoft.com/office/drawing/2014/main" id="{DE25019B-94D2-3DA2-F953-AE87671B1931}"/>
                </a:ext>
              </a:extLst>
            </p:cNvPr>
            <p:cNvSpPr/>
            <p:nvPr/>
          </p:nvSpPr>
          <p:spPr>
            <a:xfrm>
              <a:off x="10857224" y="0"/>
              <a:ext cx="1334775" cy="2040889"/>
            </a:xfrm>
            <a:custGeom>
              <a:avLst/>
              <a:gdLst>
                <a:gd name="connsiteX0" fmla="*/ 1334775 w 1334775"/>
                <a:gd name="connsiteY0" fmla="*/ 2039620 h 2040889"/>
                <a:gd name="connsiteX1" fmla="*/ 1309375 w 1334775"/>
                <a:gd name="connsiteY1" fmla="*/ 2040890 h 2040889"/>
                <a:gd name="connsiteX2" fmla="*/ 862335 w 1334775"/>
                <a:gd name="connsiteY2" fmla="*/ 1704340 h 2040889"/>
                <a:gd name="connsiteX3" fmla="*/ 511815 w 1334775"/>
                <a:gd name="connsiteY3" fmla="*/ 1423670 h 2040889"/>
                <a:gd name="connsiteX4" fmla="*/ 511815 w 1334775"/>
                <a:gd name="connsiteY4" fmla="*/ 1423670 h 2040889"/>
                <a:gd name="connsiteX5" fmla="*/ 5 w 1334775"/>
                <a:gd name="connsiteY5" fmla="*/ 810260 h 2040889"/>
                <a:gd name="connsiteX6" fmla="*/ 227335 w 1334775"/>
                <a:gd name="connsiteY6" fmla="*/ 332740 h 2040889"/>
                <a:gd name="connsiteX7" fmla="*/ 227335 w 1334775"/>
                <a:gd name="connsiteY7" fmla="*/ 332740 h 2040889"/>
                <a:gd name="connsiteX8" fmla="*/ 227335 w 1334775"/>
                <a:gd name="connsiteY8" fmla="*/ 332740 h 2040889"/>
                <a:gd name="connsiteX9" fmla="*/ 228605 w 1334775"/>
                <a:gd name="connsiteY9" fmla="*/ 331470 h 2040889"/>
                <a:gd name="connsiteX10" fmla="*/ 488955 w 1334775"/>
                <a:gd name="connsiteY10" fmla="*/ 0 h 2040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775" h="2040889">
                  <a:moveTo>
                    <a:pt x="1334775" y="2039620"/>
                  </a:moveTo>
                  <a:cubicBezTo>
                    <a:pt x="1325885" y="2039620"/>
                    <a:pt x="1318265" y="2040890"/>
                    <a:pt x="1309375" y="2040890"/>
                  </a:cubicBezTo>
                  <a:cubicBezTo>
                    <a:pt x="1097285" y="2039620"/>
                    <a:pt x="919485" y="1898650"/>
                    <a:pt x="862335" y="1704340"/>
                  </a:cubicBezTo>
                  <a:cubicBezTo>
                    <a:pt x="807725" y="1520190"/>
                    <a:pt x="764545" y="1469390"/>
                    <a:pt x="511815" y="1423670"/>
                  </a:cubicBezTo>
                  <a:lnTo>
                    <a:pt x="511815" y="1423670"/>
                  </a:lnTo>
                  <a:cubicBezTo>
                    <a:pt x="219715" y="1371600"/>
                    <a:pt x="-1265" y="1116330"/>
                    <a:pt x="5" y="810260"/>
                  </a:cubicBezTo>
                  <a:cubicBezTo>
                    <a:pt x="5" y="617220"/>
                    <a:pt x="88905" y="445770"/>
                    <a:pt x="227335" y="332740"/>
                  </a:cubicBezTo>
                  <a:lnTo>
                    <a:pt x="227335" y="332740"/>
                  </a:lnTo>
                  <a:cubicBezTo>
                    <a:pt x="227335" y="332740"/>
                    <a:pt x="227335" y="332740"/>
                    <a:pt x="227335" y="332740"/>
                  </a:cubicBezTo>
                  <a:cubicBezTo>
                    <a:pt x="227335" y="332740"/>
                    <a:pt x="227335" y="332740"/>
                    <a:pt x="228605" y="331470"/>
                  </a:cubicBezTo>
                  <a:cubicBezTo>
                    <a:pt x="358145" y="224790"/>
                    <a:pt x="444505" y="113030"/>
                    <a:pt x="488955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32">
              <a:extLst>
                <a:ext uri="{FF2B5EF4-FFF2-40B4-BE49-F238E27FC236}">
                  <a16:creationId xmlns:a16="http://schemas.microsoft.com/office/drawing/2014/main" id="{FB7C46AE-716D-D45C-E5EE-28308308E11B}"/>
                </a:ext>
              </a:extLst>
            </p:cNvPr>
            <p:cNvSpPr/>
            <p:nvPr/>
          </p:nvSpPr>
          <p:spPr>
            <a:xfrm>
              <a:off x="11000740" y="1270"/>
              <a:ext cx="1191259" cy="1823719"/>
            </a:xfrm>
            <a:custGeom>
              <a:avLst/>
              <a:gdLst>
                <a:gd name="connsiteX0" fmla="*/ 1191260 w 1191259"/>
                <a:gd name="connsiteY0" fmla="*/ 1823720 h 1823719"/>
                <a:gd name="connsiteX1" fmla="*/ 1178560 w 1191259"/>
                <a:gd name="connsiteY1" fmla="*/ 1823720 h 1823719"/>
                <a:gd name="connsiteX2" fmla="*/ 775970 w 1191259"/>
                <a:gd name="connsiteY2" fmla="*/ 1521460 h 1823719"/>
                <a:gd name="connsiteX3" fmla="*/ 461010 w 1191259"/>
                <a:gd name="connsiteY3" fmla="*/ 1268730 h 1823719"/>
                <a:gd name="connsiteX4" fmla="*/ 461010 w 1191259"/>
                <a:gd name="connsiteY4" fmla="*/ 1268730 h 1823719"/>
                <a:gd name="connsiteX5" fmla="*/ 0 w 1191259"/>
                <a:gd name="connsiteY5" fmla="*/ 716280 h 1823719"/>
                <a:gd name="connsiteX6" fmla="*/ 204470 w 1191259"/>
                <a:gd name="connsiteY6" fmla="*/ 285750 h 1823719"/>
                <a:gd name="connsiteX7" fmla="*/ 204470 w 1191259"/>
                <a:gd name="connsiteY7" fmla="*/ 285750 h 1823719"/>
                <a:gd name="connsiteX8" fmla="*/ 204470 w 1191259"/>
                <a:gd name="connsiteY8" fmla="*/ 285750 h 1823719"/>
                <a:gd name="connsiteX9" fmla="*/ 205740 w 1191259"/>
                <a:gd name="connsiteY9" fmla="*/ 285750 h 1823719"/>
                <a:gd name="connsiteX10" fmla="*/ 435610 w 1191259"/>
                <a:gd name="connsiteY10" fmla="*/ 0 h 1823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1259" h="1823719">
                  <a:moveTo>
                    <a:pt x="1191260" y="1823720"/>
                  </a:moveTo>
                  <a:cubicBezTo>
                    <a:pt x="1187450" y="1823720"/>
                    <a:pt x="1182370" y="1823720"/>
                    <a:pt x="1178560" y="1823720"/>
                  </a:cubicBezTo>
                  <a:cubicBezTo>
                    <a:pt x="988060" y="1823720"/>
                    <a:pt x="826770" y="1695450"/>
                    <a:pt x="775970" y="1521460"/>
                  </a:cubicBezTo>
                  <a:cubicBezTo>
                    <a:pt x="726440" y="1356360"/>
                    <a:pt x="687070" y="1309370"/>
                    <a:pt x="461010" y="1268730"/>
                  </a:cubicBezTo>
                  <a:lnTo>
                    <a:pt x="461010" y="1268730"/>
                  </a:lnTo>
                  <a:cubicBezTo>
                    <a:pt x="198120" y="1221740"/>
                    <a:pt x="0" y="991870"/>
                    <a:pt x="0" y="716280"/>
                  </a:cubicBezTo>
                  <a:cubicBezTo>
                    <a:pt x="0" y="542290"/>
                    <a:pt x="80010" y="388620"/>
                    <a:pt x="204470" y="285750"/>
                  </a:cubicBezTo>
                  <a:lnTo>
                    <a:pt x="204470" y="285750"/>
                  </a:lnTo>
                  <a:cubicBezTo>
                    <a:pt x="204470" y="285750"/>
                    <a:pt x="204470" y="285750"/>
                    <a:pt x="204470" y="285750"/>
                  </a:cubicBezTo>
                  <a:cubicBezTo>
                    <a:pt x="204470" y="285750"/>
                    <a:pt x="204470" y="285750"/>
                    <a:pt x="205740" y="285750"/>
                  </a:cubicBezTo>
                  <a:cubicBezTo>
                    <a:pt x="317500" y="193040"/>
                    <a:pt x="393700" y="97790"/>
                    <a:pt x="435610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33">
              <a:extLst>
                <a:ext uri="{FF2B5EF4-FFF2-40B4-BE49-F238E27FC236}">
                  <a16:creationId xmlns:a16="http://schemas.microsoft.com/office/drawing/2014/main" id="{55ACDE3D-7E2C-8EAE-3F19-79C9EF8D5B10}"/>
                </a:ext>
              </a:extLst>
            </p:cNvPr>
            <p:cNvSpPr/>
            <p:nvPr/>
          </p:nvSpPr>
          <p:spPr>
            <a:xfrm>
              <a:off x="11144243" y="0"/>
              <a:ext cx="1047756" cy="1609089"/>
            </a:xfrm>
            <a:custGeom>
              <a:avLst/>
              <a:gdLst>
                <a:gd name="connsiteX0" fmla="*/ 1047757 w 1047756"/>
                <a:gd name="connsiteY0" fmla="*/ 1609090 h 1609089"/>
                <a:gd name="connsiteX1" fmla="*/ 1047757 w 1047756"/>
                <a:gd name="connsiteY1" fmla="*/ 1609090 h 1609089"/>
                <a:gd name="connsiteX2" fmla="*/ 689617 w 1047756"/>
                <a:gd name="connsiteY2" fmla="*/ 1339850 h 1609089"/>
                <a:gd name="connsiteX3" fmla="*/ 408947 w 1047756"/>
                <a:gd name="connsiteY3" fmla="*/ 1115060 h 1609089"/>
                <a:gd name="connsiteX4" fmla="*/ 408947 w 1047756"/>
                <a:gd name="connsiteY4" fmla="*/ 1115060 h 1609089"/>
                <a:gd name="connsiteX5" fmla="*/ 7 w 1047756"/>
                <a:gd name="connsiteY5" fmla="*/ 623570 h 1609089"/>
                <a:gd name="connsiteX6" fmla="*/ 181617 w 1047756"/>
                <a:gd name="connsiteY6" fmla="*/ 241300 h 1609089"/>
                <a:gd name="connsiteX7" fmla="*/ 181617 w 1047756"/>
                <a:gd name="connsiteY7" fmla="*/ 241300 h 1609089"/>
                <a:gd name="connsiteX8" fmla="*/ 181617 w 1047756"/>
                <a:gd name="connsiteY8" fmla="*/ 241300 h 1609089"/>
                <a:gd name="connsiteX9" fmla="*/ 181617 w 1047756"/>
                <a:gd name="connsiteY9" fmla="*/ 241300 h 1609089"/>
                <a:gd name="connsiteX10" fmla="*/ 379737 w 1047756"/>
                <a:gd name="connsiteY10" fmla="*/ 0 h 1609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7756" h="1609089">
                  <a:moveTo>
                    <a:pt x="1047757" y="1609090"/>
                  </a:moveTo>
                  <a:cubicBezTo>
                    <a:pt x="1047757" y="1609090"/>
                    <a:pt x="1047757" y="1609090"/>
                    <a:pt x="1047757" y="1609090"/>
                  </a:cubicBezTo>
                  <a:cubicBezTo>
                    <a:pt x="877577" y="1609090"/>
                    <a:pt x="735337" y="1494790"/>
                    <a:pt x="689617" y="1339850"/>
                  </a:cubicBezTo>
                  <a:cubicBezTo>
                    <a:pt x="646437" y="1192530"/>
                    <a:pt x="610877" y="1151890"/>
                    <a:pt x="408947" y="1115060"/>
                  </a:cubicBezTo>
                  <a:lnTo>
                    <a:pt x="408947" y="1115060"/>
                  </a:lnTo>
                  <a:cubicBezTo>
                    <a:pt x="175267" y="1073150"/>
                    <a:pt x="-1263" y="868680"/>
                    <a:pt x="7" y="623570"/>
                  </a:cubicBezTo>
                  <a:cubicBezTo>
                    <a:pt x="7" y="469900"/>
                    <a:pt x="71126" y="331470"/>
                    <a:pt x="181617" y="241300"/>
                  </a:cubicBezTo>
                  <a:lnTo>
                    <a:pt x="181617" y="241300"/>
                  </a:lnTo>
                  <a:cubicBezTo>
                    <a:pt x="181617" y="241300"/>
                    <a:pt x="181617" y="241300"/>
                    <a:pt x="181617" y="241300"/>
                  </a:cubicBezTo>
                  <a:cubicBezTo>
                    <a:pt x="181617" y="241300"/>
                    <a:pt x="181617" y="241300"/>
                    <a:pt x="181617" y="241300"/>
                  </a:cubicBezTo>
                  <a:cubicBezTo>
                    <a:pt x="275597" y="163830"/>
                    <a:pt x="341637" y="82550"/>
                    <a:pt x="379737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" name="Freeform 34">
              <a:extLst>
                <a:ext uri="{FF2B5EF4-FFF2-40B4-BE49-F238E27FC236}">
                  <a16:creationId xmlns:a16="http://schemas.microsoft.com/office/drawing/2014/main" id="{3159250D-B54D-A856-13C4-8B825F2834E4}"/>
                </a:ext>
              </a:extLst>
            </p:cNvPr>
            <p:cNvSpPr/>
            <p:nvPr/>
          </p:nvSpPr>
          <p:spPr>
            <a:xfrm>
              <a:off x="11287752" y="0"/>
              <a:ext cx="904247" cy="1391919"/>
            </a:xfrm>
            <a:custGeom>
              <a:avLst/>
              <a:gdLst>
                <a:gd name="connsiteX0" fmla="*/ 904248 w 904247"/>
                <a:gd name="connsiteY0" fmla="*/ 1391920 h 1391919"/>
                <a:gd name="connsiteX1" fmla="*/ 603258 w 904247"/>
                <a:gd name="connsiteY1" fmla="*/ 1156970 h 1391919"/>
                <a:gd name="connsiteX2" fmla="*/ 358148 w 904247"/>
                <a:gd name="connsiteY2" fmla="*/ 960120 h 1391919"/>
                <a:gd name="connsiteX3" fmla="*/ 358148 w 904247"/>
                <a:gd name="connsiteY3" fmla="*/ 960120 h 1391919"/>
                <a:gd name="connsiteX4" fmla="*/ 8 w 904247"/>
                <a:gd name="connsiteY4" fmla="*/ 530860 h 1391919"/>
                <a:gd name="connsiteX5" fmla="*/ 158758 w 904247"/>
                <a:gd name="connsiteY5" fmla="*/ 195580 h 1391919"/>
                <a:gd name="connsiteX6" fmla="*/ 158758 w 904247"/>
                <a:gd name="connsiteY6" fmla="*/ 195580 h 1391919"/>
                <a:gd name="connsiteX7" fmla="*/ 158758 w 904247"/>
                <a:gd name="connsiteY7" fmla="*/ 195580 h 1391919"/>
                <a:gd name="connsiteX8" fmla="*/ 158758 w 904247"/>
                <a:gd name="connsiteY8" fmla="*/ 195580 h 1391919"/>
                <a:gd name="connsiteX9" fmla="*/ 325128 w 904247"/>
                <a:gd name="connsiteY9" fmla="*/ 0 h 139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4247" h="1391919">
                  <a:moveTo>
                    <a:pt x="904248" y="1391920"/>
                  </a:moveTo>
                  <a:cubicBezTo>
                    <a:pt x="760738" y="1385570"/>
                    <a:pt x="642628" y="1289050"/>
                    <a:pt x="603258" y="1156970"/>
                  </a:cubicBezTo>
                  <a:cubicBezTo>
                    <a:pt x="565158" y="1028700"/>
                    <a:pt x="534678" y="991870"/>
                    <a:pt x="358148" y="960120"/>
                  </a:cubicBezTo>
                  <a:lnTo>
                    <a:pt x="358148" y="960120"/>
                  </a:lnTo>
                  <a:cubicBezTo>
                    <a:pt x="153678" y="923290"/>
                    <a:pt x="-1262" y="745490"/>
                    <a:pt x="8" y="530860"/>
                  </a:cubicBezTo>
                  <a:cubicBezTo>
                    <a:pt x="8" y="396240"/>
                    <a:pt x="62238" y="275590"/>
                    <a:pt x="158758" y="195580"/>
                  </a:cubicBezTo>
                  <a:lnTo>
                    <a:pt x="158758" y="195580"/>
                  </a:lnTo>
                  <a:cubicBezTo>
                    <a:pt x="158758" y="195580"/>
                    <a:pt x="158758" y="195580"/>
                    <a:pt x="158758" y="195580"/>
                  </a:cubicBezTo>
                  <a:cubicBezTo>
                    <a:pt x="158758" y="195580"/>
                    <a:pt x="158758" y="195580"/>
                    <a:pt x="158758" y="195580"/>
                  </a:cubicBezTo>
                  <a:cubicBezTo>
                    <a:pt x="234958" y="132080"/>
                    <a:pt x="290838" y="67310"/>
                    <a:pt x="32512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" name="Freeform 35">
              <a:extLst>
                <a:ext uri="{FF2B5EF4-FFF2-40B4-BE49-F238E27FC236}">
                  <a16:creationId xmlns:a16="http://schemas.microsoft.com/office/drawing/2014/main" id="{AE9F5008-CC00-1EFA-5F67-18303DEC1C22}"/>
                </a:ext>
              </a:extLst>
            </p:cNvPr>
            <p:cNvSpPr/>
            <p:nvPr/>
          </p:nvSpPr>
          <p:spPr>
            <a:xfrm>
              <a:off x="11431269" y="0"/>
              <a:ext cx="762000" cy="1174750"/>
            </a:xfrm>
            <a:custGeom>
              <a:avLst/>
              <a:gdLst>
                <a:gd name="connsiteX0" fmla="*/ 269240 w 762000"/>
                <a:gd name="connsiteY0" fmla="*/ 0 h 1174750"/>
                <a:gd name="connsiteX1" fmla="*/ 135890 w 762000"/>
                <a:gd name="connsiteY1" fmla="*/ 149860 h 1174750"/>
                <a:gd name="connsiteX2" fmla="*/ 135890 w 762000"/>
                <a:gd name="connsiteY2" fmla="*/ 149860 h 1174750"/>
                <a:gd name="connsiteX3" fmla="*/ 135890 w 762000"/>
                <a:gd name="connsiteY3" fmla="*/ 149860 h 1174750"/>
                <a:gd name="connsiteX4" fmla="*/ 135890 w 762000"/>
                <a:gd name="connsiteY4" fmla="*/ 149860 h 1174750"/>
                <a:gd name="connsiteX5" fmla="*/ 0 w 762000"/>
                <a:gd name="connsiteY5" fmla="*/ 436880 h 1174750"/>
                <a:gd name="connsiteX6" fmla="*/ 307340 w 762000"/>
                <a:gd name="connsiteY6" fmla="*/ 805180 h 1174750"/>
                <a:gd name="connsiteX7" fmla="*/ 307340 w 762000"/>
                <a:gd name="connsiteY7" fmla="*/ 805180 h 1174750"/>
                <a:gd name="connsiteX8" fmla="*/ 518161 w 762000"/>
                <a:gd name="connsiteY8" fmla="*/ 974090 h 1174750"/>
                <a:gd name="connsiteX9" fmla="*/ 762000 w 762000"/>
                <a:gd name="connsiteY9" fmla="*/ 1174750 h 1174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0" h="1174750">
                  <a:moveTo>
                    <a:pt x="269240" y="0"/>
                  </a:moveTo>
                  <a:cubicBezTo>
                    <a:pt x="240030" y="50800"/>
                    <a:pt x="195580" y="101600"/>
                    <a:pt x="135890" y="149860"/>
                  </a:cubicBezTo>
                  <a:cubicBezTo>
                    <a:pt x="135890" y="149860"/>
                    <a:pt x="135890" y="149860"/>
                    <a:pt x="135890" y="149860"/>
                  </a:cubicBezTo>
                  <a:cubicBezTo>
                    <a:pt x="135890" y="149860"/>
                    <a:pt x="135890" y="149860"/>
                    <a:pt x="135890" y="149860"/>
                  </a:cubicBezTo>
                  <a:lnTo>
                    <a:pt x="135890" y="149860"/>
                  </a:lnTo>
                  <a:cubicBezTo>
                    <a:pt x="53340" y="218440"/>
                    <a:pt x="0" y="321310"/>
                    <a:pt x="0" y="436880"/>
                  </a:cubicBezTo>
                  <a:cubicBezTo>
                    <a:pt x="0" y="621030"/>
                    <a:pt x="132080" y="773430"/>
                    <a:pt x="307340" y="805180"/>
                  </a:cubicBezTo>
                  <a:lnTo>
                    <a:pt x="307340" y="805180"/>
                  </a:lnTo>
                  <a:cubicBezTo>
                    <a:pt x="458470" y="831850"/>
                    <a:pt x="485140" y="863600"/>
                    <a:pt x="518161" y="974090"/>
                  </a:cubicBezTo>
                  <a:cubicBezTo>
                    <a:pt x="549911" y="1082040"/>
                    <a:pt x="645161" y="1163320"/>
                    <a:pt x="762000" y="117475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36">
              <a:extLst>
                <a:ext uri="{FF2B5EF4-FFF2-40B4-BE49-F238E27FC236}">
                  <a16:creationId xmlns:a16="http://schemas.microsoft.com/office/drawing/2014/main" id="{44B024D0-785A-B4B6-FFD2-9CE70514B3F0}"/>
                </a:ext>
              </a:extLst>
            </p:cNvPr>
            <p:cNvSpPr/>
            <p:nvPr/>
          </p:nvSpPr>
          <p:spPr>
            <a:xfrm>
              <a:off x="11576050" y="0"/>
              <a:ext cx="618490" cy="957580"/>
            </a:xfrm>
            <a:custGeom>
              <a:avLst/>
              <a:gdLst>
                <a:gd name="connsiteX0" fmla="*/ 210820 w 618490"/>
                <a:gd name="connsiteY0" fmla="*/ 0 h 957580"/>
                <a:gd name="connsiteX1" fmla="*/ 113030 w 618490"/>
                <a:gd name="connsiteY1" fmla="*/ 105410 h 957580"/>
                <a:gd name="connsiteX2" fmla="*/ 113030 w 618490"/>
                <a:gd name="connsiteY2" fmla="*/ 105410 h 957580"/>
                <a:gd name="connsiteX3" fmla="*/ 113030 w 618490"/>
                <a:gd name="connsiteY3" fmla="*/ 105410 h 957580"/>
                <a:gd name="connsiteX4" fmla="*/ 113030 w 618490"/>
                <a:gd name="connsiteY4" fmla="*/ 105410 h 957580"/>
                <a:gd name="connsiteX5" fmla="*/ 0 w 618490"/>
                <a:gd name="connsiteY5" fmla="*/ 344170 h 957580"/>
                <a:gd name="connsiteX6" fmla="*/ 256540 w 618490"/>
                <a:gd name="connsiteY6" fmla="*/ 651510 h 957580"/>
                <a:gd name="connsiteX7" fmla="*/ 256540 w 618490"/>
                <a:gd name="connsiteY7" fmla="*/ 651510 h 957580"/>
                <a:gd name="connsiteX8" fmla="*/ 431800 w 618490"/>
                <a:gd name="connsiteY8" fmla="*/ 792480 h 957580"/>
                <a:gd name="connsiteX9" fmla="*/ 618490 w 618490"/>
                <a:gd name="connsiteY9" fmla="*/ 957580 h 95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490" h="957580">
                  <a:moveTo>
                    <a:pt x="210820" y="0"/>
                  </a:moveTo>
                  <a:cubicBezTo>
                    <a:pt x="186690" y="35560"/>
                    <a:pt x="153670" y="71120"/>
                    <a:pt x="113030" y="105410"/>
                  </a:cubicBezTo>
                  <a:cubicBezTo>
                    <a:pt x="113030" y="105410"/>
                    <a:pt x="113030" y="105410"/>
                    <a:pt x="113030" y="105410"/>
                  </a:cubicBezTo>
                  <a:cubicBezTo>
                    <a:pt x="113030" y="105410"/>
                    <a:pt x="113030" y="105410"/>
                    <a:pt x="113030" y="105410"/>
                  </a:cubicBezTo>
                  <a:lnTo>
                    <a:pt x="113030" y="105410"/>
                  </a:lnTo>
                  <a:cubicBezTo>
                    <a:pt x="44450" y="162560"/>
                    <a:pt x="0" y="247650"/>
                    <a:pt x="0" y="344170"/>
                  </a:cubicBezTo>
                  <a:cubicBezTo>
                    <a:pt x="0" y="497840"/>
                    <a:pt x="110490" y="624840"/>
                    <a:pt x="256540" y="651510"/>
                  </a:cubicBezTo>
                  <a:lnTo>
                    <a:pt x="256540" y="651510"/>
                  </a:lnTo>
                  <a:cubicBezTo>
                    <a:pt x="382270" y="674370"/>
                    <a:pt x="403860" y="699770"/>
                    <a:pt x="431800" y="792480"/>
                  </a:cubicBezTo>
                  <a:cubicBezTo>
                    <a:pt x="457200" y="877570"/>
                    <a:pt x="528320" y="942340"/>
                    <a:pt x="618490" y="95758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37">
              <a:extLst>
                <a:ext uri="{FF2B5EF4-FFF2-40B4-BE49-F238E27FC236}">
                  <a16:creationId xmlns:a16="http://schemas.microsoft.com/office/drawing/2014/main" id="{8A01E5FA-49AD-8D61-1B3F-E2A956E751A9}"/>
                </a:ext>
              </a:extLst>
            </p:cNvPr>
            <p:cNvSpPr/>
            <p:nvPr/>
          </p:nvSpPr>
          <p:spPr>
            <a:xfrm>
              <a:off x="11718290" y="0"/>
              <a:ext cx="472440" cy="736600"/>
            </a:xfrm>
            <a:custGeom>
              <a:avLst/>
              <a:gdLst>
                <a:gd name="connsiteX0" fmla="*/ 152400 w 472440"/>
                <a:gd name="connsiteY0" fmla="*/ 0 h 736600"/>
                <a:gd name="connsiteX1" fmla="*/ 91440 w 472440"/>
                <a:gd name="connsiteY1" fmla="*/ 59690 h 736600"/>
                <a:gd name="connsiteX2" fmla="*/ 91440 w 472440"/>
                <a:gd name="connsiteY2" fmla="*/ 59690 h 736600"/>
                <a:gd name="connsiteX3" fmla="*/ 91440 w 472440"/>
                <a:gd name="connsiteY3" fmla="*/ 59690 h 736600"/>
                <a:gd name="connsiteX4" fmla="*/ 91440 w 472440"/>
                <a:gd name="connsiteY4" fmla="*/ 59690 h 736600"/>
                <a:gd name="connsiteX5" fmla="*/ 0 w 472440"/>
                <a:gd name="connsiteY5" fmla="*/ 251460 h 736600"/>
                <a:gd name="connsiteX6" fmla="*/ 204470 w 472440"/>
                <a:gd name="connsiteY6" fmla="*/ 496570 h 736600"/>
                <a:gd name="connsiteX7" fmla="*/ 204470 w 472440"/>
                <a:gd name="connsiteY7" fmla="*/ 496570 h 736600"/>
                <a:gd name="connsiteX8" fmla="*/ 344170 w 472440"/>
                <a:gd name="connsiteY8" fmla="*/ 609600 h 736600"/>
                <a:gd name="connsiteX9" fmla="*/ 472440 w 472440"/>
                <a:gd name="connsiteY9" fmla="*/ 736600 h 736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2440" h="736600">
                  <a:moveTo>
                    <a:pt x="152400" y="0"/>
                  </a:moveTo>
                  <a:cubicBezTo>
                    <a:pt x="135890" y="20320"/>
                    <a:pt x="115570" y="40640"/>
                    <a:pt x="91440" y="59690"/>
                  </a:cubicBezTo>
                  <a:cubicBezTo>
                    <a:pt x="91440" y="59690"/>
                    <a:pt x="91440" y="59690"/>
                    <a:pt x="91440" y="59690"/>
                  </a:cubicBezTo>
                  <a:cubicBezTo>
                    <a:pt x="91440" y="59690"/>
                    <a:pt x="91440" y="59690"/>
                    <a:pt x="91440" y="59690"/>
                  </a:cubicBezTo>
                  <a:lnTo>
                    <a:pt x="91440" y="59690"/>
                  </a:lnTo>
                  <a:cubicBezTo>
                    <a:pt x="35560" y="105410"/>
                    <a:pt x="1270" y="173990"/>
                    <a:pt x="0" y="251460"/>
                  </a:cubicBezTo>
                  <a:cubicBezTo>
                    <a:pt x="0" y="374650"/>
                    <a:pt x="87630" y="476250"/>
                    <a:pt x="204470" y="496570"/>
                  </a:cubicBezTo>
                  <a:lnTo>
                    <a:pt x="204470" y="496570"/>
                  </a:lnTo>
                  <a:cubicBezTo>
                    <a:pt x="304800" y="514350"/>
                    <a:pt x="322580" y="535940"/>
                    <a:pt x="344170" y="609600"/>
                  </a:cubicBezTo>
                  <a:cubicBezTo>
                    <a:pt x="361950" y="670560"/>
                    <a:pt x="411480" y="718820"/>
                    <a:pt x="472440" y="7366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" name="Freeform 38">
              <a:extLst>
                <a:ext uri="{FF2B5EF4-FFF2-40B4-BE49-F238E27FC236}">
                  <a16:creationId xmlns:a16="http://schemas.microsoft.com/office/drawing/2014/main" id="{96434063-3DA7-6CE3-ABC6-3E81448C69D1}"/>
                </a:ext>
              </a:extLst>
            </p:cNvPr>
            <p:cNvSpPr/>
            <p:nvPr/>
          </p:nvSpPr>
          <p:spPr>
            <a:xfrm>
              <a:off x="11861800" y="0"/>
              <a:ext cx="330200" cy="511809"/>
            </a:xfrm>
            <a:custGeom>
              <a:avLst/>
              <a:gdLst>
                <a:gd name="connsiteX0" fmla="*/ 85090 w 330200"/>
                <a:gd name="connsiteY0" fmla="*/ 0 h 511809"/>
                <a:gd name="connsiteX1" fmla="*/ 68580 w 330200"/>
                <a:gd name="connsiteY1" fmla="*/ 15240 h 511809"/>
                <a:gd name="connsiteX2" fmla="*/ 68580 w 330200"/>
                <a:gd name="connsiteY2" fmla="*/ 15240 h 511809"/>
                <a:gd name="connsiteX3" fmla="*/ 68580 w 330200"/>
                <a:gd name="connsiteY3" fmla="*/ 15240 h 511809"/>
                <a:gd name="connsiteX4" fmla="*/ 68580 w 330200"/>
                <a:gd name="connsiteY4" fmla="*/ 15240 h 511809"/>
                <a:gd name="connsiteX5" fmla="*/ 0 w 330200"/>
                <a:gd name="connsiteY5" fmla="*/ 158750 h 511809"/>
                <a:gd name="connsiteX6" fmla="*/ 153670 w 330200"/>
                <a:gd name="connsiteY6" fmla="*/ 342900 h 511809"/>
                <a:gd name="connsiteX7" fmla="*/ 153670 w 330200"/>
                <a:gd name="connsiteY7" fmla="*/ 342900 h 511809"/>
                <a:gd name="connsiteX8" fmla="*/ 259080 w 330200"/>
                <a:gd name="connsiteY8" fmla="*/ 426720 h 511809"/>
                <a:gd name="connsiteX9" fmla="*/ 330200 w 330200"/>
                <a:gd name="connsiteY9" fmla="*/ 511810 h 511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0200" h="511809">
                  <a:moveTo>
                    <a:pt x="85090" y="0"/>
                  </a:moveTo>
                  <a:cubicBezTo>
                    <a:pt x="80010" y="5080"/>
                    <a:pt x="73660" y="10160"/>
                    <a:pt x="68580" y="15240"/>
                  </a:cubicBezTo>
                  <a:cubicBezTo>
                    <a:pt x="68580" y="15240"/>
                    <a:pt x="68580" y="15240"/>
                    <a:pt x="68580" y="15240"/>
                  </a:cubicBezTo>
                  <a:cubicBezTo>
                    <a:pt x="68580" y="15240"/>
                    <a:pt x="68580" y="15240"/>
                    <a:pt x="68580" y="15240"/>
                  </a:cubicBezTo>
                  <a:lnTo>
                    <a:pt x="68580" y="15240"/>
                  </a:lnTo>
                  <a:cubicBezTo>
                    <a:pt x="26670" y="49530"/>
                    <a:pt x="0" y="101600"/>
                    <a:pt x="0" y="158750"/>
                  </a:cubicBezTo>
                  <a:cubicBezTo>
                    <a:pt x="0" y="251460"/>
                    <a:pt x="66040" y="327660"/>
                    <a:pt x="153670" y="342900"/>
                  </a:cubicBezTo>
                  <a:lnTo>
                    <a:pt x="153670" y="342900"/>
                  </a:lnTo>
                  <a:cubicBezTo>
                    <a:pt x="229870" y="356870"/>
                    <a:pt x="242570" y="372110"/>
                    <a:pt x="259080" y="426720"/>
                  </a:cubicBezTo>
                  <a:cubicBezTo>
                    <a:pt x="270510" y="463550"/>
                    <a:pt x="295910" y="495300"/>
                    <a:pt x="330200" y="51181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" name="Freeform 39">
              <a:extLst>
                <a:ext uri="{FF2B5EF4-FFF2-40B4-BE49-F238E27FC236}">
                  <a16:creationId xmlns:a16="http://schemas.microsoft.com/office/drawing/2014/main" id="{6E97B6A9-B686-196D-B51D-60AC9EA0C61E}"/>
                </a:ext>
              </a:extLst>
            </p:cNvPr>
            <p:cNvSpPr/>
            <p:nvPr/>
          </p:nvSpPr>
          <p:spPr>
            <a:xfrm>
              <a:off x="12005309" y="0"/>
              <a:ext cx="186690" cy="273050"/>
            </a:xfrm>
            <a:custGeom>
              <a:avLst/>
              <a:gdLst>
                <a:gd name="connsiteX0" fmla="*/ 19050 w 186690"/>
                <a:gd name="connsiteY0" fmla="*/ 0 h 273050"/>
                <a:gd name="connsiteX1" fmla="*/ 0 w 186690"/>
                <a:gd name="connsiteY1" fmla="*/ 66040 h 273050"/>
                <a:gd name="connsiteX2" fmla="*/ 102870 w 186690"/>
                <a:gd name="connsiteY2" fmla="*/ 189230 h 273050"/>
                <a:gd name="connsiteX3" fmla="*/ 102870 w 186690"/>
                <a:gd name="connsiteY3" fmla="*/ 189230 h 273050"/>
                <a:gd name="connsiteX4" fmla="*/ 172720 w 186690"/>
                <a:gd name="connsiteY4" fmla="*/ 245110 h 273050"/>
                <a:gd name="connsiteX5" fmla="*/ 186690 w 186690"/>
                <a:gd name="connsiteY5" fmla="*/ 273050 h 27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690" h="273050">
                  <a:moveTo>
                    <a:pt x="19050" y="0"/>
                  </a:moveTo>
                  <a:cubicBezTo>
                    <a:pt x="7620" y="19050"/>
                    <a:pt x="0" y="41910"/>
                    <a:pt x="0" y="66040"/>
                  </a:cubicBezTo>
                  <a:cubicBezTo>
                    <a:pt x="0" y="127000"/>
                    <a:pt x="44450" y="179070"/>
                    <a:pt x="102870" y="189230"/>
                  </a:cubicBezTo>
                  <a:lnTo>
                    <a:pt x="102870" y="189230"/>
                  </a:lnTo>
                  <a:cubicBezTo>
                    <a:pt x="153670" y="198120"/>
                    <a:pt x="162560" y="208280"/>
                    <a:pt x="172720" y="245110"/>
                  </a:cubicBezTo>
                  <a:cubicBezTo>
                    <a:pt x="175260" y="255270"/>
                    <a:pt x="180340" y="264160"/>
                    <a:pt x="186690" y="27305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" name="Freeform 40">
              <a:extLst>
                <a:ext uri="{FF2B5EF4-FFF2-40B4-BE49-F238E27FC236}">
                  <a16:creationId xmlns:a16="http://schemas.microsoft.com/office/drawing/2014/main" id="{35AE6930-1381-335B-110C-16352926EAB3}"/>
                </a:ext>
              </a:extLst>
            </p:cNvPr>
            <p:cNvSpPr/>
            <p:nvPr/>
          </p:nvSpPr>
          <p:spPr>
            <a:xfrm>
              <a:off x="12155169" y="0"/>
              <a:ext cx="36830" cy="31750"/>
            </a:xfrm>
            <a:custGeom>
              <a:avLst/>
              <a:gdLst>
                <a:gd name="connsiteX0" fmla="*/ 0 w 36830"/>
                <a:gd name="connsiteY0" fmla="*/ 0 h 31750"/>
                <a:gd name="connsiteX1" fmla="*/ 36830 w 36830"/>
                <a:gd name="connsiteY1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830" h="31750">
                  <a:moveTo>
                    <a:pt x="0" y="0"/>
                  </a:moveTo>
                  <a:cubicBezTo>
                    <a:pt x="7620" y="15240"/>
                    <a:pt x="20320" y="26670"/>
                    <a:pt x="36830" y="3175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65" name="subtitle">
            <a:extLst>
              <a:ext uri="{FF2B5EF4-FFF2-40B4-BE49-F238E27FC236}">
                <a16:creationId xmlns:a16="http://schemas.microsoft.com/office/drawing/2014/main" id="{24BBF85F-CCE6-44E7-C627-CC3E4647BA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5220000"/>
            <a:ext cx="6120000" cy="90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4pPr>
              <a:defRPr lang="en-US" dirty="0"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endParaRPr lang="de-DE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3BC3BCD8-A855-5678-25AE-D2E54EED1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032000"/>
            <a:ext cx="6120000" cy="864000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0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DD89440-F2F5-D4C4-310C-AC38DD644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2034456"/>
            <a:ext cx="6120000" cy="1745544"/>
          </a:xfrm>
        </p:spPr>
        <p:txBody>
          <a:bodyPr vert="horz" anchor="b"/>
          <a:lstStyle>
            <a:lvl1pPr algn="l">
              <a:lnSpc>
                <a:spcPts val="4000"/>
              </a:lnSpc>
              <a:defRPr sz="3600">
                <a:gradFill>
                  <a:gsLst>
                    <a:gs pos="0">
                      <a:srgbClr val="EF4251"/>
                    </a:gs>
                    <a:gs pos="100000">
                      <a:srgbClr val="F4704D"/>
                    </a:gs>
                  </a:gsLst>
                  <a:lin ang="18900000" scaled="0"/>
                </a:gradFill>
              </a:defRPr>
            </a:lvl1pPr>
          </a:lstStyle>
          <a:p>
            <a:endParaRPr lang="en-US" dirty="0"/>
          </a:p>
        </p:txBody>
      </p:sp>
      <p:pic>
        <p:nvPicPr>
          <p:cNvPr id="55" name="valantic logo">
            <a:extLst>
              <a:ext uri="{FF2B5EF4-FFF2-40B4-BE49-F238E27FC236}">
                <a16:creationId xmlns:a16="http://schemas.microsoft.com/office/drawing/2014/main" id="{F7AE2AE6-2DD6-B611-8273-3605A63BC1C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526" y="123982"/>
            <a:ext cx="2802006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168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01 : BASIC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42826565-22D1-A6D9-E69E-FC3884F2F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29835EC-9E23-87A7-80E6-A5CEE24E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B18CB97-40F3-25CD-59A6-30585954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4" name="content">
            <a:extLst>
              <a:ext uri="{FF2B5EF4-FFF2-40B4-BE49-F238E27FC236}">
                <a16:creationId xmlns:a16="http://schemas.microsoft.com/office/drawing/2014/main" id="{438C11ED-D1E2-4D8E-7E92-53DCAC4E4B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76000"/>
            <a:ext cx="11088000" cy="468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0"/>
            <a:endParaRPr lang="en-US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20" name="navigation">
            <a:extLst>
              <a:ext uri="{FF2B5EF4-FFF2-40B4-BE49-F238E27FC236}">
                <a16:creationId xmlns:a16="http://schemas.microsoft.com/office/drawing/2014/main" id="{8661E367-96D6-2142-39BA-981B1B0BED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6102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01 : BASIC :  Notes :  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42826565-22D1-A6D9-E69E-FC3884F2F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29835EC-9E23-87A7-80E6-A5CEE24E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B18CB97-40F3-25CD-59A6-30585954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F870429-46EB-BE76-31CB-B332FCD029B0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40000" y="5831998"/>
            <a:ext cx="11124000" cy="360001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4">
                    <a:lumMod val="75000"/>
                  </a:schemeClr>
                </a:solidFill>
              </a:defRPr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14" name="content">
            <a:extLst>
              <a:ext uri="{FF2B5EF4-FFF2-40B4-BE49-F238E27FC236}">
                <a16:creationId xmlns:a16="http://schemas.microsoft.com/office/drawing/2014/main" id="{438C11ED-D1E2-4D8E-7E92-53DCAC4E4B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76000"/>
            <a:ext cx="11088000" cy="432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20" name="navigation">
            <a:extLst>
              <a:ext uri="{FF2B5EF4-FFF2-40B4-BE49-F238E27FC236}">
                <a16:creationId xmlns:a16="http://schemas.microsoft.com/office/drawing/2014/main" id="{8661E367-96D6-2142-39BA-981B1B0BED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892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02 :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>
            <a:extLst>
              <a:ext uri="{FF2B5EF4-FFF2-40B4-BE49-F238E27FC236}">
                <a16:creationId xmlns:a16="http://schemas.microsoft.com/office/drawing/2014/main" id="{BC8BA2C0-FF86-7160-B605-4AFD8142A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268B1DC0-E2F4-964B-BEBC-F781A34B4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020BFB18-B358-A527-A325-CBA53A65B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" name="content 2">
            <a:extLst>
              <a:ext uri="{FF2B5EF4-FFF2-40B4-BE49-F238E27FC236}">
                <a16:creationId xmlns:a16="http://schemas.microsoft.com/office/drawing/2014/main" id="{77A29EE5-2B1C-3EC4-6F36-6ECBC9D69F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238863" y="1475999"/>
            <a:ext cx="5400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75999"/>
            <a:ext cx="5400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4" name="navigation">
            <a:extLst>
              <a:ext uri="{FF2B5EF4-FFF2-40B4-BE49-F238E27FC236}">
                <a16:creationId xmlns:a16="http://schemas.microsoft.com/office/drawing/2014/main" id="{79A22A29-99E1-FF73-A871-F1978668B4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9641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03 :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>
            <a:extLst>
              <a:ext uri="{FF2B5EF4-FFF2-40B4-BE49-F238E27FC236}">
                <a16:creationId xmlns:a16="http://schemas.microsoft.com/office/drawing/2014/main" id="{BC8BA2C0-FF86-7160-B605-4AFD8142A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268B1DC0-E2F4-964B-BEBC-F781A34B4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020BFB18-B358-A527-A325-CBA53A65B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4" name="content 3">
            <a:extLst>
              <a:ext uri="{FF2B5EF4-FFF2-40B4-BE49-F238E27FC236}">
                <a16:creationId xmlns:a16="http://schemas.microsoft.com/office/drawing/2014/main" id="{0F189F99-D754-4356-5E4B-0F553CC9C35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218863" y="1475999"/>
            <a:ext cx="3420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5" name="content 2">
            <a:extLst>
              <a:ext uri="{FF2B5EF4-FFF2-40B4-BE49-F238E27FC236}">
                <a16:creationId xmlns:a16="http://schemas.microsoft.com/office/drawing/2014/main" id="{E416D4B1-C65A-8B1B-4587-A2B76A21509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4379432" y="1475999"/>
            <a:ext cx="3420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75999"/>
            <a:ext cx="3420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0" name="navigation">
            <a:extLst>
              <a:ext uri="{FF2B5EF4-FFF2-40B4-BE49-F238E27FC236}">
                <a16:creationId xmlns:a16="http://schemas.microsoft.com/office/drawing/2014/main" id="{39800D4B-C956-ED43-FFAD-502C654812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0319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04 : 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>
            <a:extLst>
              <a:ext uri="{FF2B5EF4-FFF2-40B4-BE49-F238E27FC236}">
                <a16:creationId xmlns:a16="http://schemas.microsoft.com/office/drawing/2014/main" id="{BC8BA2C0-FF86-7160-B605-4AFD8142A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268B1DC0-E2F4-964B-BEBC-F781A34B4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020BFB18-B358-A527-A325-CBA53A65B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4" name="content 4">
            <a:extLst>
              <a:ext uri="{FF2B5EF4-FFF2-40B4-BE49-F238E27FC236}">
                <a16:creationId xmlns:a16="http://schemas.microsoft.com/office/drawing/2014/main" id="{5EE633F2-AC7A-D97B-7978-6E92DA0F38F6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046863" y="1476000"/>
            <a:ext cx="2592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5" name="content 3">
            <a:extLst>
              <a:ext uri="{FF2B5EF4-FFF2-40B4-BE49-F238E27FC236}">
                <a16:creationId xmlns:a16="http://schemas.microsoft.com/office/drawing/2014/main" id="{753A6577-2DA8-2237-8AB2-C1AAFB2D3877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11242" y="1476000"/>
            <a:ext cx="2592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8" name="content 2">
            <a:extLst>
              <a:ext uri="{FF2B5EF4-FFF2-40B4-BE49-F238E27FC236}">
                <a16:creationId xmlns:a16="http://schemas.microsoft.com/office/drawing/2014/main" id="{11CD36D8-C304-2901-9EB1-6DC85DD65E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375621" y="1476000"/>
            <a:ext cx="2592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9" name="content 1">
            <a:extLst>
              <a:ext uri="{FF2B5EF4-FFF2-40B4-BE49-F238E27FC236}">
                <a16:creationId xmlns:a16="http://schemas.microsoft.com/office/drawing/2014/main" id="{C0E1B592-ED4C-E0B4-DB4E-8E6CC125D15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76000"/>
            <a:ext cx="2592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4" name="navigation">
            <a:extLst>
              <a:ext uri="{FF2B5EF4-FFF2-40B4-BE49-F238E27FC236}">
                <a16:creationId xmlns:a16="http://schemas.microsoft.com/office/drawing/2014/main" id="{B707E24C-A17A-BEC2-CD86-9580161C1D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4354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05 : 5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CF0F75B6-3EDE-F843-4662-8A1F50C18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847B67F7-92A3-77BE-E39C-D6653DB0D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8A607CBA-1A2F-48DC-062D-E74D1128C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5" name="content 5">
            <a:extLst>
              <a:ext uri="{FF2B5EF4-FFF2-40B4-BE49-F238E27FC236}">
                <a16:creationId xmlns:a16="http://schemas.microsoft.com/office/drawing/2014/main" id="{2A0D5407-F643-F9E8-6739-DC94AEDEB3C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9658863" y="1476000"/>
            <a:ext cx="1980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6" name="content 4">
            <a:extLst>
              <a:ext uri="{FF2B5EF4-FFF2-40B4-BE49-F238E27FC236}">
                <a16:creationId xmlns:a16="http://schemas.microsoft.com/office/drawing/2014/main" id="{B5886103-0D8E-5D01-3B87-1FDDA2E05BE4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379148" y="1476000"/>
            <a:ext cx="1980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4" name="content 3">
            <a:extLst>
              <a:ext uri="{FF2B5EF4-FFF2-40B4-BE49-F238E27FC236}">
                <a16:creationId xmlns:a16="http://schemas.microsoft.com/office/drawing/2014/main" id="{0F189F99-D754-4356-5E4B-0F553CC9C35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099432" y="1476000"/>
            <a:ext cx="1980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3" name="content 2">
            <a:extLst>
              <a:ext uri="{FF2B5EF4-FFF2-40B4-BE49-F238E27FC236}">
                <a16:creationId xmlns:a16="http://schemas.microsoft.com/office/drawing/2014/main" id="{77A29EE5-2B1C-3EC4-6F36-6ECBC9D69F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819716" y="1476000"/>
            <a:ext cx="1980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76000"/>
            <a:ext cx="1980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5" name="navigation">
            <a:extLst>
              <a:ext uri="{FF2B5EF4-FFF2-40B4-BE49-F238E27FC236}">
                <a16:creationId xmlns:a16="http://schemas.microsoft.com/office/drawing/2014/main" id="{0592B54A-D15F-F944-E463-F8CBBCFF914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7191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06 : 6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CF0F75B6-3EDE-F843-4662-8A1F50C18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847B67F7-92A3-77BE-E39C-D6653DB0D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8A607CBA-1A2F-48DC-062D-E74D1128C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9" name="content 6">
            <a:extLst>
              <a:ext uri="{FF2B5EF4-FFF2-40B4-BE49-F238E27FC236}">
                <a16:creationId xmlns:a16="http://schemas.microsoft.com/office/drawing/2014/main" id="{893D58FE-0196-E823-0665-65C00CFB1847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9900618" y="1476000"/>
            <a:ext cx="1728000" cy="468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nl-NL" noProof="0" dirty="0"/>
            </a:lvl5pPr>
            <a:lvl6pPr>
              <a:defRPr lang="nl-NL" noProof="0" dirty="0"/>
            </a:lvl6pPr>
            <a:lvl7pPr>
              <a:defRPr lang="nl-NL" noProof="0" dirty="0"/>
            </a:lvl7pPr>
            <a:lvl8pPr>
              <a:defRPr lang="nl-NL" noProof="0" dirty="0"/>
            </a:lvl8pPr>
            <a:lvl9pPr>
              <a:defRPr lang="nl-NL" noProof="0" dirty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content 5">
            <a:extLst>
              <a:ext uri="{FF2B5EF4-FFF2-40B4-BE49-F238E27FC236}">
                <a16:creationId xmlns:a16="http://schemas.microsoft.com/office/drawing/2014/main" id="{2A0D5407-F643-F9E8-6739-DC94AEDEB3C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028496" y="1476000"/>
            <a:ext cx="1728000" cy="468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nl-NL" noProof="0" dirty="0"/>
            </a:lvl5pPr>
            <a:lvl6pPr>
              <a:defRPr lang="nl-NL" noProof="0" dirty="0"/>
            </a:lvl6pPr>
            <a:lvl7pPr>
              <a:defRPr lang="nl-NL" noProof="0" dirty="0"/>
            </a:lvl7pPr>
            <a:lvl8pPr>
              <a:defRPr lang="nl-NL" noProof="0" dirty="0"/>
            </a:lvl8pPr>
            <a:lvl9pPr>
              <a:defRPr lang="nl-NL" noProof="0" dirty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4">
            <a:extLst>
              <a:ext uri="{FF2B5EF4-FFF2-40B4-BE49-F238E27FC236}">
                <a16:creationId xmlns:a16="http://schemas.microsoft.com/office/drawing/2014/main" id="{B5886103-0D8E-5D01-3B87-1FDDA2E05BE4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156372" y="1476000"/>
            <a:ext cx="1728000" cy="468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nl-NL" noProof="0" dirty="0"/>
            </a:lvl5pPr>
            <a:lvl6pPr>
              <a:defRPr lang="nl-NL" noProof="0" dirty="0"/>
            </a:lvl6pPr>
            <a:lvl7pPr>
              <a:defRPr lang="nl-NL" noProof="0" dirty="0"/>
            </a:lvl7pPr>
            <a:lvl8pPr>
              <a:defRPr lang="nl-NL" noProof="0" dirty="0"/>
            </a:lvl8pPr>
            <a:lvl9pPr>
              <a:defRPr lang="nl-NL" noProof="0" dirty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3">
            <a:extLst>
              <a:ext uri="{FF2B5EF4-FFF2-40B4-BE49-F238E27FC236}">
                <a16:creationId xmlns:a16="http://schemas.microsoft.com/office/drawing/2014/main" id="{0F189F99-D754-4356-5E4B-0F553CC9C35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284248" y="1476000"/>
            <a:ext cx="1728000" cy="468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nl-NL" noProof="0" dirty="0"/>
            </a:lvl5pPr>
            <a:lvl6pPr>
              <a:defRPr lang="nl-NL" noProof="0" dirty="0"/>
            </a:lvl6pPr>
            <a:lvl7pPr>
              <a:defRPr lang="nl-NL" noProof="0" dirty="0"/>
            </a:lvl7pPr>
            <a:lvl8pPr>
              <a:defRPr lang="nl-NL" noProof="0" dirty="0"/>
            </a:lvl8pPr>
            <a:lvl9pPr>
              <a:defRPr lang="nl-NL" noProof="0" dirty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2">
            <a:extLst>
              <a:ext uri="{FF2B5EF4-FFF2-40B4-BE49-F238E27FC236}">
                <a16:creationId xmlns:a16="http://schemas.microsoft.com/office/drawing/2014/main" id="{77A29EE5-2B1C-3EC4-6F36-6ECBC9D69F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412124" y="1476000"/>
            <a:ext cx="1728000" cy="468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nl-NL" noProof="0" dirty="0"/>
            </a:lvl5pPr>
            <a:lvl6pPr>
              <a:defRPr lang="nl-NL" noProof="0" dirty="0"/>
            </a:lvl6pPr>
            <a:lvl7pPr>
              <a:defRPr lang="nl-NL" noProof="0" dirty="0"/>
            </a:lvl7pPr>
            <a:lvl8pPr>
              <a:defRPr lang="nl-NL" noProof="0" dirty="0"/>
            </a:lvl8pPr>
            <a:lvl9pPr>
              <a:defRPr lang="nl-NL" noProof="0" dirty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76000"/>
            <a:ext cx="1728000" cy="468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nl-NL" noProof="0" dirty="0"/>
            </a:lvl5pPr>
            <a:lvl6pPr>
              <a:defRPr lang="nl-NL" noProof="0" dirty="0"/>
            </a:lvl6pPr>
            <a:lvl7pPr>
              <a:defRPr lang="nl-NL" noProof="0" dirty="0"/>
            </a:lvl7pPr>
            <a:lvl8pPr>
              <a:defRPr lang="nl-NL" noProof="0" dirty="0"/>
            </a:lvl8pPr>
            <a:lvl9pPr>
              <a:defRPr lang="nl-NL" noProof="0" dirty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618" y="622301"/>
            <a:ext cx="11088000" cy="6480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navigation">
            <a:extLst>
              <a:ext uri="{FF2B5EF4-FFF2-40B4-BE49-F238E27FC236}">
                <a16:creationId xmlns:a16="http://schemas.microsoft.com/office/drawing/2014/main" id="{5F2144B7-05FA-9A39-1950-AAFC1FABED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5132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 006 : 6 rectangl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78EE2D6-D24D-BA37-ABA6-646300685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footer">
            <a:extLst>
              <a:ext uri="{FF2B5EF4-FFF2-40B4-BE49-F238E27FC236}">
                <a16:creationId xmlns:a16="http://schemas.microsoft.com/office/drawing/2014/main" id="{DC5969B5-F0D2-CF3A-F4ED-F5344E082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15" name="date">
            <a:extLst>
              <a:ext uri="{FF2B5EF4-FFF2-40B4-BE49-F238E27FC236}">
                <a16:creationId xmlns:a16="http://schemas.microsoft.com/office/drawing/2014/main" id="{5F2B97CA-2092-323E-F00E-2C8F8CB8F0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6" name="content 6">
            <a:extLst>
              <a:ext uri="{FF2B5EF4-FFF2-40B4-BE49-F238E27FC236}">
                <a16:creationId xmlns:a16="http://schemas.microsoft.com/office/drawing/2014/main" id="{89C522B1-6801-8B41-4F5D-6C85B8AEBC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218863" y="3815998"/>
            <a:ext cx="3420000" cy="234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10" name="content 5">
            <a:extLst>
              <a:ext uri="{FF2B5EF4-FFF2-40B4-BE49-F238E27FC236}">
                <a16:creationId xmlns:a16="http://schemas.microsoft.com/office/drawing/2014/main" id="{38904F9D-F12D-C1A2-7570-9DC56D6DD69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379432" y="3815998"/>
            <a:ext cx="3420000" cy="234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nl-NL" noProof="0" dirty="0"/>
            </a:lvl9pPr>
          </a:lstStyle>
          <a:p>
            <a:pPr lvl="0"/>
            <a:endParaRPr lang="nl-NL" noProof="0" dirty="0"/>
          </a:p>
        </p:txBody>
      </p:sp>
      <p:sp>
        <p:nvSpPr>
          <p:cNvPr id="11" name="content 4">
            <a:extLst>
              <a:ext uri="{FF2B5EF4-FFF2-40B4-BE49-F238E27FC236}">
                <a16:creationId xmlns:a16="http://schemas.microsoft.com/office/drawing/2014/main" id="{16D0781B-9A31-08E8-DACA-4F56FD0EAC1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40000" y="3815998"/>
            <a:ext cx="3420000" cy="234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4" name="content 3">
            <a:extLst>
              <a:ext uri="{FF2B5EF4-FFF2-40B4-BE49-F238E27FC236}">
                <a16:creationId xmlns:a16="http://schemas.microsoft.com/office/drawing/2014/main" id="{0F189F99-D754-4356-5E4B-0F553CC9C35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218863" y="1475998"/>
            <a:ext cx="3420000" cy="234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3" name="content 2">
            <a:extLst>
              <a:ext uri="{FF2B5EF4-FFF2-40B4-BE49-F238E27FC236}">
                <a16:creationId xmlns:a16="http://schemas.microsoft.com/office/drawing/2014/main" id="{77A29EE5-2B1C-3EC4-6F36-6ECBC9D69F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379432" y="1475998"/>
            <a:ext cx="3420000" cy="234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nl-NL" noProof="0" dirty="0"/>
            </a:lvl9pPr>
          </a:lstStyle>
          <a:p>
            <a:pPr lvl="0"/>
            <a:endParaRPr lang="nl-NL" noProof="0" dirty="0"/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75998"/>
            <a:ext cx="3420000" cy="234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6" name="navigation">
            <a:extLst>
              <a:ext uri="{FF2B5EF4-FFF2-40B4-BE49-F238E27FC236}">
                <a16:creationId xmlns:a16="http://schemas.microsoft.com/office/drawing/2014/main" id="{AF8A3D53-63F4-8F23-80C6-458C2209C2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7084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07 :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42826565-22D1-A6D9-E69E-FC3884F2F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29835EC-9E23-87A7-80E6-A5CEE24E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B18CB97-40F3-25CD-59A6-30585954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0" name="navigation">
            <a:extLst>
              <a:ext uri="{FF2B5EF4-FFF2-40B4-BE49-F238E27FC236}">
                <a16:creationId xmlns:a16="http://schemas.microsoft.com/office/drawing/2014/main" id="{FD75E305-3A46-75FC-CE81-F575AAB126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293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08 :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A17B63CE-D09A-A5B2-92DE-97357DEAC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264ABE22-2F6A-7F37-B086-AE7A106AE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7E501AC6-15A5-DC2E-289E-6EB6F31C9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32176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09 : video full s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ilm">
            <a:extLst>
              <a:ext uri="{FF2B5EF4-FFF2-40B4-BE49-F238E27FC236}">
                <a16:creationId xmlns:a16="http://schemas.microsoft.com/office/drawing/2014/main" id="{0833981F-AEE0-01D6-B2C9-2F71CD5FE813}"/>
              </a:ext>
            </a:extLst>
          </p:cNvPr>
          <p:cNvSpPr>
            <a:spLocks noGrp="1"/>
          </p:cNvSpPr>
          <p:nvPr>
            <p:ph type="media" sz="quarter" idx="26"/>
          </p:nvPr>
        </p:nvSpPr>
        <p:spPr>
          <a:xfrm>
            <a:off x="0" y="0"/>
            <a:ext cx="12204000" cy="6858000"/>
          </a:xfrm>
        </p:spPr>
        <p:txBody>
          <a:bodyPr/>
          <a:lstStyle/>
          <a:p>
            <a:r>
              <a:rPr lang="de-DE"/>
              <a:t>Mediaclip durch Klicken auf Symbol hinzufügen</a:t>
            </a:r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73EA888E-C1BB-D71B-E0FC-835A13A60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960000"/>
            <a:ext cx="11088000" cy="2196000"/>
          </a:xfrm>
        </p:spPr>
        <p:txBody>
          <a:bodyPr vert="horz"/>
          <a:lstStyle>
            <a:lvl1pPr>
              <a:lnSpc>
                <a:spcPct val="100000"/>
              </a:lnSpc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980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10 : content : picture right 17c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number">
            <a:extLst>
              <a:ext uri="{FF2B5EF4-FFF2-40B4-BE49-F238E27FC236}">
                <a16:creationId xmlns:a16="http://schemas.microsoft.com/office/drawing/2014/main" id="{4A9A79FA-B946-DC94-8CD4-F9781F90A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138" y="6379200"/>
            <a:ext cx="288000" cy="18000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3AB0EB1E-25C5-4740-9782-54CCC0C83B03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90" name="footer">
            <a:extLst>
              <a:ext uri="{FF2B5EF4-FFF2-40B4-BE49-F238E27FC236}">
                <a16:creationId xmlns:a16="http://schemas.microsoft.com/office/drawing/2014/main" id="{CF6B3373-7C3F-A77B-C0D2-AC7E92A6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0749" y="6379200"/>
            <a:ext cx="4082389" cy="180000"/>
          </a:xfrm>
        </p:spPr>
        <p:txBody>
          <a:bodyPr/>
          <a:lstStyle/>
          <a:p>
            <a:r>
              <a:rPr lang="en-US"/>
              <a:t>valantic layout samples Route A</a:t>
            </a:r>
            <a:endParaRPr lang="en-US" dirty="0"/>
          </a:p>
        </p:txBody>
      </p:sp>
      <p:sp>
        <p:nvSpPr>
          <p:cNvPr id="91" name="date">
            <a:extLst>
              <a:ext uri="{FF2B5EF4-FFF2-40B4-BE49-F238E27FC236}">
                <a16:creationId xmlns:a16="http://schemas.microsoft.com/office/drawing/2014/main" id="{7D661A03-7125-BDF0-8272-47D38FA50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0" y="6379200"/>
            <a:ext cx="2160000" cy="180000"/>
          </a:xfrm>
        </p:spPr>
        <p:txBody>
          <a:bodyPr/>
          <a:lstStyle/>
          <a:p>
            <a:r>
              <a:rPr lang="en-US"/>
              <a:t>April 26, 2024</a:t>
            </a:r>
            <a:endParaRPr lang="en-US" dirty="0"/>
          </a:p>
        </p:txBody>
      </p:sp>
      <p:sp>
        <p:nvSpPr>
          <p:cNvPr id="2" name="picture right">
            <a:extLst>
              <a:ext uri="{FF2B5EF4-FFF2-40B4-BE49-F238E27FC236}">
                <a16:creationId xmlns:a16="http://schemas.microsoft.com/office/drawing/2014/main" id="{4C18BFA3-8B19-4B50-7CE4-E3A14332A79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19998" y="-97654"/>
            <a:ext cx="6192000" cy="6263504"/>
          </a:xfrm>
          <a:prstGeom prst="roundRect">
            <a:avLst>
              <a:gd name="adj" fmla="val 127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de-DE"/>
              <a:t>Bild durch Klicken auf Symbol hinzufügen</a:t>
            </a:r>
            <a:endParaRPr lang="en-ID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D1EAF818-3BA4-79E2-FFBA-E32791ECC95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9998" y="2628000"/>
            <a:ext cx="5040000" cy="3528000"/>
          </a:xfr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6" name="title">
            <a:extLst>
              <a:ext uri="{FF2B5EF4-FFF2-40B4-BE49-F238E27FC236}">
                <a16:creationId xmlns:a16="http://schemas.microsoft.com/office/drawing/2014/main" id="{342B1C18-F605-0005-B448-E48E1BADD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5400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9" name="navigation">
            <a:extLst>
              <a:ext uri="{FF2B5EF4-FFF2-40B4-BE49-F238E27FC236}">
                <a16:creationId xmlns:a16="http://schemas.microsoft.com/office/drawing/2014/main" id="{17D15E65-C349-B474-AF38-0BD6BB805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5400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85292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11 : content : picture right 11c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42826565-22D1-A6D9-E69E-FC3884F2F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29835EC-9E23-87A7-80E6-A5CEE24E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B18CB97-40F3-25CD-59A6-30585954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" name="picture right 11cm">
            <a:extLst>
              <a:ext uri="{FF2B5EF4-FFF2-40B4-BE49-F238E27FC236}">
                <a16:creationId xmlns:a16="http://schemas.microsoft.com/office/drawing/2014/main" id="{D34131EF-5822-1F59-0856-EC5B6AEDD51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44000" y="-97654"/>
            <a:ext cx="4032000" cy="6263504"/>
          </a:xfrm>
          <a:prstGeom prst="roundRect">
            <a:avLst>
              <a:gd name="adj" fmla="val 16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de-DE"/>
              <a:t>Bild durch Klicken auf Symbol hinzufügen</a:t>
            </a:r>
            <a:endParaRPr lang="en-ID"/>
          </a:p>
        </p:txBody>
      </p:sp>
      <p:sp>
        <p:nvSpPr>
          <p:cNvPr id="14" name="content">
            <a:extLst>
              <a:ext uri="{FF2B5EF4-FFF2-40B4-BE49-F238E27FC236}">
                <a16:creationId xmlns:a16="http://schemas.microsoft.com/office/drawing/2014/main" id="{438C11ED-D1E2-4D8E-7E92-53DCAC4E4B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9999" y="2628000"/>
            <a:ext cx="7200000" cy="3528000"/>
          </a:xfr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7200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0" name="navigation">
            <a:extLst>
              <a:ext uri="{FF2B5EF4-FFF2-40B4-BE49-F238E27FC236}">
                <a16:creationId xmlns:a16="http://schemas.microsoft.com/office/drawing/2014/main" id="{737A931B-D771-DA24-69D6-B45B66DD95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164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0030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 012 : 4 rows Icons : picture right 11c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42826565-22D1-A6D9-E69E-FC3884F2F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29835EC-9E23-87A7-80E6-A5CEE24E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B18CB97-40F3-25CD-59A6-30585954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2" name="picture right 11cm">
            <a:extLst>
              <a:ext uri="{FF2B5EF4-FFF2-40B4-BE49-F238E27FC236}">
                <a16:creationId xmlns:a16="http://schemas.microsoft.com/office/drawing/2014/main" id="{9749B5A8-15AA-06DE-304E-036745278D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44000" y="-97654"/>
            <a:ext cx="4032000" cy="6263504"/>
          </a:xfrm>
          <a:prstGeom prst="roundRect">
            <a:avLst>
              <a:gd name="adj" fmla="val 16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de-DE"/>
              <a:t>Bild durch Klicken auf Symbol hinzufügen</a:t>
            </a:r>
            <a:endParaRPr lang="en-ID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3969FD43-10D8-53B3-1466-FA8F47748BE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045237" y="4833000"/>
            <a:ext cx="5184000" cy="648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lIns="720000" anchor="ctr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2" name="icon 4">
            <a:extLst>
              <a:ext uri="{FF2B5EF4-FFF2-40B4-BE49-F238E27FC236}">
                <a16:creationId xmlns:a16="http://schemas.microsoft.com/office/drawing/2014/main" id="{9A51D476-71BB-18C0-EA44-3E9619A76B96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2230876" y="4941000"/>
            <a:ext cx="432000" cy="432000"/>
          </a:xfrm>
          <a:prstGeom prst="ellipse">
            <a:avLst/>
          </a:prstGeom>
        </p:spPr>
        <p:txBody>
          <a:bodyPr wrap="none" anchor="ctr" anchorCtr="1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endParaRPr lang="de-DE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90E038E2-5AF3-9C5E-C76E-839FDE837EAE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1510906" y="4013616"/>
            <a:ext cx="5184000" cy="648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lIns="720000" anchor="ctr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3" name="icon 3">
            <a:extLst>
              <a:ext uri="{FF2B5EF4-FFF2-40B4-BE49-F238E27FC236}">
                <a16:creationId xmlns:a16="http://schemas.microsoft.com/office/drawing/2014/main" id="{E3FBBF55-D03C-4130-4790-064E0EA0930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1690382" y="4121616"/>
            <a:ext cx="432000" cy="432000"/>
          </a:xfrm>
          <a:prstGeom prst="ellipse">
            <a:avLst/>
          </a:prstGeom>
        </p:spPr>
        <p:txBody>
          <a:bodyPr wrap="none" anchor="ctr" anchorCtr="1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endParaRPr lang="de-DE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D81C2E44-5F3A-5EBA-F642-D6E338329D94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978675" y="3194232"/>
            <a:ext cx="5184000" cy="648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lIns="720000" anchor="ctr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4" name="icon 2">
            <a:extLst>
              <a:ext uri="{FF2B5EF4-FFF2-40B4-BE49-F238E27FC236}">
                <a16:creationId xmlns:a16="http://schemas.microsoft.com/office/drawing/2014/main" id="{BC3C9CE3-6A11-0F0F-342A-19C30DB1145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1151476" y="3302232"/>
            <a:ext cx="432000" cy="432000"/>
          </a:xfrm>
          <a:prstGeom prst="ellipse">
            <a:avLst/>
          </a:prstGeom>
        </p:spPr>
        <p:txBody>
          <a:bodyPr wrap="none" anchor="ctr" anchorCtr="1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endParaRPr lang="de-DE"/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9CB66747-F806-9B94-6C73-4C5AFB445F9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40000" y="2374848"/>
            <a:ext cx="5184000" cy="648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lIns="720000" anchor="ctr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5" name="icon 1">
            <a:extLst>
              <a:ext uri="{FF2B5EF4-FFF2-40B4-BE49-F238E27FC236}">
                <a16:creationId xmlns:a16="http://schemas.microsoft.com/office/drawing/2014/main" id="{60DBDD10-84E1-C678-9327-E9D8B09548E6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719476" y="2482848"/>
            <a:ext cx="432000" cy="432000"/>
          </a:xfrm>
          <a:prstGeom prst="ellipse">
            <a:avLst/>
          </a:prstGeom>
        </p:spPr>
        <p:txBody>
          <a:bodyPr wrap="none" anchor="ctr" anchorCtr="1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endParaRPr lang="de-DE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7200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4" name="navigation">
            <a:extLst>
              <a:ext uri="{FF2B5EF4-FFF2-40B4-BE49-F238E27FC236}">
                <a16:creationId xmlns:a16="http://schemas.microsoft.com/office/drawing/2014/main" id="{4871BBE7-625C-CDD4-5985-F918ED91B1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200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7923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13 : content : 2 picture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42826565-22D1-A6D9-E69E-FC3884F2F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29835EC-9E23-87A7-80E6-A5CEE24E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B18CB97-40F3-25CD-59A6-30585954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2" name="picture below">
            <a:extLst>
              <a:ext uri="{FF2B5EF4-FFF2-40B4-BE49-F238E27FC236}">
                <a16:creationId xmlns:a16="http://schemas.microsoft.com/office/drawing/2014/main" id="{64B5A92D-5A2D-40C8-EC14-0A74FFA0435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64424" y="2636838"/>
            <a:ext cx="4176713" cy="2592387"/>
          </a:xfrm>
          <a:prstGeom prst="roundRect">
            <a:avLst>
              <a:gd name="adj" fmla="val 2626"/>
            </a:avLst>
          </a:prstGeom>
          <a:solidFill>
            <a:schemeClr val="bg1"/>
          </a:solidFill>
          <a:effectLst/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endParaRPr lang="en-DE" dirty="0"/>
          </a:p>
        </p:txBody>
      </p:sp>
      <p:sp>
        <p:nvSpPr>
          <p:cNvPr id="10" name="picture top">
            <a:extLst>
              <a:ext uri="{FF2B5EF4-FFF2-40B4-BE49-F238E27FC236}">
                <a16:creationId xmlns:a16="http://schemas.microsoft.com/office/drawing/2014/main" id="{1B4CD723-14EE-5CF9-C037-07B25FC9BAB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51162" y="-143606"/>
            <a:ext cx="3617045" cy="2635981"/>
          </a:xfrm>
          <a:prstGeom prst="roundRect">
            <a:avLst>
              <a:gd name="adj" fmla="val 2601"/>
            </a:avLst>
          </a:prstGeom>
          <a:solidFill>
            <a:schemeClr val="bg1"/>
          </a:solidFill>
          <a:effectLst/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endParaRPr lang="en-DE" dirty="0"/>
          </a:p>
        </p:txBody>
      </p:sp>
      <p:sp>
        <p:nvSpPr>
          <p:cNvPr id="14" name="content">
            <a:extLst>
              <a:ext uri="{FF2B5EF4-FFF2-40B4-BE49-F238E27FC236}">
                <a16:creationId xmlns:a16="http://schemas.microsoft.com/office/drawing/2014/main" id="{438C11ED-D1E2-4D8E-7E92-53DCAC4E4B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9998" y="2628000"/>
            <a:ext cx="6120000" cy="3528000"/>
          </a:xfr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E54BCACE-F7FE-E7F5-8B89-3D95049E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5040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1" name="navigation">
            <a:extLst>
              <a:ext uri="{FF2B5EF4-FFF2-40B4-BE49-F238E27FC236}">
                <a16:creationId xmlns:a16="http://schemas.microsoft.com/office/drawing/2014/main" id="{79403EF5-D055-B045-FE8B-1D0042520C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5040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8386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14 : content : 2 pictures right : color-text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42826565-22D1-A6D9-E69E-FC3884F2F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29835EC-9E23-87A7-80E6-A5CEE24E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B18CB97-40F3-25CD-59A6-30585954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" name="picture below">
            <a:extLst>
              <a:ext uri="{FF2B5EF4-FFF2-40B4-BE49-F238E27FC236}">
                <a16:creationId xmlns:a16="http://schemas.microsoft.com/office/drawing/2014/main" id="{1D0F5D2A-81FE-3833-2907-78B51B326DF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464424" y="3780000"/>
            <a:ext cx="4176713" cy="2376000"/>
          </a:xfrm>
          <a:prstGeom prst="roundRect">
            <a:avLst>
              <a:gd name="adj" fmla="val 2626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4" name="picture top">
            <a:extLst>
              <a:ext uri="{FF2B5EF4-FFF2-40B4-BE49-F238E27FC236}">
                <a16:creationId xmlns:a16="http://schemas.microsoft.com/office/drawing/2014/main" id="{9DC2B4CA-1091-CD31-C625-B499A7922D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20000" y="1476000"/>
            <a:ext cx="2880000" cy="2196000"/>
          </a:xfrm>
          <a:prstGeom prst="roundRect">
            <a:avLst>
              <a:gd name="adj" fmla="val 3395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15" name="color-text-box">
            <a:extLst>
              <a:ext uri="{FF2B5EF4-FFF2-40B4-BE49-F238E27FC236}">
                <a16:creationId xmlns:a16="http://schemas.microsoft.com/office/drawing/2014/main" id="{6103A93F-ED21-3458-4157-6CA989FA5CA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8791575" y="3218400"/>
            <a:ext cx="2448000" cy="900000"/>
          </a:xfrm>
          <a:prstGeom prst="roundRect">
            <a:avLst>
              <a:gd name="adj" fmla="val 9259"/>
            </a:avLst>
          </a:prstGeom>
          <a:solidFill>
            <a:schemeClr val="accent1">
              <a:lumMod val="75000"/>
            </a:schemeClr>
          </a:solidFill>
          <a:effectLst/>
        </p:spPr>
        <p:txBody>
          <a:bodyPr lIns="108000" tIns="72000" rIns="72000"/>
          <a:lstStyle>
            <a:lvl1pPr>
              <a:defRPr>
                <a:solidFill>
                  <a:schemeClr val="accent4"/>
                </a:solidFill>
                <a:latin typeface="+mj-lt"/>
              </a:defRPr>
            </a:lvl1pPr>
            <a:lvl2pPr>
              <a:defRPr>
                <a:solidFill>
                  <a:schemeClr val="accent4"/>
                </a:solidFill>
                <a:latin typeface="+mj-lt"/>
              </a:defRPr>
            </a:lvl2pPr>
            <a:lvl3pPr>
              <a:defRPr>
                <a:solidFill>
                  <a:schemeClr val="accent4"/>
                </a:solidFill>
                <a:latin typeface="+mj-lt"/>
              </a:defRPr>
            </a:lvl3pPr>
            <a:lvl4pPr>
              <a:defRPr>
                <a:solidFill>
                  <a:schemeClr val="accent4"/>
                </a:solidFill>
                <a:latin typeface="+mj-lt"/>
              </a:defRPr>
            </a:lvl4pPr>
            <a:lvl5pPr>
              <a:defRPr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content">
            <a:extLst>
              <a:ext uri="{FF2B5EF4-FFF2-40B4-BE49-F238E27FC236}">
                <a16:creationId xmlns:a16="http://schemas.microsoft.com/office/drawing/2014/main" id="{438C11ED-D1E2-4D8E-7E92-53DCAC4E4B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9999" y="2627999"/>
            <a:ext cx="5400000" cy="3528000"/>
          </a:xfr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E54BCACE-F7FE-E7F5-8B89-3D95049EA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1" name="navigation">
            <a:extLst>
              <a:ext uri="{FF2B5EF4-FFF2-40B4-BE49-F238E27FC236}">
                <a16:creationId xmlns:a16="http://schemas.microsoft.com/office/drawing/2014/main" id="{4999ADB6-6035-C50F-BD73-0861CD663C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4555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15 : 2 contents :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42826565-22D1-A6D9-E69E-FC3884F2F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29835EC-9E23-87A7-80E6-A5CEE24E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B18CB97-40F3-25CD-59A6-30585954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4" name="picture right 11cm">
            <a:extLst>
              <a:ext uri="{FF2B5EF4-FFF2-40B4-BE49-F238E27FC236}">
                <a16:creationId xmlns:a16="http://schemas.microsoft.com/office/drawing/2014/main" id="{F42EC0E7-9C5E-04AD-2EF7-9AFF63C506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44000" y="-97654"/>
            <a:ext cx="4032000" cy="6263504"/>
          </a:xfrm>
          <a:prstGeom prst="roundRect">
            <a:avLst>
              <a:gd name="adj" fmla="val 16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de-DE"/>
              <a:t>Bild durch Klicken auf Symbol hinzufügen</a:t>
            </a:r>
            <a:endParaRPr lang="en-ID"/>
          </a:p>
        </p:txBody>
      </p:sp>
      <p:sp>
        <p:nvSpPr>
          <p:cNvPr id="3" name="content right">
            <a:extLst>
              <a:ext uri="{FF2B5EF4-FFF2-40B4-BE49-F238E27FC236}">
                <a16:creationId xmlns:a16="http://schemas.microsoft.com/office/drawing/2014/main" id="{A01F8A8C-5D5A-9E22-C97F-06DCBAFD563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140000" y="2628000"/>
            <a:ext cx="3600000" cy="3528000"/>
          </a:xfr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4" name="content left">
            <a:extLst>
              <a:ext uri="{FF2B5EF4-FFF2-40B4-BE49-F238E27FC236}">
                <a16:creationId xmlns:a16="http://schemas.microsoft.com/office/drawing/2014/main" id="{438C11ED-D1E2-4D8E-7E92-53DCAC4E4B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9999" y="2628000"/>
            <a:ext cx="3600000" cy="3528000"/>
          </a:xfr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2" name="content top">
            <a:extLst>
              <a:ext uri="{FF2B5EF4-FFF2-40B4-BE49-F238E27FC236}">
                <a16:creationId xmlns:a16="http://schemas.microsoft.com/office/drawing/2014/main" id="{BE9CDABA-4173-78E5-EB76-6D2956D30E2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9999" y="1476000"/>
            <a:ext cx="7200000" cy="1008000"/>
          </a:xfr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4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7200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1" name="navigation">
            <a:extLst>
              <a:ext uri="{FF2B5EF4-FFF2-40B4-BE49-F238E27FC236}">
                <a16:creationId xmlns:a16="http://schemas.microsoft.com/office/drawing/2014/main" id="{F4D0DAF0-6BB2-80A6-4779-19C386F26D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164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01174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15a : picture left : 2 textboxe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">
            <a:extLst>
              <a:ext uri="{FF2B5EF4-FFF2-40B4-BE49-F238E27FC236}">
                <a16:creationId xmlns:a16="http://schemas.microsoft.com/office/drawing/2014/main" id="{BEB57DBE-63B8-E581-3096-F2652E6BC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9" name="footer">
            <a:extLst>
              <a:ext uri="{FF2B5EF4-FFF2-40B4-BE49-F238E27FC236}">
                <a16:creationId xmlns:a16="http://schemas.microsoft.com/office/drawing/2014/main" id="{A0884F85-B37A-46FC-CACB-D048B0C1E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C36A1B14-05F1-8B1B-20DA-31A9A97A7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5" name="picture left 11cm">
            <a:extLst>
              <a:ext uri="{FF2B5EF4-FFF2-40B4-BE49-F238E27FC236}">
                <a16:creationId xmlns:a16="http://schemas.microsoft.com/office/drawing/2014/main" id="{74ED0BBF-0E8C-44D4-921F-066BA5C9B1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3960000" cy="6858000"/>
          </a:xfrm>
          <a:custGeom>
            <a:avLst/>
            <a:gdLst>
              <a:gd name="connsiteX0" fmla="*/ 0 w 4370389"/>
              <a:gd name="connsiteY0" fmla="*/ 0 h 6858000"/>
              <a:gd name="connsiteX1" fmla="*/ 4370389 w 4370389"/>
              <a:gd name="connsiteY1" fmla="*/ 0 h 6858000"/>
              <a:gd name="connsiteX2" fmla="*/ 4370389 w 4370389"/>
              <a:gd name="connsiteY2" fmla="*/ 6858000 h 6858000"/>
              <a:gd name="connsiteX3" fmla="*/ 0 w 437038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70389" h="6858000">
                <a:moveTo>
                  <a:pt x="0" y="0"/>
                </a:moveTo>
                <a:lnTo>
                  <a:pt x="4370389" y="0"/>
                </a:lnTo>
                <a:lnTo>
                  <a:pt x="437038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8" name="logo placeholder">
            <a:extLst>
              <a:ext uri="{FF2B5EF4-FFF2-40B4-BE49-F238E27FC236}">
                <a16:creationId xmlns:a16="http://schemas.microsoft.com/office/drawing/2014/main" id="{1F75B0BC-6C5A-1CD1-854C-F1D8676D772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15887" y="6218848"/>
            <a:ext cx="1169231" cy="45066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CAE3D3F0-664E-ABBC-3640-50F182DB9B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113138" y="1475999"/>
            <a:ext cx="3528000" cy="468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000" smtClean="0"/>
            </a:lvl1pPr>
            <a:lvl2pPr>
              <a:defRPr lang="en-US" sz="1000" smtClean="0"/>
            </a:lvl2pPr>
            <a:lvl3pPr>
              <a:defRPr lang="en-US" sz="1000" smtClean="0"/>
            </a:lvl3pPr>
            <a:lvl4pPr>
              <a:defRPr lang="en-US" sz="1000" smtClean="0"/>
            </a:lvl4pPr>
            <a:lvl5pPr>
              <a:defRPr lang="en-US" sz="1200" smtClean="0"/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defRPr lang="en-US" sz="1200"/>
            </a:lvl9pPr>
          </a:lstStyle>
          <a:p>
            <a:pPr lvl="0"/>
            <a:endParaRPr lang="en-US"/>
          </a:p>
        </p:txBody>
      </p:sp>
      <p:sp>
        <p:nvSpPr>
          <p:cNvPr id="9" name="circle 2">
            <a:extLst>
              <a:ext uri="{FF2B5EF4-FFF2-40B4-BE49-F238E27FC236}">
                <a16:creationId xmlns:a16="http://schemas.microsoft.com/office/drawing/2014/main" id="{D6269545-42AA-46E1-9D73-61DDF60EAF88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0935381" y="1324614"/>
            <a:ext cx="720000" cy="72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icon-placeholder">
            <a:extLst>
              <a:ext uri="{FF2B5EF4-FFF2-40B4-BE49-F238E27FC236}">
                <a16:creationId xmlns:a16="http://schemas.microsoft.com/office/drawing/2014/main" id="{FE48F49F-7F06-F02A-2F05-39DB2C69ECB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11115381" y="1504614"/>
            <a:ext cx="360000" cy="360000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de-DE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0292821D-E361-102A-F29E-3F6CA54EC1E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20000" y="1475999"/>
            <a:ext cx="3528000" cy="468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000" smtClean="0"/>
            </a:lvl1pPr>
            <a:lvl2pPr>
              <a:defRPr lang="en-US" sz="1000" smtClean="0"/>
            </a:lvl2pPr>
            <a:lvl3pPr>
              <a:defRPr lang="en-US" sz="1000" smtClean="0"/>
            </a:lvl3pPr>
            <a:lvl4pPr>
              <a:defRPr lang="en-US" sz="1000" smtClean="0"/>
            </a:lvl4pPr>
            <a:lvl5pPr>
              <a:defRPr lang="en-US" sz="1200" smtClean="0"/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3" name="circle 1">
            <a:extLst>
              <a:ext uri="{FF2B5EF4-FFF2-40B4-BE49-F238E27FC236}">
                <a16:creationId xmlns:a16="http://schemas.microsoft.com/office/drawing/2014/main" id="{66EF865A-E383-A7AB-B70C-D48BE142441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42243" y="1324614"/>
            <a:ext cx="720000" cy="72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icon-placeholder">
            <a:extLst>
              <a:ext uri="{FF2B5EF4-FFF2-40B4-BE49-F238E27FC236}">
                <a16:creationId xmlns:a16="http://schemas.microsoft.com/office/drawing/2014/main" id="{39A352DB-4E1A-E132-A720-1AD484EBE7C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322243" y="1504614"/>
            <a:ext cx="360000" cy="360000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de-DE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7A7461C7-A592-D8D9-0006-53F1781C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0" y="622301"/>
            <a:ext cx="7313414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0" name="navigation">
            <a:extLst>
              <a:ext uri="{FF2B5EF4-FFF2-40B4-BE49-F238E27FC236}">
                <a16:creationId xmlns:a16="http://schemas.microsoft.com/office/drawing/2014/main" id="{C0586414-654D-FD5A-5B01-5890021AF4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41827" y="396000"/>
            <a:ext cx="7313414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478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15b : picture right : 2 textboxe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">
            <a:extLst>
              <a:ext uri="{FF2B5EF4-FFF2-40B4-BE49-F238E27FC236}">
                <a16:creationId xmlns:a16="http://schemas.microsoft.com/office/drawing/2014/main" id="{BEB57DBE-63B8-E581-3096-F2652E6BC4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9" name="footer">
            <a:extLst>
              <a:ext uri="{FF2B5EF4-FFF2-40B4-BE49-F238E27FC236}">
                <a16:creationId xmlns:a16="http://schemas.microsoft.com/office/drawing/2014/main" id="{A0884F85-B37A-46FC-CACB-D048B0C1E0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20" name="date">
            <a:extLst>
              <a:ext uri="{FF2B5EF4-FFF2-40B4-BE49-F238E27FC236}">
                <a16:creationId xmlns:a16="http://schemas.microsoft.com/office/drawing/2014/main" id="{C36A1B14-05F1-8B1B-20DA-31A9A97A78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9" name="picture right 11cm">
            <a:extLst>
              <a:ext uri="{FF2B5EF4-FFF2-40B4-BE49-F238E27FC236}">
                <a16:creationId xmlns:a16="http://schemas.microsoft.com/office/drawing/2014/main" id="{BEAEAE56-A0A9-9340-F7A3-632FF73F14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44000" y="-97654"/>
            <a:ext cx="4032000" cy="6263504"/>
          </a:xfrm>
          <a:prstGeom prst="roundRect">
            <a:avLst>
              <a:gd name="adj" fmla="val 18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de-DE"/>
              <a:t>Bild durch Klicken auf Symbol hinzufügen</a:t>
            </a:r>
            <a:endParaRPr lang="en-ID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CAE3D3F0-664E-ABBC-3640-50F182DB9B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20000" y="1475999"/>
            <a:ext cx="3528000" cy="468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000" smtClean="0"/>
            </a:lvl1pPr>
            <a:lvl2pPr>
              <a:defRPr lang="en-US" sz="1000" smtClean="0"/>
            </a:lvl2pPr>
            <a:lvl3pPr>
              <a:defRPr lang="en-US" sz="1000" smtClean="0"/>
            </a:lvl3pPr>
            <a:lvl4pPr>
              <a:defRPr lang="en-US" sz="1000" smtClean="0"/>
            </a:lvl4pPr>
            <a:lvl5pPr>
              <a:defRPr lang="en-US" sz="1200" b="0" kern="1200" spc="40" baseline="0" noProof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0"/>
                </a:gradFill>
                <a:latin typeface="+mj-lt"/>
                <a:ea typeface="+mn-ea"/>
                <a:cs typeface="+mn-cs"/>
              </a:defRPr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defRPr lang="en-US" sz="1200" smtClean="0"/>
            </a:lvl9pPr>
          </a:lstStyle>
          <a:p>
            <a:pPr lvl="0"/>
            <a:endParaRPr lang="en-US" dirty="0"/>
          </a:p>
        </p:txBody>
      </p:sp>
      <p:sp>
        <p:nvSpPr>
          <p:cNvPr id="5" name="circle 2">
            <a:extLst>
              <a:ext uri="{FF2B5EF4-FFF2-40B4-BE49-F238E27FC236}">
                <a16:creationId xmlns:a16="http://schemas.microsoft.com/office/drawing/2014/main" id="{6D1C1D24-B674-E5C9-9486-71BE10D2EEBC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7146244" y="1324614"/>
            <a:ext cx="720000" cy="72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8" name="icon-placeholder 2">
            <a:extLst>
              <a:ext uri="{FF2B5EF4-FFF2-40B4-BE49-F238E27FC236}">
                <a16:creationId xmlns:a16="http://schemas.microsoft.com/office/drawing/2014/main" id="{790F5E0A-19E3-265A-7183-C398C67DE05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7326244" y="1504614"/>
            <a:ext cx="360000" cy="360000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de-DE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0292821D-E361-102A-F29E-3F6CA54EC1E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0000" y="1476000"/>
            <a:ext cx="3528000" cy="468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000" smtClean="0"/>
            </a:lvl1pPr>
            <a:lvl2pPr>
              <a:defRPr lang="en-US" sz="1000" smtClean="0"/>
            </a:lvl2pPr>
            <a:lvl3pPr>
              <a:defRPr lang="en-US" sz="1000" smtClean="0"/>
            </a:lvl3pPr>
            <a:lvl4pPr>
              <a:defRPr lang="en-US" sz="1000" smtClean="0"/>
            </a:lvl4pPr>
            <a:lvl5pPr>
              <a:defRPr lang="en-US" sz="1200" smtClean="0"/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2" name="circle 1">
            <a:extLst>
              <a:ext uri="{FF2B5EF4-FFF2-40B4-BE49-F238E27FC236}">
                <a16:creationId xmlns:a16="http://schemas.microsoft.com/office/drawing/2014/main" id="{5DDC773C-CFDB-6822-7E82-53F46B554E3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53106" y="1324614"/>
            <a:ext cx="720000" cy="72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" name="icon-placeholder 1">
            <a:extLst>
              <a:ext uri="{FF2B5EF4-FFF2-40B4-BE49-F238E27FC236}">
                <a16:creationId xmlns:a16="http://schemas.microsoft.com/office/drawing/2014/main" id="{0FA06DFB-AE24-87F6-49B6-DC89CB1E078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533106" y="1504614"/>
            <a:ext cx="360000" cy="360000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de-DE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7A7461C7-A592-D8D9-0006-53F1781C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7344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21" name="navigation">
            <a:extLst>
              <a:ext uri="{FF2B5EF4-FFF2-40B4-BE49-F238E27FC236}">
                <a16:creationId xmlns:a16="http://schemas.microsoft.com/office/drawing/2014/main" id="{5ED1B3BB-ED8E-414F-C7FA-C46A025ECB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30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90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33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16 : content top : 2 pictures be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42826565-22D1-A6D9-E69E-FC3884F2F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29835EC-9E23-87A7-80E6-A5CEE24E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B18CB97-40F3-25CD-59A6-30585954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" name="picture right">
            <a:extLst>
              <a:ext uri="{FF2B5EF4-FFF2-40B4-BE49-F238E27FC236}">
                <a16:creationId xmlns:a16="http://schemas.microsoft.com/office/drawing/2014/main" id="{1D0F5D2A-81FE-3833-2907-78B51B326DF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00000" y="3798472"/>
            <a:ext cx="5112000" cy="2376000"/>
          </a:xfrm>
          <a:prstGeom prst="roundRect">
            <a:avLst>
              <a:gd name="adj" fmla="val 2810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4" name="picture left">
            <a:extLst>
              <a:ext uri="{FF2B5EF4-FFF2-40B4-BE49-F238E27FC236}">
                <a16:creationId xmlns:a16="http://schemas.microsoft.com/office/drawing/2014/main" id="{9DC2B4CA-1091-CD31-C625-B499A7922D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800000" y="3798472"/>
            <a:ext cx="5112000" cy="2376000"/>
          </a:xfrm>
          <a:prstGeom prst="roundRect">
            <a:avLst>
              <a:gd name="adj" fmla="val 2963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14" name="content">
            <a:extLst>
              <a:ext uri="{FF2B5EF4-FFF2-40B4-BE49-F238E27FC236}">
                <a16:creationId xmlns:a16="http://schemas.microsoft.com/office/drawing/2014/main" id="{438C11ED-D1E2-4D8E-7E92-53DCAC4E4B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00000" y="1476000"/>
            <a:ext cx="9864000" cy="216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E54BCACE-F7FE-E7F5-8B89-3D95049EA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1" name="navigation">
            <a:extLst>
              <a:ext uri="{FF2B5EF4-FFF2-40B4-BE49-F238E27FC236}">
                <a16:creationId xmlns:a16="http://schemas.microsoft.com/office/drawing/2014/main" id="{8F6EF335-A824-493F-EF26-F29C4D10F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35026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17 : 2 contents : 2 pictures be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42826565-22D1-A6D9-E69E-FC3884F2F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29835EC-9E23-87A7-80E6-A5CEE24E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B18CB97-40F3-25CD-59A6-30585954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" name="picture right">
            <a:extLst>
              <a:ext uri="{FF2B5EF4-FFF2-40B4-BE49-F238E27FC236}">
                <a16:creationId xmlns:a16="http://schemas.microsoft.com/office/drawing/2014/main" id="{1D0F5D2A-81FE-3833-2907-78B51B326DF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00000" y="3798472"/>
            <a:ext cx="5112000" cy="2376000"/>
          </a:xfrm>
          <a:prstGeom prst="roundRect">
            <a:avLst>
              <a:gd name="adj" fmla="val 2679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4" name="picture left">
            <a:extLst>
              <a:ext uri="{FF2B5EF4-FFF2-40B4-BE49-F238E27FC236}">
                <a16:creationId xmlns:a16="http://schemas.microsoft.com/office/drawing/2014/main" id="{9DC2B4CA-1091-CD31-C625-B499A7922D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800000" y="3798472"/>
            <a:ext cx="5112000" cy="2376000"/>
          </a:xfrm>
          <a:prstGeom prst="roundRect">
            <a:avLst>
              <a:gd name="adj" fmla="val 3012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2" name="content right">
            <a:extLst>
              <a:ext uri="{FF2B5EF4-FFF2-40B4-BE49-F238E27FC236}">
                <a16:creationId xmlns:a16="http://schemas.microsoft.com/office/drawing/2014/main" id="{7AE5D198-395E-4863-A7A5-07680FA32CD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400000" y="1476000"/>
            <a:ext cx="6264000" cy="1800000"/>
          </a:xfrm>
          <a:noFill/>
        </p:spPr>
        <p:txBody>
          <a:bodyPr vert="horz" lIns="0" tIns="0" rIns="0" bIns="0" rtlCol="0" anchor="b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4" name="content left">
            <a:extLst>
              <a:ext uri="{FF2B5EF4-FFF2-40B4-BE49-F238E27FC236}">
                <a16:creationId xmlns:a16="http://schemas.microsoft.com/office/drawing/2014/main" id="{438C11ED-D1E2-4D8E-7E92-53DCAC4E4B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00000" y="1476000"/>
            <a:ext cx="3240000" cy="1800000"/>
          </a:xfrm>
          <a:noFill/>
        </p:spPr>
        <p:txBody>
          <a:bodyPr vert="horz" lIns="0" tIns="0" rIns="360000" bIns="0" rtlCol="0" anchor="b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E54BCACE-F7FE-E7F5-8B89-3D95049EA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2" name="navigation">
            <a:extLst>
              <a:ext uri="{FF2B5EF4-FFF2-40B4-BE49-F238E27FC236}">
                <a16:creationId xmlns:a16="http://schemas.microsoft.com/office/drawing/2014/main" id="{E5462B85-61BE-140F-33DC-E2D969B40E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9669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86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18 : title left : 3 pictures :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42826565-22D1-A6D9-E69E-FC3884F2F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29835EC-9E23-87A7-80E6-A5CEE24E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B18CB97-40F3-25CD-59A6-30585954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24" name="content 3">
            <a:extLst>
              <a:ext uri="{FF2B5EF4-FFF2-40B4-BE49-F238E27FC236}">
                <a16:creationId xmlns:a16="http://schemas.microsoft.com/office/drawing/2014/main" id="{BAD52ADE-440B-F73C-8384-4062C1392FE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939478" y="3240001"/>
            <a:ext cx="2700000" cy="2916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20" name="picture 3">
            <a:extLst>
              <a:ext uri="{FF2B5EF4-FFF2-40B4-BE49-F238E27FC236}">
                <a16:creationId xmlns:a16="http://schemas.microsoft.com/office/drawing/2014/main" id="{16D161C1-5395-1A70-B6E9-DDB636142C1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934972" y="-180000"/>
            <a:ext cx="2700000" cy="3240000"/>
          </a:xfrm>
          <a:prstGeom prst="roundRect">
            <a:avLst>
              <a:gd name="adj" fmla="val 2626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23" name="content 2">
            <a:extLst>
              <a:ext uri="{FF2B5EF4-FFF2-40B4-BE49-F238E27FC236}">
                <a16:creationId xmlns:a16="http://schemas.microsoft.com/office/drawing/2014/main" id="{36EDB524-3828-3196-B148-EA4D6A28C4C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079652" y="3240001"/>
            <a:ext cx="2700000" cy="2916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3" name="picture 2">
            <a:extLst>
              <a:ext uri="{FF2B5EF4-FFF2-40B4-BE49-F238E27FC236}">
                <a16:creationId xmlns:a16="http://schemas.microsoft.com/office/drawing/2014/main" id="{1D0F5D2A-81FE-3833-2907-78B51B326DF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87486" y="-180000"/>
            <a:ext cx="2700000" cy="3240000"/>
          </a:xfrm>
          <a:prstGeom prst="roundRect">
            <a:avLst>
              <a:gd name="adj" fmla="val 2626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14" name="content 1">
            <a:extLst>
              <a:ext uri="{FF2B5EF4-FFF2-40B4-BE49-F238E27FC236}">
                <a16:creationId xmlns:a16="http://schemas.microsoft.com/office/drawing/2014/main" id="{438C11ED-D1E2-4D8E-7E92-53DCAC4E4B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19825" y="3240001"/>
            <a:ext cx="2700000" cy="2916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4" name="picture 1">
            <a:extLst>
              <a:ext uri="{FF2B5EF4-FFF2-40B4-BE49-F238E27FC236}">
                <a16:creationId xmlns:a16="http://schemas.microsoft.com/office/drawing/2014/main" id="{9DC2B4CA-1091-CD31-C625-B499A7922D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240000" y="-180000"/>
            <a:ext cx="2700000" cy="3240000"/>
          </a:xfrm>
          <a:prstGeom prst="roundRect">
            <a:avLst>
              <a:gd name="adj" fmla="val 2587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11" name="subtitle colored">
            <a:extLst>
              <a:ext uri="{FF2B5EF4-FFF2-40B4-BE49-F238E27FC236}">
                <a16:creationId xmlns:a16="http://schemas.microsoft.com/office/drawing/2014/main" id="{EE4F1825-9269-3164-D5CF-9080D1FE03C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39999" y="3148551"/>
            <a:ext cx="2520000" cy="300745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lang="en-US" sz="2400" spc="0" dirty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0"/>
                </a:gra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</a:lstStyle>
          <a:p>
            <a:pPr lvl="0">
              <a:lnSpc>
                <a:spcPts val="2800"/>
              </a:lnSpc>
              <a:spcBef>
                <a:spcPct val="0"/>
              </a:spcBef>
              <a:tabLst>
                <a:tab pos="10760075" algn="r"/>
              </a:tabLst>
            </a:pPr>
            <a:endParaRPr lang="de-DE" dirty="0"/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E54BCACE-F7FE-E7F5-8B89-3D95049E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2519999" cy="2507398"/>
          </a:xfrm>
        </p:spPr>
        <p:txBody>
          <a:bodyPr vert="horz" anchor="b"/>
          <a:lstStyle/>
          <a:p>
            <a:endParaRPr lang="en-US" dirty="0"/>
          </a:p>
        </p:txBody>
      </p:sp>
      <p:sp>
        <p:nvSpPr>
          <p:cNvPr id="13" name="navigation">
            <a:extLst>
              <a:ext uri="{FF2B5EF4-FFF2-40B4-BE49-F238E27FC236}">
                <a16:creationId xmlns:a16="http://schemas.microsoft.com/office/drawing/2014/main" id="{C5721D59-0BAA-5542-705E-CAC51D6A6C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2520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75812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18a : title small : 3 contents :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43A8C717-4722-397F-A0C8-433FF5FE6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2FBD8772-FE66-8FDF-84A4-30F5BE975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E99FB28A-22AA-994E-7043-22AAEC7A3A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24" name="content 3">
            <a:extLst>
              <a:ext uri="{FF2B5EF4-FFF2-40B4-BE49-F238E27FC236}">
                <a16:creationId xmlns:a16="http://schemas.microsoft.com/office/drawing/2014/main" id="{BAD52ADE-440B-F73C-8384-4062C1392FE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928000" y="1476000"/>
            <a:ext cx="2700000" cy="4680000"/>
          </a:xfr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en-US" dirty="0"/>
            </a:lvl5pPr>
          </a:lstStyle>
          <a:p>
            <a:pPr lvl="0">
              <a:tabLst>
                <a:tab pos="723900" algn="r"/>
              </a:tabLst>
            </a:pPr>
            <a:endParaRPr lang="en-US" dirty="0"/>
          </a:p>
        </p:txBody>
      </p:sp>
      <p:sp>
        <p:nvSpPr>
          <p:cNvPr id="5" name="picture 3">
            <a:extLst>
              <a:ext uri="{FF2B5EF4-FFF2-40B4-BE49-F238E27FC236}">
                <a16:creationId xmlns:a16="http://schemas.microsoft.com/office/drawing/2014/main" id="{D7D0480A-C3B5-74C8-1304-1EAB20CA39B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28000" y="-108000"/>
            <a:ext cx="2700000" cy="1296000"/>
          </a:xfrm>
          <a:prstGeom prst="roundRect">
            <a:avLst>
              <a:gd name="adj" fmla="val 542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en-US"/>
              <a:t>Click icon to add picture</a:t>
            </a:r>
            <a:endParaRPr lang="en-ID"/>
          </a:p>
        </p:txBody>
      </p:sp>
      <p:sp>
        <p:nvSpPr>
          <p:cNvPr id="6" name="content 2">
            <a:extLst>
              <a:ext uri="{FF2B5EF4-FFF2-40B4-BE49-F238E27FC236}">
                <a16:creationId xmlns:a16="http://schemas.microsoft.com/office/drawing/2014/main" id="{3DBBD527-B43C-A4A3-2C19-3107F5409B0A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73912" y="1476000"/>
            <a:ext cx="2700000" cy="4680000"/>
          </a:xfr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en-US" dirty="0"/>
            </a:lvl5pPr>
          </a:lstStyle>
          <a:p>
            <a:pPr lvl="0">
              <a:tabLst>
                <a:tab pos="723900" algn="r"/>
              </a:tabLst>
            </a:pPr>
            <a:endParaRPr lang="en-US" dirty="0"/>
          </a:p>
        </p:txBody>
      </p:sp>
      <p:sp>
        <p:nvSpPr>
          <p:cNvPr id="4" name="picture 2">
            <a:extLst>
              <a:ext uri="{FF2B5EF4-FFF2-40B4-BE49-F238E27FC236}">
                <a16:creationId xmlns:a16="http://schemas.microsoft.com/office/drawing/2014/main" id="{39CC87F6-AD8E-F897-AEA1-26E3489CE46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84000" y="-108000"/>
            <a:ext cx="2700000" cy="1296000"/>
          </a:xfrm>
          <a:prstGeom prst="roundRect">
            <a:avLst>
              <a:gd name="adj" fmla="val 5320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en-US"/>
              <a:t>Click icon to add picture</a:t>
            </a:r>
            <a:endParaRPr lang="en-ID"/>
          </a:p>
        </p:txBody>
      </p:sp>
      <p:sp>
        <p:nvSpPr>
          <p:cNvPr id="7" name="content 1">
            <a:extLst>
              <a:ext uri="{FF2B5EF4-FFF2-40B4-BE49-F238E27FC236}">
                <a16:creationId xmlns:a16="http://schemas.microsoft.com/office/drawing/2014/main" id="{3E69B6F8-E92E-EC2C-70A0-0B4B433F7B50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3240000" y="1476000"/>
            <a:ext cx="2700000" cy="4680000"/>
          </a:xfr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en-US" dirty="0"/>
            </a:lvl5pPr>
          </a:lstStyle>
          <a:p>
            <a:pPr lvl="0">
              <a:tabLst>
                <a:tab pos="723900" algn="r"/>
              </a:tabLst>
            </a:pPr>
            <a:endParaRPr lang="en-US" dirty="0"/>
          </a:p>
        </p:txBody>
      </p:sp>
      <p:sp>
        <p:nvSpPr>
          <p:cNvPr id="3" name="picture 1">
            <a:extLst>
              <a:ext uri="{FF2B5EF4-FFF2-40B4-BE49-F238E27FC236}">
                <a16:creationId xmlns:a16="http://schemas.microsoft.com/office/drawing/2014/main" id="{A151D760-B972-579B-82FB-106085E476A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240000" y="-108000"/>
            <a:ext cx="2700000" cy="1296000"/>
          </a:xfrm>
          <a:prstGeom prst="roundRect">
            <a:avLst>
              <a:gd name="adj" fmla="val 5427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en-US"/>
              <a:t>Click icon to add picture</a:t>
            </a:r>
            <a:endParaRPr lang="en-ID"/>
          </a:p>
        </p:txBody>
      </p:sp>
      <p:sp>
        <p:nvSpPr>
          <p:cNvPr id="8" name="subtitle colored">
            <a:extLst>
              <a:ext uri="{FF2B5EF4-FFF2-40B4-BE49-F238E27FC236}">
                <a16:creationId xmlns:a16="http://schemas.microsoft.com/office/drawing/2014/main" id="{B0C8179C-9675-A341-9E98-1E6BBEEE838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539999" y="3148551"/>
            <a:ext cx="2520000" cy="300745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ts val="3000"/>
              </a:lnSpc>
              <a:spcAft>
                <a:spcPts val="0"/>
              </a:spcAft>
              <a:defRPr lang="en-US" sz="2400" spc="0" dirty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0"/>
                </a:gra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</a:lstStyle>
          <a:p>
            <a:pPr lvl="0">
              <a:lnSpc>
                <a:spcPts val="2800"/>
              </a:lnSpc>
              <a:spcBef>
                <a:spcPct val="0"/>
              </a:spcBef>
              <a:tabLst>
                <a:tab pos="10760075" algn="r"/>
              </a:tabLst>
            </a:pPr>
            <a:endParaRPr lang="de-DE" dirty="0"/>
          </a:p>
        </p:txBody>
      </p:sp>
      <p:sp>
        <p:nvSpPr>
          <p:cNvPr id="16" name="title">
            <a:extLst>
              <a:ext uri="{FF2B5EF4-FFF2-40B4-BE49-F238E27FC236}">
                <a16:creationId xmlns:a16="http://schemas.microsoft.com/office/drawing/2014/main" id="{E54BCACE-F7FE-E7F5-8B89-3D95049EA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0713"/>
            <a:ext cx="2519999" cy="2508985"/>
          </a:xfrm>
        </p:spPr>
        <p:txBody>
          <a:bodyPr vert="horz" anchor="b"/>
          <a:lstStyle/>
          <a:p>
            <a:endParaRPr lang="en-US" dirty="0"/>
          </a:p>
        </p:txBody>
      </p:sp>
      <p:sp>
        <p:nvSpPr>
          <p:cNvPr id="2" name="navigation">
            <a:extLst>
              <a:ext uri="{FF2B5EF4-FFF2-40B4-BE49-F238E27FC236}">
                <a16:creationId xmlns:a16="http://schemas.microsoft.com/office/drawing/2014/main" id="{AD6AF56D-58A3-40A6-7508-E336368480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2520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18170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18b : 3 pictures sqare : 3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806DED45-4BC7-C6F5-F26F-6CD59EA5B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B32839BA-2D56-A01B-FE5C-F161B6335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50109232-4643-9278-B176-335653E00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DBF77AD1-3F53-8411-7BFB-686CE3922DD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182913" y="4176000"/>
            <a:ext cx="3456000" cy="198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spcBef>
                <a:spcPts val="600"/>
              </a:spcBef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3">
            <a:extLst>
              <a:ext uri="{FF2B5EF4-FFF2-40B4-BE49-F238E27FC236}">
                <a16:creationId xmlns:a16="http://schemas.microsoft.com/office/drawing/2014/main" id="{07DCDBF7-6BBA-E4E1-35B0-9AF4B638BEC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82913" y="1980000"/>
            <a:ext cx="3456000" cy="2052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/>
        </p:spPr>
        <p:txBody>
          <a:bodyPr/>
          <a:lstStyle>
            <a:lvl1pPr>
              <a:defRPr lang="en-DE" dirty="0"/>
            </a:lvl1pPr>
          </a:lstStyle>
          <a:p>
            <a:r>
              <a:rPr lang="en-US"/>
              <a:t>Click icon to add picture</a:t>
            </a:r>
            <a:endParaRPr lang="en-DE" dirty="0"/>
          </a:p>
        </p:txBody>
      </p:sp>
      <p:sp>
        <p:nvSpPr>
          <p:cNvPr id="11" name="name 3">
            <a:extLst>
              <a:ext uri="{FF2B5EF4-FFF2-40B4-BE49-F238E27FC236}">
                <a16:creationId xmlns:a16="http://schemas.microsoft.com/office/drawing/2014/main" id="{25087732-F141-1DFC-22BE-63025C08ADFA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8182911" y="1512000"/>
            <a:ext cx="3456000" cy="36000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1200" cap="all" spc="100" dirty="0"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8051FBB-626D-D841-2F85-AC66FD20929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72087" y="4176000"/>
            <a:ext cx="3456000" cy="1980000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2">
            <a:extLst>
              <a:ext uri="{FF2B5EF4-FFF2-40B4-BE49-F238E27FC236}">
                <a16:creationId xmlns:a16="http://schemas.microsoft.com/office/drawing/2014/main" id="{DA38717A-15A3-3D06-B48F-7AE7662FB0A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372087" y="1980000"/>
            <a:ext cx="3456000" cy="2052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r>
              <a:rPr lang="en-US"/>
              <a:t>Click icon to add picture</a:t>
            </a:r>
            <a:endParaRPr lang="en-DE" dirty="0"/>
          </a:p>
        </p:txBody>
      </p:sp>
      <p:sp>
        <p:nvSpPr>
          <p:cNvPr id="13" name="name 2">
            <a:extLst>
              <a:ext uri="{FF2B5EF4-FFF2-40B4-BE49-F238E27FC236}">
                <a16:creationId xmlns:a16="http://schemas.microsoft.com/office/drawing/2014/main" id="{0DD7C1ED-B089-0115-5BE3-44559752CC7F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4361454" y="1512000"/>
            <a:ext cx="3456000" cy="360000"/>
          </a:xfrm>
          <a:noFill/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1200" cap="all" spc="100" dirty="0"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4D4F3A9E-F3BA-5060-CF16-364B2B56609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57012" y="4176000"/>
            <a:ext cx="3456000" cy="1980000"/>
          </a:xfrm>
        </p:spPr>
        <p:txBody>
          <a:bodyPr/>
          <a:lstStyle>
            <a:lvl1pPr>
              <a:spcBef>
                <a:spcPts val="6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1">
            <a:extLst>
              <a:ext uri="{FF2B5EF4-FFF2-40B4-BE49-F238E27FC236}">
                <a16:creationId xmlns:a16="http://schemas.microsoft.com/office/drawing/2014/main" id="{333A41ED-C717-D0E8-34AF-C7BB8785272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57012" y="1980000"/>
            <a:ext cx="3456000" cy="2052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r>
              <a:rPr lang="en-US"/>
              <a:t>Click icon to add picture</a:t>
            </a:r>
            <a:endParaRPr lang="en-DE" dirty="0"/>
          </a:p>
        </p:txBody>
      </p:sp>
      <p:sp>
        <p:nvSpPr>
          <p:cNvPr id="14" name="name 1">
            <a:extLst>
              <a:ext uri="{FF2B5EF4-FFF2-40B4-BE49-F238E27FC236}">
                <a16:creationId xmlns:a16="http://schemas.microsoft.com/office/drawing/2014/main" id="{BE2AE0F4-379F-BECF-6BAD-610E4DA292CE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539998" y="1512000"/>
            <a:ext cx="3456000" cy="360000"/>
          </a:xfrm>
        </p:spPr>
        <p:txBody>
          <a:bodyPr lIns="0" rIns="0" anchor="b" anchorCtr="0"/>
          <a:lstStyle>
            <a:lvl1pPr marL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None/>
              <a:defRPr sz="1200" b="0" cap="all" spc="100" baseline="0">
                <a:solidFill>
                  <a:schemeClr val="tx2"/>
                </a:solidFill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86" name="title">
            <a:extLst>
              <a:ext uri="{FF2B5EF4-FFF2-40B4-BE49-F238E27FC236}">
                <a16:creationId xmlns:a16="http://schemas.microsoft.com/office/drawing/2014/main" id="{457734AF-380A-E58A-7517-29028ECF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navigation">
            <a:extLst>
              <a:ext uri="{FF2B5EF4-FFF2-40B4-BE49-F238E27FC236}">
                <a16:creationId xmlns:a16="http://schemas.microsoft.com/office/drawing/2014/main" id="{3CCF9C9E-CC68-9C72-1637-DC78701B6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58286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 019 : 4 pictures top : 4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">
            <a:extLst>
              <a:ext uri="{FF2B5EF4-FFF2-40B4-BE49-F238E27FC236}">
                <a16:creationId xmlns:a16="http://schemas.microsoft.com/office/drawing/2014/main" id="{63D2B20F-0609-55E7-7FB3-B5EE7402F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8" name="footer">
            <a:extLst>
              <a:ext uri="{FF2B5EF4-FFF2-40B4-BE49-F238E27FC236}">
                <a16:creationId xmlns:a16="http://schemas.microsoft.com/office/drawing/2014/main" id="{15CFD07B-B345-C5CF-102F-714DA927D2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629EB2D1-84A0-2CF1-B415-FC5E5FD76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24" name="content 4">
            <a:extLst>
              <a:ext uri="{FF2B5EF4-FFF2-40B4-BE49-F238E27FC236}">
                <a16:creationId xmlns:a16="http://schemas.microsoft.com/office/drawing/2014/main" id="{BAD52ADE-440B-F73C-8384-4062C1392FE1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108292" y="3176472"/>
            <a:ext cx="2520000" cy="2988000"/>
          </a:xfr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20" name="picture 4">
            <a:extLst>
              <a:ext uri="{FF2B5EF4-FFF2-40B4-BE49-F238E27FC236}">
                <a16:creationId xmlns:a16="http://schemas.microsoft.com/office/drawing/2014/main" id="{16D161C1-5395-1A70-B6E9-DDB636142C1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08292" y="1476000"/>
            <a:ext cx="2520000" cy="1440000"/>
          </a:xfrm>
          <a:prstGeom prst="roundRect">
            <a:avLst>
              <a:gd name="adj" fmla="val 4635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23" name="content 3">
            <a:extLst>
              <a:ext uri="{FF2B5EF4-FFF2-40B4-BE49-F238E27FC236}">
                <a16:creationId xmlns:a16="http://schemas.microsoft.com/office/drawing/2014/main" id="{36EDB524-3828-3196-B148-EA4D6A28C4C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260098" y="3176472"/>
            <a:ext cx="2520000" cy="2988000"/>
          </a:xfr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3" name="picture 3">
            <a:extLst>
              <a:ext uri="{FF2B5EF4-FFF2-40B4-BE49-F238E27FC236}">
                <a16:creationId xmlns:a16="http://schemas.microsoft.com/office/drawing/2014/main" id="{1D0F5D2A-81FE-3833-2907-78B51B326DF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52194" y="1476000"/>
            <a:ext cx="2520000" cy="1440000"/>
          </a:xfrm>
          <a:prstGeom prst="roundRect">
            <a:avLst>
              <a:gd name="adj" fmla="val 4903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14" name="content 2">
            <a:extLst>
              <a:ext uri="{FF2B5EF4-FFF2-40B4-BE49-F238E27FC236}">
                <a16:creationId xmlns:a16="http://schemas.microsoft.com/office/drawing/2014/main" id="{438C11ED-D1E2-4D8E-7E92-53DCAC4E4B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411904" y="3176472"/>
            <a:ext cx="2520000" cy="2988000"/>
          </a:xfr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4" name="picture 2">
            <a:extLst>
              <a:ext uri="{FF2B5EF4-FFF2-40B4-BE49-F238E27FC236}">
                <a16:creationId xmlns:a16="http://schemas.microsoft.com/office/drawing/2014/main" id="{9DC2B4CA-1091-CD31-C625-B499A7922D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396097" y="1476000"/>
            <a:ext cx="2520000" cy="1440000"/>
          </a:xfrm>
          <a:prstGeom prst="roundRect">
            <a:avLst>
              <a:gd name="adj" fmla="val 4814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10" name="content 1">
            <a:extLst>
              <a:ext uri="{FF2B5EF4-FFF2-40B4-BE49-F238E27FC236}">
                <a16:creationId xmlns:a16="http://schemas.microsoft.com/office/drawing/2014/main" id="{40482FD8-4BA0-D9DD-B70D-CF60E58832E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63710" y="3176472"/>
            <a:ext cx="2520000" cy="2988000"/>
          </a:xfr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2" name="picture 1">
            <a:extLst>
              <a:ext uri="{FF2B5EF4-FFF2-40B4-BE49-F238E27FC236}">
                <a16:creationId xmlns:a16="http://schemas.microsoft.com/office/drawing/2014/main" id="{6D4F5E74-E4BC-26A1-6B3C-B5941695269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40000" y="1476000"/>
            <a:ext cx="2520000" cy="1440000"/>
          </a:xfrm>
          <a:prstGeom prst="roundRect">
            <a:avLst>
              <a:gd name="adj" fmla="val 5485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754094-CFF9-5176-ADA0-C7C302BF1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/>
          </a:p>
        </p:txBody>
      </p:sp>
      <p:sp>
        <p:nvSpPr>
          <p:cNvPr id="11" name="navigation">
            <a:extLst>
              <a:ext uri="{FF2B5EF4-FFF2-40B4-BE49-F238E27FC236}">
                <a16:creationId xmlns:a16="http://schemas.microsoft.com/office/drawing/2014/main" id="{285D18D8-AB0C-71A7-8522-08C65978C7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85398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20 :  4 textboxes right :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3459B900-5FE1-00F0-A4B9-051ACF007E4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D7B5DC5B-6873-43DB-ADC7-B15ACCE0DFD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D38B9FD-F6EF-9E86-A8F2-ED5A7EBD06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5FEEC918-95BC-9B14-BDE8-A2EC4732897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5" name="picture left 11cm">
            <a:extLst>
              <a:ext uri="{FF2B5EF4-FFF2-40B4-BE49-F238E27FC236}">
                <a16:creationId xmlns:a16="http://schemas.microsoft.com/office/drawing/2014/main" id="{74ED0BBF-0E8C-44D4-921F-066BA5C9B17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3960000" cy="6858000"/>
          </a:xfrm>
          <a:custGeom>
            <a:avLst/>
            <a:gdLst>
              <a:gd name="connsiteX0" fmla="*/ 0 w 4370389"/>
              <a:gd name="connsiteY0" fmla="*/ 0 h 6858000"/>
              <a:gd name="connsiteX1" fmla="*/ 4370389 w 4370389"/>
              <a:gd name="connsiteY1" fmla="*/ 0 h 6858000"/>
              <a:gd name="connsiteX2" fmla="*/ 4370389 w 4370389"/>
              <a:gd name="connsiteY2" fmla="*/ 6858000 h 6858000"/>
              <a:gd name="connsiteX3" fmla="*/ 0 w 437038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70389" h="6858000">
                <a:moveTo>
                  <a:pt x="0" y="0"/>
                </a:moveTo>
                <a:lnTo>
                  <a:pt x="4370389" y="0"/>
                </a:lnTo>
                <a:lnTo>
                  <a:pt x="437038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de-DE"/>
              <a:t>Bild durch Klicken auf Symbol hinzufügen</a:t>
            </a:r>
            <a:endParaRPr lang="en-ID"/>
          </a:p>
        </p:txBody>
      </p:sp>
      <p:sp>
        <p:nvSpPr>
          <p:cNvPr id="8" name="logo placeholder">
            <a:extLst>
              <a:ext uri="{FF2B5EF4-FFF2-40B4-BE49-F238E27FC236}">
                <a16:creationId xmlns:a16="http://schemas.microsoft.com/office/drawing/2014/main" id="{6BD2F8E4-A7BF-7377-2442-AC090A89623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15887" y="6218848"/>
            <a:ext cx="1169231" cy="45066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E318E77B-CFEA-5F69-2552-9B3EE92ACFF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833138" y="4360863"/>
            <a:ext cx="2808000" cy="180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759DB7E1-A1AC-4FE8-5983-602E59EB139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08000" y="4360863"/>
            <a:ext cx="2808000" cy="180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CAE3D3F0-664E-ABBC-3640-50F182DB9B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833138" y="1980000"/>
            <a:ext cx="2808000" cy="180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2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0292821D-E361-102A-F29E-3F6CA54EC1E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8000" y="1980000"/>
            <a:ext cx="2808000" cy="180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9" name="circle 1">
            <a:extLst>
              <a:ext uri="{FF2B5EF4-FFF2-40B4-BE49-F238E27FC236}">
                <a16:creationId xmlns:a16="http://schemas.microsoft.com/office/drawing/2014/main" id="{403DC5A8-9072-9072-B1F1-10BD7DE2762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289172" y="1044000"/>
            <a:ext cx="864000" cy="864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icon-placeholder">
            <a:extLst>
              <a:ext uri="{FF2B5EF4-FFF2-40B4-BE49-F238E27FC236}">
                <a16:creationId xmlns:a16="http://schemas.microsoft.com/office/drawing/2014/main" id="{6E168105-C219-CBCA-C307-2530B60A9C1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505172" y="1260000"/>
            <a:ext cx="432000" cy="432000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7A7461C7-A592-D8D9-0006-53F1781C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0" y="622301"/>
            <a:ext cx="6120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4" name="navigation">
            <a:extLst>
              <a:ext uri="{FF2B5EF4-FFF2-40B4-BE49-F238E27FC236}">
                <a16:creationId xmlns:a16="http://schemas.microsoft.com/office/drawing/2014/main" id="{65B3393C-0262-0AC6-71DD-A13CE9AAA7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508000" y="396000"/>
            <a:ext cx="6120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1038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6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21 : 4 textboxes left :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3459B900-5FE1-00F0-A4B9-051ACF007E4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D7B5DC5B-6873-43DB-ADC7-B15ACCE0DFD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D38B9FD-F6EF-9E86-A8F2-ED5A7EBD06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5FEEC918-95BC-9B14-BDE8-A2EC4732897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E318E77B-CFEA-5F69-2552-9B3EE92ACFF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66400" y="4360863"/>
            <a:ext cx="2808000" cy="180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</a:lstStyle>
          <a:p>
            <a:pPr lvl="0"/>
            <a:endParaRPr lang="en-US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759DB7E1-A1AC-4FE8-5983-602E59EB139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40000" y="4360863"/>
            <a:ext cx="2808000" cy="180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</a:lstStyle>
          <a:p>
            <a:pPr lvl="0"/>
            <a:endParaRPr lang="en-US" dirty="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CAE3D3F0-664E-ABBC-3640-50F182DB9B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866400" y="1980000"/>
            <a:ext cx="2808000" cy="180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</a:lstStyle>
          <a:p>
            <a:pPr lvl="0"/>
            <a:endParaRPr lang="en-US" dirty="0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0292821D-E361-102A-F29E-3F6CA54EC1E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0000" y="1980000"/>
            <a:ext cx="2808000" cy="180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</a:lstStyle>
          <a:p>
            <a:pPr lvl="0"/>
            <a:endParaRPr lang="en-US" dirty="0"/>
          </a:p>
        </p:txBody>
      </p:sp>
      <p:sp>
        <p:nvSpPr>
          <p:cNvPr id="5" name="circle 1">
            <a:extLst>
              <a:ext uri="{FF2B5EF4-FFF2-40B4-BE49-F238E27FC236}">
                <a16:creationId xmlns:a16="http://schemas.microsoft.com/office/drawing/2014/main" id="{5B2F3CB3-E5F4-C911-E3CB-55860F23FC8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27200" y="1044000"/>
            <a:ext cx="864000" cy="864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9" name="icon-placeholder">
            <a:extLst>
              <a:ext uri="{FF2B5EF4-FFF2-40B4-BE49-F238E27FC236}">
                <a16:creationId xmlns:a16="http://schemas.microsoft.com/office/drawing/2014/main" id="{E9663EC9-3DC0-1CA8-A312-ED1EF5DE95B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243200" y="1260000"/>
            <a:ext cx="432000" cy="432000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picture right 11cm">
            <a:extLst>
              <a:ext uri="{FF2B5EF4-FFF2-40B4-BE49-F238E27FC236}">
                <a16:creationId xmlns:a16="http://schemas.microsoft.com/office/drawing/2014/main" id="{010DEB43-0FB6-9ABB-EF6A-8D516EB188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44000" y="-97654"/>
            <a:ext cx="4032000" cy="6263504"/>
          </a:xfrm>
          <a:prstGeom prst="roundRect">
            <a:avLst>
              <a:gd name="adj" fmla="val 16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de-DE"/>
              <a:t>Bild durch Klicken auf Symbol hinzufügen</a:t>
            </a:r>
            <a:endParaRPr lang="en-ID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7A7461C7-A592-D8D9-0006-53F1781C6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862" y="1493156"/>
            <a:ext cx="2785138" cy="3600000"/>
          </a:xfrm>
        </p:spPr>
        <p:txBody>
          <a:bodyPr vert="horz" anchor="ctr"/>
          <a:lstStyle>
            <a:lvl1pPr algn="ctr" defTabSz="914400" rtl="0" eaLnBrk="1" latinLnBrk="0" hangingPunct="1">
              <a:lnSpc>
                <a:spcPts val="2800"/>
              </a:lnSpc>
              <a:spcBef>
                <a:spcPct val="0"/>
              </a:spcBef>
              <a:buNone/>
              <a:tabLst>
                <a:tab pos="10760075" algn="r"/>
              </a:tabLst>
              <a:defRPr lang="en-US" sz="2400" b="1" i="0" kern="1200" spc="100" baseline="0" noProof="0" dirty="0">
                <a:solidFill>
                  <a:schemeClr val="bg2"/>
                </a:solidFill>
                <a:latin typeface="Segoe UI Semibold" panose="020B0502040204020203" pitchFamily="34" charset="0"/>
                <a:ea typeface="Segoe UI Black" panose="020B0A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6" name="navigation">
            <a:extLst>
              <a:ext uri="{FF2B5EF4-FFF2-40B4-BE49-F238E27FC236}">
                <a16:creationId xmlns:a16="http://schemas.microsoft.com/office/drawing/2014/main" id="{7DB8CB8E-9FD0-0AAD-84C8-C649C318BB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6120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7298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468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22 : cover references : full page picture : text :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">
            <a:extLst>
              <a:ext uri="{FF2B5EF4-FFF2-40B4-BE49-F238E27FC236}">
                <a16:creationId xmlns:a16="http://schemas.microsoft.com/office/drawing/2014/main" id="{940ECA07-E3D7-CFCA-C677-0BD690AD1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204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B7DF5438-CE54-DB76-7519-6B492C353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BF49D278-F4EF-105E-D394-837DBAD3E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02E6CEDB-A8CD-4A71-1981-445288A06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2" name="logo placeholder">
            <a:extLst>
              <a:ext uri="{FF2B5EF4-FFF2-40B4-BE49-F238E27FC236}">
                <a16:creationId xmlns:a16="http://schemas.microsoft.com/office/drawing/2014/main" id="{F34A17B4-9EFA-E101-8CCF-87C31702833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15887" y="6218848"/>
            <a:ext cx="1169231" cy="45066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11" name="text below">
            <a:extLst>
              <a:ext uri="{FF2B5EF4-FFF2-40B4-BE49-F238E27FC236}">
                <a16:creationId xmlns:a16="http://schemas.microsoft.com/office/drawing/2014/main" id="{A2CE80B2-8B9A-D0FB-C427-6D3137DAE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44000" y="1981074"/>
            <a:ext cx="4320000" cy="4176000"/>
          </a:xfrm>
          <a:prstGeom prst="rect">
            <a:avLst/>
          </a:prstGeom>
          <a:noFill/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0" tIns="0" rIns="0" bIns="0" rtlCol="0" anchor="b">
            <a:noAutofit/>
          </a:bodyPr>
          <a:lstStyle>
            <a:lvl1pPr>
              <a:defRPr lang="en-US" sz="1200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171450" indent="-171450">
              <a:buClr>
                <a:schemeClr val="tx1"/>
              </a:buClr>
              <a:buFont typeface="Arial" panose="020B0604020202020204" pitchFamily="34" charset="0"/>
              <a:buChar char="•"/>
              <a:defRPr lang="en-US" sz="1200" dirty="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lang="en-US" sz="1200" dirty="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lang="en-US" sz="1200" dirty="0">
                <a:solidFill>
                  <a:schemeClr val="tx1"/>
                </a:solidFill>
              </a:defRPr>
            </a:lvl4pPr>
            <a:lvl5pPr>
              <a:defRPr lang="en-US" sz="1600" dirty="0">
                <a:solidFill>
                  <a:schemeClr val="tx1"/>
                </a:solidFill>
              </a:defRPr>
            </a:lvl5pPr>
          </a:lstStyle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5" name="logo placeholder white">
            <a:extLst>
              <a:ext uri="{FF2B5EF4-FFF2-40B4-BE49-F238E27FC236}">
                <a16:creationId xmlns:a16="http://schemas.microsoft.com/office/drawing/2014/main" id="{468BE9AE-1E5A-D12A-64D1-88E2074751A3}"/>
              </a:ext>
            </a:extLst>
          </p:cNvPr>
          <p:cNvSpPr>
            <a:spLocks noGrp="1" noChangeAspect="1"/>
          </p:cNvSpPr>
          <p:nvPr>
            <p:ph type="pic" sz="quarter" idx="66" hasCustomPrompt="1"/>
          </p:nvPr>
        </p:nvSpPr>
        <p:spPr>
          <a:xfrm>
            <a:off x="9179337" y="441936"/>
            <a:ext cx="2160000" cy="900000"/>
          </a:xfrm>
          <a:prstGeom prst="roundRect">
            <a:avLst>
              <a:gd name="adj" fmla="val 12587"/>
            </a:avLst>
          </a:prstGeom>
          <a:solidFill>
            <a:schemeClr val="bg1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r>
              <a:rPr lang="en-US"/>
              <a:t> </a:t>
            </a:r>
            <a:endParaRPr lang="en-US" dirty="0"/>
          </a:p>
        </p:txBody>
      </p:sp>
      <p:sp>
        <p:nvSpPr>
          <p:cNvPr id="6" name="customer logo">
            <a:extLst>
              <a:ext uri="{FF2B5EF4-FFF2-40B4-BE49-F238E27FC236}">
                <a16:creationId xmlns:a16="http://schemas.microsoft.com/office/drawing/2014/main" id="{8DBDF38A-4389-1ECE-562B-874287CF8DD7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9395337" y="603936"/>
            <a:ext cx="1728000" cy="576000"/>
          </a:xfrm>
          <a:prstGeom prst="roundRect">
            <a:avLst>
              <a:gd name="adj" fmla="val 7414"/>
            </a:avLst>
          </a:prstGeom>
          <a:noFill/>
        </p:spPr>
        <p:txBody>
          <a:bodyPr anchor="ctr" anchorCtr="1">
            <a:noAutofit/>
          </a:bodyPr>
          <a:lstStyle>
            <a:lvl1pPr algn="ctr"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r>
              <a:rPr lang="de-DE"/>
              <a:t> CUSTOMER </a:t>
            </a:r>
            <a:r>
              <a:rPr lang="de-DE" dirty="0"/>
              <a:t>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2968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 022a : references : long fo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hg">
            <a:extLst>
              <a:ext uri="{FF2B5EF4-FFF2-40B4-BE49-F238E27FC236}">
                <a16:creationId xmlns:a16="http://schemas.microsoft.com/office/drawing/2014/main" id="{7CB97BF9-FAF4-B54D-AC1F-41FDC277823E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8881200" y="0"/>
            <a:ext cx="3312000" cy="6858000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r>
              <a:rPr lang="en-US"/>
              <a:t> 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3459B900-5FE1-00F0-A4B9-051ACF007E4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D7B5DC5B-6873-43DB-ADC7-B15ACCE0DFD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D38B9FD-F6EF-9E86-A8F2-ED5A7EBD06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5FEEC918-95BC-9B14-BDE8-A2EC4732897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3" name="button 3">
            <a:extLst>
              <a:ext uri="{FF2B5EF4-FFF2-40B4-BE49-F238E27FC236}">
                <a16:creationId xmlns:a16="http://schemas.microsoft.com/office/drawing/2014/main" id="{0028027F-77E7-E5A3-FCB4-A76BAC4380D6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9179336" y="4939884"/>
            <a:ext cx="2484000" cy="72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lIns="180000" tIns="0" rIns="648000" bIns="0" anchor="ctr"/>
          <a:lstStyle>
            <a:lvl1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1pPr>
            <a:lvl2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2pPr>
            <a:lvl3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3pPr>
            <a:lvl4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4pPr>
            <a:lvl5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ircle 3">
            <a:extLst>
              <a:ext uri="{FF2B5EF4-FFF2-40B4-BE49-F238E27FC236}">
                <a16:creationId xmlns:a16="http://schemas.microsoft.com/office/drawing/2014/main" id="{1A59375E-4E5C-5355-94F0-B0E3A0089C8D}"/>
              </a:ext>
            </a:extLst>
          </p:cNvPr>
          <p:cNvSpPr>
            <a:spLocks noGrp="1"/>
          </p:cNvSpPr>
          <p:nvPr>
            <p:ph type="body" idx="81" hasCustomPrompt="1"/>
          </p:nvPr>
        </p:nvSpPr>
        <p:spPr>
          <a:xfrm>
            <a:off x="10960710" y="4936233"/>
            <a:ext cx="720000" cy="72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175">
            <a:noFill/>
          </a:ln>
          <a:effectLst/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5" name="icon-placeholder 3">
            <a:extLst>
              <a:ext uri="{FF2B5EF4-FFF2-40B4-BE49-F238E27FC236}">
                <a16:creationId xmlns:a16="http://schemas.microsoft.com/office/drawing/2014/main" id="{827DB83A-A77F-4F1F-E9DE-0516A980101C}"/>
              </a:ext>
            </a:extLst>
          </p:cNvPr>
          <p:cNvSpPr>
            <a:spLocks noGrp="1"/>
          </p:cNvSpPr>
          <p:nvPr>
            <p:ph sz="quarter" idx="82"/>
          </p:nvPr>
        </p:nvSpPr>
        <p:spPr>
          <a:xfrm>
            <a:off x="11110025" y="5086583"/>
            <a:ext cx="432000" cy="432000"/>
          </a:xfrm>
          <a:prstGeom prst="rect">
            <a:avLst/>
          </a:prstGeom>
          <a:noFill/>
        </p:spPr>
        <p:txBody>
          <a:bodyPr anchor="ctr"/>
          <a:lstStyle>
            <a:lvl1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button 2">
            <a:extLst>
              <a:ext uri="{FF2B5EF4-FFF2-40B4-BE49-F238E27FC236}">
                <a16:creationId xmlns:a16="http://schemas.microsoft.com/office/drawing/2014/main" id="{116C5A0F-2DE9-F729-A9A5-0BB95001B7CD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9179336" y="3704913"/>
            <a:ext cx="2484000" cy="72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lIns="180000" tIns="0" rIns="648000" bIns="0" anchor="ctr"/>
          <a:lstStyle>
            <a:lvl1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1pPr>
            <a:lvl2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2pPr>
            <a:lvl3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3pPr>
            <a:lvl4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4pPr>
            <a:lvl5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ircle 2">
            <a:extLst>
              <a:ext uri="{FF2B5EF4-FFF2-40B4-BE49-F238E27FC236}">
                <a16:creationId xmlns:a16="http://schemas.microsoft.com/office/drawing/2014/main" id="{A1A9BD3A-61F0-98B9-1F49-01DD9B1D3000}"/>
              </a:ext>
            </a:extLst>
          </p:cNvPr>
          <p:cNvSpPr>
            <a:spLocks noGrp="1"/>
          </p:cNvSpPr>
          <p:nvPr>
            <p:ph type="body" idx="79" hasCustomPrompt="1"/>
          </p:nvPr>
        </p:nvSpPr>
        <p:spPr>
          <a:xfrm>
            <a:off x="10960710" y="3703087"/>
            <a:ext cx="720000" cy="72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175">
            <a:noFill/>
          </a:ln>
          <a:effectLst/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8" name="icon-placeholder 2">
            <a:extLst>
              <a:ext uri="{FF2B5EF4-FFF2-40B4-BE49-F238E27FC236}">
                <a16:creationId xmlns:a16="http://schemas.microsoft.com/office/drawing/2014/main" id="{E514FF21-5A7C-4F7F-720B-28B168C2713C}"/>
              </a:ext>
            </a:extLst>
          </p:cNvPr>
          <p:cNvSpPr>
            <a:spLocks noGrp="1"/>
          </p:cNvSpPr>
          <p:nvPr>
            <p:ph sz="quarter" idx="80"/>
          </p:nvPr>
        </p:nvSpPr>
        <p:spPr>
          <a:xfrm>
            <a:off x="11110025" y="3853437"/>
            <a:ext cx="432000" cy="432000"/>
          </a:xfrm>
          <a:prstGeom prst="rect">
            <a:avLst/>
          </a:prstGeom>
          <a:noFill/>
        </p:spPr>
        <p:txBody>
          <a:bodyPr anchor="ctr"/>
          <a:lstStyle>
            <a:lvl1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button 1">
            <a:extLst>
              <a:ext uri="{FF2B5EF4-FFF2-40B4-BE49-F238E27FC236}">
                <a16:creationId xmlns:a16="http://schemas.microsoft.com/office/drawing/2014/main" id="{4271B51A-87CA-692F-C9DF-8D624A90B9A5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9179336" y="2469942"/>
            <a:ext cx="2484000" cy="72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lIns="180000" tIns="0" rIns="648000" bIns="0" anchor="ctr"/>
          <a:lstStyle>
            <a:lvl1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1pPr>
            <a:lvl2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2pPr>
            <a:lvl3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3pPr>
            <a:lvl4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4pPr>
            <a:lvl5pPr>
              <a:lnSpc>
                <a:spcPts val="1200"/>
              </a:lnSpc>
              <a:spcAft>
                <a:spcPts val="0"/>
              </a:spcAft>
              <a:defRPr sz="1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ircle 1">
            <a:extLst>
              <a:ext uri="{FF2B5EF4-FFF2-40B4-BE49-F238E27FC236}">
                <a16:creationId xmlns:a16="http://schemas.microsoft.com/office/drawing/2014/main" id="{732B39F3-0C53-EBC9-400C-2DB4D1352698}"/>
              </a:ext>
            </a:extLst>
          </p:cNvPr>
          <p:cNvSpPr>
            <a:spLocks noGrp="1"/>
          </p:cNvSpPr>
          <p:nvPr>
            <p:ph type="body" idx="78" hasCustomPrompt="1"/>
          </p:nvPr>
        </p:nvSpPr>
        <p:spPr>
          <a:xfrm>
            <a:off x="10960710" y="2469942"/>
            <a:ext cx="720000" cy="72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175">
            <a:noFill/>
          </a:ln>
          <a:effectLst/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1" name="icon-placeholder 1">
            <a:extLst>
              <a:ext uri="{FF2B5EF4-FFF2-40B4-BE49-F238E27FC236}">
                <a16:creationId xmlns:a16="http://schemas.microsoft.com/office/drawing/2014/main" id="{5F2A848B-8C60-507A-317D-5EA95EEB41F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11110025" y="2620292"/>
            <a:ext cx="432000" cy="432000"/>
          </a:xfrm>
          <a:prstGeom prst="rect">
            <a:avLst/>
          </a:prstGeom>
          <a:noFill/>
        </p:spPr>
        <p:txBody>
          <a:bodyPr anchor="ctr"/>
          <a:lstStyle>
            <a:lvl1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subhead 4">
            <a:extLst>
              <a:ext uri="{FF2B5EF4-FFF2-40B4-BE49-F238E27FC236}">
                <a16:creationId xmlns:a16="http://schemas.microsoft.com/office/drawing/2014/main" id="{EBB9113A-9913-C6D2-6C35-02AB7F8760C8}"/>
              </a:ext>
            </a:extLst>
          </p:cNvPr>
          <p:cNvSpPr>
            <a:spLocks noGrp="1"/>
          </p:cNvSpPr>
          <p:nvPr>
            <p:ph type="body" idx="87"/>
          </p:nvPr>
        </p:nvSpPr>
        <p:spPr>
          <a:xfrm>
            <a:off x="9464188" y="1495939"/>
            <a:ext cx="2160001" cy="432000"/>
          </a:xfr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defRPr lang="en-US" cap="all" spc="0" smtClean="0">
                <a:solidFill>
                  <a:schemeClr val="tx1"/>
                </a:solidFill>
                <a:latin typeface="+mn-lt"/>
              </a:defRPr>
            </a:lvl1pPr>
            <a:lvl5pPr>
              <a:defRPr>
                <a:solidFill>
                  <a:schemeClr val="bg1"/>
                </a:solidFill>
              </a:defRPr>
            </a:lvl5pPr>
          </a:lstStyle>
          <a:p>
            <a:pPr lvl="4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62" name="logo placeholder white">
            <a:extLst>
              <a:ext uri="{FF2B5EF4-FFF2-40B4-BE49-F238E27FC236}">
                <a16:creationId xmlns:a16="http://schemas.microsoft.com/office/drawing/2014/main" id="{94172B6B-6B33-E669-22A9-FA37565B7C91}"/>
              </a:ext>
            </a:extLst>
          </p:cNvPr>
          <p:cNvSpPr>
            <a:spLocks noGrp="1" noChangeAspect="1"/>
          </p:cNvSpPr>
          <p:nvPr>
            <p:ph type="pic" sz="quarter" idx="66" hasCustomPrompt="1"/>
          </p:nvPr>
        </p:nvSpPr>
        <p:spPr>
          <a:xfrm>
            <a:off x="9179336" y="441936"/>
            <a:ext cx="2160000" cy="900000"/>
          </a:xfrm>
          <a:prstGeom prst="roundRect">
            <a:avLst>
              <a:gd name="adj" fmla="val 12587"/>
            </a:avLst>
          </a:prstGeom>
          <a:solidFill>
            <a:schemeClr val="bg1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r>
              <a:rPr lang="en-US"/>
              <a:t> </a:t>
            </a:r>
            <a:endParaRPr lang="en-US" dirty="0"/>
          </a:p>
        </p:txBody>
      </p:sp>
      <p:sp>
        <p:nvSpPr>
          <p:cNvPr id="63" name="customer logo">
            <a:extLst>
              <a:ext uri="{FF2B5EF4-FFF2-40B4-BE49-F238E27FC236}">
                <a16:creationId xmlns:a16="http://schemas.microsoft.com/office/drawing/2014/main" id="{B35E3D6E-6FE0-7FC6-AC5B-7CB179A6DC63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9395337" y="603936"/>
            <a:ext cx="1728000" cy="576000"/>
          </a:xfrm>
          <a:prstGeom prst="roundRect">
            <a:avLst>
              <a:gd name="adj" fmla="val 7414"/>
            </a:avLst>
          </a:prstGeom>
          <a:noFill/>
        </p:spPr>
        <p:txBody>
          <a:bodyPr anchor="ctr" anchorCtr="1">
            <a:noAutofit/>
          </a:bodyPr>
          <a:lstStyle>
            <a:lvl1pPr algn="ctr"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r>
              <a:rPr lang="de-DE"/>
              <a:t> CUSTOMER </a:t>
            </a:r>
            <a:r>
              <a:rPr lang="de-DE" dirty="0"/>
              <a:t>LOGO</a:t>
            </a:r>
            <a:endParaRPr lang="en-US" dirty="0"/>
          </a:p>
        </p:txBody>
      </p:sp>
      <p:sp>
        <p:nvSpPr>
          <p:cNvPr id="64" name="text 3">
            <a:extLst>
              <a:ext uri="{FF2B5EF4-FFF2-40B4-BE49-F238E27FC236}">
                <a16:creationId xmlns:a16="http://schemas.microsoft.com/office/drawing/2014/main" id="{C7B7B0F1-1389-039B-1882-E56204926F31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6211242" y="2205544"/>
            <a:ext cx="2556000" cy="396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lIns="0" tIns="0" rIns="180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400" b="0" kern="1200" spc="40" baseline="0" noProof="0" dirty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0"/>
                </a:gradFill>
                <a:latin typeface="+mj-lt"/>
                <a:ea typeface="+mn-ea"/>
                <a:cs typeface="+mn-cs"/>
              </a:defRPr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6" name="subhead 3">
            <a:extLst>
              <a:ext uri="{FF2B5EF4-FFF2-40B4-BE49-F238E27FC236}">
                <a16:creationId xmlns:a16="http://schemas.microsoft.com/office/drawing/2014/main" id="{846451F4-8E98-411D-0946-B13B5FE3C523}"/>
              </a:ext>
            </a:extLst>
          </p:cNvPr>
          <p:cNvSpPr>
            <a:spLocks noGrp="1"/>
          </p:cNvSpPr>
          <p:nvPr>
            <p:ph type="body" idx="77"/>
          </p:nvPr>
        </p:nvSpPr>
        <p:spPr>
          <a:xfrm>
            <a:off x="6751242" y="1495939"/>
            <a:ext cx="2016000" cy="432000"/>
          </a:xfr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defRPr lang="en-US" cap="all" spc="0" smtClean="0">
                <a:solidFill>
                  <a:schemeClr val="tx1"/>
                </a:solidFill>
                <a:latin typeface="+mn-lt"/>
              </a:defRPr>
            </a:lvl1pPr>
          </a:lstStyle>
          <a:p>
            <a:pPr lvl="4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7" name="icon-placeholder 3">
            <a:extLst>
              <a:ext uri="{FF2B5EF4-FFF2-40B4-BE49-F238E27FC236}">
                <a16:creationId xmlns:a16="http://schemas.microsoft.com/office/drawing/2014/main" id="{BFB3EA2C-5D23-5BF0-590E-32A3AB43815A}"/>
              </a:ext>
            </a:extLst>
          </p:cNvPr>
          <p:cNvSpPr>
            <a:spLocks noGrp="1"/>
          </p:cNvSpPr>
          <p:nvPr>
            <p:ph sz="quarter" idx="51"/>
          </p:nvPr>
        </p:nvSpPr>
        <p:spPr>
          <a:xfrm>
            <a:off x="6211242" y="1486685"/>
            <a:ext cx="432000" cy="432000"/>
          </a:xfrm>
        </p:spPr>
        <p:txBody>
          <a:bodyPr rIns="108000" anchor="t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AA604985-0A44-1DF3-DF06-3B7BD48E4A6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3375621" y="2205544"/>
            <a:ext cx="2556000" cy="396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lIns="0" tIns="0" rIns="180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400" b="0" kern="1200" spc="40" baseline="0" noProof="0" dirty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0"/>
                </a:gradFill>
                <a:latin typeface="+mj-lt"/>
                <a:ea typeface="+mn-ea"/>
                <a:cs typeface="+mn-cs"/>
              </a:defRPr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8" name="subhead 2">
            <a:extLst>
              <a:ext uri="{FF2B5EF4-FFF2-40B4-BE49-F238E27FC236}">
                <a16:creationId xmlns:a16="http://schemas.microsoft.com/office/drawing/2014/main" id="{F39425E0-90BF-E5FE-F105-C62FFF09ACDD}"/>
              </a:ext>
            </a:extLst>
          </p:cNvPr>
          <p:cNvSpPr>
            <a:spLocks noGrp="1"/>
          </p:cNvSpPr>
          <p:nvPr>
            <p:ph type="body" idx="76"/>
          </p:nvPr>
        </p:nvSpPr>
        <p:spPr>
          <a:xfrm>
            <a:off x="3915621" y="1495939"/>
            <a:ext cx="2016000" cy="432000"/>
          </a:xfr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defRPr lang="en-US" cap="all" spc="0" smtClean="0">
                <a:solidFill>
                  <a:schemeClr val="tx1"/>
                </a:solidFill>
                <a:latin typeface="+mn-lt"/>
              </a:defRPr>
            </a:lvl1pPr>
          </a:lstStyle>
          <a:p>
            <a:pPr lvl="4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9" name="Icon-placeholder 2">
            <a:extLst>
              <a:ext uri="{FF2B5EF4-FFF2-40B4-BE49-F238E27FC236}">
                <a16:creationId xmlns:a16="http://schemas.microsoft.com/office/drawing/2014/main" id="{D70E11D8-22E4-1BB0-2CEE-EAEB8AE57491}"/>
              </a:ext>
            </a:extLst>
          </p:cNvPr>
          <p:cNvSpPr>
            <a:spLocks noGrp="1"/>
          </p:cNvSpPr>
          <p:nvPr>
            <p:ph sz="quarter" idx="48"/>
          </p:nvPr>
        </p:nvSpPr>
        <p:spPr>
          <a:xfrm>
            <a:off x="3375621" y="1495939"/>
            <a:ext cx="432000" cy="432000"/>
          </a:xfrm>
        </p:spPr>
        <p:txBody>
          <a:bodyPr rIns="108000" anchor="t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70" name="text 1">
            <a:extLst>
              <a:ext uri="{FF2B5EF4-FFF2-40B4-BE49-F238E27FC236}">
                <a16:creationId xmlns:a16="http://schemas.microsoft.com/office/drawing/2014/main" id="{F5B698AB-1131-C547-D24A-AD8CCAF6CE6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6602" y="2205544"/>
            <a:ext cx="2556000" cy="3960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lIns="0" tIns="0" rIns="180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400" b="0" kern="1200" spc="40" baseline="0" noProof="0" dirty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0"/>
                </a:gradFill>
                <a:latin typeface="+mj-lt"/>
                <a:ea typeface="+mn-ea"/>
                <a:cs typeface="+mn-cs"/>
              </a:defRPr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0" name="subhead 1">
            <a:extLst>
              <a:ext uri="{FF2B5EF4-FFF2-40B4-BE49-F238E27FC236}">
                <a16:creationId xmlns:a16="http://schemas.microsoft.com/office/drawing/2014/main" id="{B94A39BB-A1D0-73B8-7C78-9D5EF776744D}"/>
              </a:ext>
            </a:extLst>
          </p:cNvPr>
          <p:cNvSpPr>
            <a:spLocks noGrp="1"/>
          </p:cNvSpPr>
          <p:nvPr>
            <p:ph type="body" idx="63"/>
          </p:nvPr>
        </p:nvSpPr>
        <p:spPr>
          <a:xfrm>
            <a:off x="1076602" y="1495939"/>
            <a:ext cx="2016000" cy="432000"/>
          </a:xfrm>
          <a:noFill/>
        </p:spPr>
        <p:txBody>
          <a:bodyPr vert="horz" lIns="0" tIns="0" rIns="0" bIns="0" rtlCol="0" anchor="t" anchorCtr="0">
            <a:noAutofit/>
          </a:bodyPr>
          <a:lstStyle>
            <a:lvl1pPr>
              <a:defRPr lang="en-US" cap="all" spc="0" smtClean="0">
                <a:solidFill>
                  <a:schemeClr val="tx1"/>
                </a:solidFill>
                <a:latin typeface="+mn-lt"/>
              </a:defRPr>
            </a:lvl1pPr>
          </a:lstStyle>
          <a:p>
            <a:pPr lvl="4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Click to edit Master text styles</a:t>
            </a:r>
          </a:p>
        </p:txBody>
      </p:sp>
      <p:sp>
        <p:nvSpPr>
          <p:cNvPr id="11" name="icon-placeholder 1">
            <a:extLst>
              <a:ext uri="{FF2B5EF4-FFF2-40B4-BE49-F238E27FC236}">
                <a16:creationId xmlns:a16="http://schemas.microsoft.com/office/drawing/2014/main" id="{22BE5786-D506-9333-7BCF-B840E043FBB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59774" y="1495939"/>
            <a:ext cx="432000" cy="432000"/>
          </a:xfrm>
        </p:spPr>
        <p:txBody>
          <a:bodyPr rIns="108000" anchor="t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75" name="title">
            <a:extLst>
              <a:ext uri="{FF2B5EF4-FFF2-40B4-BE49-F238E27FC236}">
                <a16:creationId xmlns:a16="http://schemas.microsoft.com/office/drawing/2014/main" id="{FAF29352-6CFD-356E-04FF-146566787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8208000" cy="648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4" name="navigation">
            <a:extLst>
              <a:ext uri="{FF2B5EF4-FFF2-40B4-BE49-F238E27FC236}">
                <a16:creationId xmlns:a16="http://schemas.microsoft.com/office/drawing/2014/main" id="{FAAB39D1-6F84-16FA-0F65-D7F3CF76FF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8172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0148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160">
          <p15:clr>
            <a:srgbClr val="FBAE40"/>
          </p15:clr>
        </p15:guide>
        <p15:guide id="3" orient="horz" pos="120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22b : references : content left : picture right : citiati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lue bg right">
            <a:extLst>
              <a:ext uri="{FF2B5EF4-FFF2-40B4-BE49-F238E27FC236}">
                <a16:creationId xmlns:a16="http://schemas.microsoft.com/office/drawing/2014/main" id="{D64A880E-B408-A8EF-1752-56090A7E900C}"/>
              </a:ext>
            </a:extLst>
          </p:cNvPr>
          <p:cNvSpPr/>
          <p:nvPr/>
        </p:nvSpPr>
        <p:spPr>
          <a:xfrm>
            <a:off x="8881524" y="0"/>
            <a:ext cx="3310475" cy="6858000"/>
          </a:xfrm>
          <a:prstGeom prst="rect">
            <a:avLst/>
          </a:prstGeom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2700000" scaled="1"/>
          </a:gradFill>
          <a:effectLst/>
        </p:spPr>
        <p:txBody>
          <a:bodyPr vert="horz" lIns="540000" tIns="360000" rIns="540000" bIns="36000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</a:pPr>
            <a:endParaRPr lang="en-DE" sz="2000" b="0" baseline="0" noProof="0" dirty="0" err="1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5" name="picture left 11cm">
            <a:extLst>
              <a:ext uri="{FF2B5EF4-FFF2-40B4-BE49-F238E27FC236}">
                <a16:creationId xmlns:a16="http://schemas.microsoft.com/office/drawing/2014/main" id="{07669673-F448-1693-0028-5B9E6376EC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79375" y="0"/>
            <a:ext cx="3312000" cy="6876000"/>
          </a:xfrm>
          <a:custGeom>
            <a:avLst/>
            <a:gdLst>
              <a:gd name="connsiteX0" fmla="*/ 0 w 4370389"/>
              <a:gd name="connsiteY0" fmla="*/ 0 h 6858000"/>
              <a:gd name="connsiteX1" fmla="*/ 4370389 w 4370389"/>
              <a:gd name="connsiteY1" fmla="*/ 0 h 6858000"/>
              <a:gd name="connsiteX2" fmla="*/ 4370389 w 4370389"/>
              <a:gd name="connsiteY2" fmla="*/ 6858000 h 6858000"/>
              <a:gd name="connsiteX3" fmla="*/ 0 w 4370389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70389" h="6858000">
                <a:moveTo>
                  <a:pt x="0" y="0"/>
                </a:moveTo>
                <a:lnTo>
                  <a:pt x="4370389" y="0"/>
                </a:lnTo>
                <a:lnTo>
                  <a:pt x="437038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de-DE"/>
              <a:t>Bild durch Klicken auf Symbol hinzufügen</a:t>
            </a:r>
            <a:endParaRPr lang="en-ID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3459B900-5FE1-00F0-A4B9-051ACF007E4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B5DC5B-6873-43DB-ADC7-B15ACCE0DFDB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1D38B9FD-F6EF-9E86-A8F2-ED5A7EBD06E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5FEEC918-95BC-9B14-BDE8-A2EC4732897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8" name="text box">
            <a:extLst>
              <a:ext uri="{FF2B5EF4-FFF2-40B4-BE49-F238E27FC236}">
                <a16:creationId xmlns:a16="http://schemas.microsoft.com/office/drawing/2014/main" id="{6FA9A6C5-711D-0B6D-55AB-5E4C59811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32000" y="1476000"/>
            <a:ext cx="2232000" cy="4680000"/>
          </a:xfrm>
          <a:prstGeom prst="roundRect">
            <a:avLst>
              <a:gd name="adj" fmla="val 0"/>
            </a:avLst>
          </a:prstGeom>
          <a:noFill/>
          <a:effectLst/>
        </p:spPr>
        <p:txBody>
          <a:bodyPr lIns="0" tIns="360000" rIns="0" bIns="360000"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10" name="quote sign">
            <a:extLst>
              <a:ext uri="{FF2B5EF4-FFF2-40B4-BE49-F238E27FC236}">
                <a16:creationId xmlns:a16="http://schemas.microsoft.com/office/drawing/2014/main" id="{360CD8C4-DDA3-F69A-4DF6-7FC09596E4A0}"/>
              </a:ext>
            </a:extLst>
          </p:cNvPr>
          <p:cNvSpPr/>
          <p:nvPr/>
        </p:nvSpPr>
        <p:spPr>
          <a:xfrm>
            <a:off x="9216000" y="612000"/>
            <a:ext cx="681460" cy="5766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06" y="12830"/>
                </a:moveTo>
                <a:cubicBezTo>
                  <a:pt x="9906" y="18677"/>
                  <a:pt x="9906" y="18677"/>
                  <a:pt x="9906" y="18677"/>
                </a:cubicBezTo>
                <a:cubicBezTo>
                  <a:pt x="9906" y="19489"/>
                  <a:pt x="9631" y="20301"/>
                  <a:pt x="9218" y="20788"/>
                </a:cubicBezTo>
                <a:cubicBezTo>
                  <a:pt x="8668" y="21438"/>
                  <a:pt x="8117" y="21600"/>
                  <a:pt x="7429" y="21600"/>
                </a:cubicBezTo>
                <a:cubicBezTo>
                  <a:pt x="2476" y="21600"/>
                  <a:pt x="2476" y="21600"/>
                  <a:pt x="2476" y="21600"/>
                </a:cubicBezTo>
                <a:cubicBezTo>
                  <a:pt x="1789" y="21600"/>
                  <a:pt x="1101" y="21438"/>
                  <a:pt x="688" y="20788"/>
                </a:cubicBezTo>
                <a:cubicBezTo>
                  <a:pt x="138" y="20301"/>
                  <a:pt x="0" y="19489"/>
                  <a:pt x="0" y="18677"/>
                </a:cubicBezTo>
                <a:cubicBezTo>
                  <a:pt x="0" y="7958"/>
                  <a:pt x="0" y="7958"/>
                  <a:pt x="0" y="7958"/>
                </a:cubicBezTo>
                <a:cubicBezTo>
                  <a:pt x="0" y="6821"/>
                  <a:pt x="138" y="5847"/>
                  <a:pt x="413" y="4872"/>
                </a:cubicBezTo>
                <a:cubicBezTo>
                  <a:pt x="825" y="3898"/>
                  <a:pt x="1238" y="3086"/>
                  <a:pt x="1926" y="2274"/>
                </a:cubicBezTo>
                <a:cubicBezTo>
                  <a:pt x="2476" y="1624"/>
                  <a:pt x="3164" y="1137"/>
                  <a:pt x="3990" y="650"/>
                </a:cubicBezTo>
                <a:cubicBezTo>
                  <a:pt x="4815" y="325"/>
                  <a:pt x="5641" y="0"/>
                  <a:pt x="6604" y="0"/>
                </a:cubicBezTo>
                <a:cubicBezTo>
                  <a:pt x="7429" y="0"/>
                  <a:pt x="7429" y="0"/>
                  <a:pt x="7429" y="0"/>
                </a:cubicBezTo>
                <a:cubicBezTo>
                  <a:pt x="7704" y="0"/>
                  <a:pt x="7842" y="162"/>
                  <a:pt x="7980" y="325"/>
                </a:cubicBezTo>
                <a:cubicBezTo>
                  <a:pt x="8255" y="487"/>
                  <a:pt x="8255" y="812"/>
                  <a:pt x="8255" y="974"/>
                </a:cubicBezTo>
                <a:cubicBezTo>
                  <a:pt x="8255" y="2923"/>
                  <a:pt x="8255" y="2923"/>
                  <a:pt x="8255" y="2923"/>
                </a:cubicBezTo>
                <a:cubicBezTo>
                  <a:pt x="8255" y="3248"/>
                  <a:pt x="8255" y="3573"/>
                  <a:pt x="7980" y="3735"/>
                </a:cubicBezTo>
                <a:cubicBezTo>
                  <a:pt x="7842" y="3898"/>
                  <a:pt x="7704" y="4060"/>
                  <a:pt x="7429" y="4060"/>
                </a:cubicBezTo>
                <a:cubicBezTo>
                  <a:pt x="6604" y="4060"/>
                  <a:pt x="6604" y="4060"/>
                  <a:pt x="6604" y="4060"/>
                </a:cubicBezTo>
                <a:cubicBezTo>
                  <a:pt x="5641" y="4060"/>
                  <a:pt x="4953" y="4385"/>
                  <a:pt x="4265" y="5197"/>
                </a:cubicBezTo>
                <a:cubicBezTo>
                  <a:pt x="3577" y="5847"/>
                  <a:pt x="3302" y="6821"/>
                  <a:pt x="3302" y="7958"/>
                </a:cubicBezTo>
                <a:cubicBezTo>
                  <a:pt x="3302" y="8445"/>
                  <a:pt x="3302" y="8445"/>
                  <a:pt x="3302" y="8445"/>
                </a:cubicBezTo>
                <a:cubicBezTo>
                  <a:pt x="3302" y="8770"/>
                  <a:pt x="3439" y="9095"/>
                  <a:pt x="3577" y="9420"/>
                </a:cubicBezTo>
                <a:cubicBezTo>
                  <a:pt x="3852" y="9744"/>
                  <a:pt x="4127" y="9907"/>
                  <a:pt x="4540" y="9907"/>
                </a:cubicBezTo>
                <a:cubicBezTo>
                  <a:pt x="7429" y="9907"/>
                  <a:pt x="7429" y="9907"/>
                  <a:pt x="7429" y="9907"/>
                </a:cubicBezTo>
                <a:cubicBezTo>
                  <a:pt x="8117" y="9907"/>
                  <a:pt x="8668" y="10232"/>
                  <a:pt x="9218" y="10719"/>
                </a:cubicBezTo>
                <a:cubicBezTo>
                  <a:pt x="9631" y="11368"/>
                  <a:pt x="9906" y="12018"/>
                  <a:pt x="9906" y="12830"/>
                </a:cubicBezTo>
                <a:close/>
                <a:moveTo>
                  <a:pt x="21600" y="12830"/>
                </a:moveTo>
                <a:cubicBezTo>
                  <a:pt x="21600" y="18677"/>
                  <a:pt x="21600" y="18677"/>
                  <a:pt x="21600" y="18677"/>
                </a:cubicBezTo>
                <a:cubicBezTo>
                  <a:pt x="21600" y="19489"/>
                  <a:pt x="21325" y="20301"/>
                  <a:pt x="20912" y="20788"/>
                </a:cubicBezTo>
                <a:cubicBezTo>
                  <a:pt x="20362" y="21438"/>
                  <a:pt x="19811" y="21600"/>
                  <a:pt x="19124" y="21600"/>
                </a:cubicBezTo>
                <a:cubicBezTo>
                  <a:pt x="14033" y="21600"/>
                  <a:pt x="14033" y="21600"/>
                  <a:pt x="14033" y="21600"/>
                </a:cubicBezTo>
                <a:cubicBezTo>
                  <a:pt x="13345" y="21600"/>
                  <a:pt x="12795" y="21438"/>
                  <a:pt x="12382" y="20788"/>
                </a:cubicBezTo>
                <a:cubicBezTo>
                  <a:pt x="11832" y="20301"/>
                  <a:pt x="11557" y="19489"/>
                  <a:pt x="11557" y="18677"/>
                </a:cubicBezTo>
                <a:cubicBezTo>
                  <a:pt x="11557" y="7958"/>
                  <a:pt x="11557" y="7958"/>
                  <a:pt x="11557" y="7958"/>
                </a:cubicBezTo>
                <a:cubicBezTo>
                  <a:pt x="11557" y="6821"/>
                  <a:pt x="11832" y="5847"/>
                  <a:pt x="12107" y="4872"/>
                </a:cubicBezTo>
                <a:cubicBezTo>
                  <a:pt x="12520" y="3898"/>
                  <a:pt x="12932" y="3086"/>
                  <a:pt x="13620" y="2274"/>
                </a:cubicBezTo>
                <a:cubicBezTo>
                  <a:pt x="14171" y="1624"/>
                  <a:pt x="14859" y="1137"/>
                  <a:pt x="15684" y="650"/>
                </a:cubicBezTo>
                <a:cubicBezTo>
                  <a:pt x="16510" y="325"/>
                  <a:pt x="17335" y="0"/>
                  <a:pt x="18298" y="0"/>
                </a:cubicBezTo>
                <a:cubicBezTo>
                  <a:pt x="19124" y="0"/>
                  <a:pt x="19124" y="0"/>
                  <a:pt x="19124" y="0"/>
                </a:cubicBezTo>
                <a:cubicBezTo>
                  <a:pt x="19261" y="0"/>
                  <a:pt x="19536" y="162"/>
                  <a:pt x="19674" y="325"/>
                </a:cubicBezTo>
                <a:cubicBezTo>
                  <a:pt x="19811" y="487"/>
                  <a:pt x="19949" y="812"/>
                  <a:pt x="19949" y="974"/>
                </a:cubicBezTo>
                <a:cubicBezTo>
                  <a:pt x="19949" y="2923"/>
                  <a:pt x="19949" y="2923"/>
                  <a:pt x="19949" y="2923"/>
                </a:cubicBezTo>
                <a:cubicBezTo>
                  <a:pt x="19949" y="3248"/>
                  <a:pt x="19811" y="3573"/>
                  <a:pt x="19674" y="3735"/>
                </a:cubicBezTo>
                <a:cubicBezTo>
                  <a:pt x="19536" y="3898"/>
                  <a:pt x="19261" y="4060"/>
                  <a:pt x="19124" y="4060"/>
                </a:cubicBezTo>
                <a:cubicBezTo>
                  <a:pt x="18298" y="4060"/>
                  <a:pt x="18298" y="4060"/>
                  <a:pt x="18298" y="4060"/>
                </a:cubicBezTo>
                <a:cubicBezTo>
                  <a:pt x="17335" y="4060"/>
                  <a:pt x="16510" y="4385"/>
                  <a:pt x="15959" y="5197"/>
                </a:cubicBezTo>
                <a:cubicBezTo>
                  <a:pt x="15271" y="5847"/>
                  <a:pt x="14996" y="6821"/>
                  <a:pt x="14996" y="7958"/>
                </a:cubicBezTo>
                <a:cubicBezTo>
                  <a:pt x="14996" y="8445"/>
                  <a:pt x="14996" y="8445"/>
                  <a:pt x="14996" y="8445"/>
                </a:cubicBezTo>
                <a:cubicBezTo>
                  <a:pt x="14996" y="8770"/>
                  <a:pt x="14996" y="9095"/>
                  <a:pt x="15271" y="9420"/>
                </a:cubicBezTo>
                <a:cubicBezTo>
                  <a:pt x="15546" y="9744"/>
                  <a:pt x="15822" y="9907"/>
                  <a:pt x="16234" y="9907"/>
                </a:cubicBezTo>
                <a:cubicBezTo>
                  <a:pt x="19124" y="9907"/>
                  <a:pt x="19124" y="9907"/>
                  <a:pt x="19124" y="9907"/>
                </a:cubicBezTo>
                <a:cubicBezTo>
                  <a:pt x="19811" y="9907"/>
                  <a:pt x="20362" y="10232"/>
                  <a:pt x="20912" y="10719"/>
                </a:cubicBezTo>
                <a:cubicBezTo>
                  <a:pt x="21325" y="11368"/>
                  <a:pt x="21600" y="12018"/>
                  <a:pt x="21600" y="12830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  <a:noAutofit/>
          </a:bodyPr>
          <a:lstStyle/>
          <a:p>
            <a:pPr algn="r"/>
            <a:endParaRPr sz="1224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industry">
            <a:extLst>
              <a:ext uri="{FF2B5EF4-FFF2-40B4-BE49-F238E27FC236}">
                <a16:creationId xmlns:a16="http://schemas.microsoft.com/office/drawing/2014/main" id="{59A98800-DA0A-0FA8-DBD9-591CCB872EF5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5891927" y="1507551"/>
            <a:ext cx="2880000" cy="360000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buNone/>
              <a:defRPr sz="1200" b="0" cap="all" spc="10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logo placeholder white">
            <a:extLst>
              <a:ext uri="{FF2B5EF4-FFF2-40B4-BE49-F238E27FC236}">
                <a16:creationId xmlns:a16="http://schemas.microsoft.com/office/drawing/2014/main" id="{3DE755F3-9F3D-FA53-9A94-CFFA43974D1C}"/>
              </a:ext>
            </a:extLst>
          </p:cNvPr>
          <p:cNvSpPr>
            <a:spLocks noGrp="1" noChangeAspect="1"/>
          </p:cNvSpPr>
          <p:nvPr>
            <p:ph type="pic" sz="quarter" idx="66" hasCustomPrompt="1"/>
          </p:nvPr>
        </p:nvSpPr>
        <p:spPr>
          <a:xfrm>
            <a:off x="5890302" y="441936"/>
            <a:ext cx="2160000" cy="900000"/>
          </a:xfrm>
          <a:prstGeom prst="roundRect">
            <a:avLst>
              <a:gd name="adj" fmla="val 12587"/>
            </a:avLst>
          </a:prstGeom>
          <a:solidFill>
            <a:schemeClr val="bg1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r>
              <a:rPr lang="en-US"/>
              <a:t> </a:t>
            </a:r>
            <a:endParaRPr lang="en-US" dirty="0"/>
          </a:p>
        </p:txBody>
      </p:sp>
      <p:sp>
        <p:nvSpPr>
          <p:cNvPr id="13" name="customer logo">
            <a:extLst>
              <a:ext uri="{FF2B5EF4-FFF2-40B4-BE49-F238E27FC236}">
                <a16:creationId xmlns:a16="http://schemas.microsoft.com/office/drawing/2014/main" id="{9FF0D743-933C-8EB2-55C0-BB3DD8567E31}"/>
              </a:ext>
            </a:extLst>
          </p:cNvPr>
          <p:cNvSpPr>
            <a:spLocks noGrp="1" noChangeAspect="1"/>
          </p:cNvSpPr>
          <p:nvPr>
            <p:ph type="pic" sz="quarter" idx="46" hasCustomPrompt="1"/>
          </p:nvPr>
        </p:nvSpPr>
        <p:spPr>
          <a:xfrm>
            <a:off x="6106302" y="603936"/>
            <a:ext cx="1728000" cy="576000"/>
          </a:xfrm>
          <a:prstGeom prst="roundRect">
            <a:avLst>
              <a:gd name="adj" fmla="val 7414"/>
            </a:avLst>
          </a:prstGeom>
          <a:noFill/>
        </p:spPr>
        <p:txBody>
          <a:bodyPr anchor="ctr" anchorCtr="1">
            <a:noAutofit/>
          </a:bodyPr>
          <a:lstStyle>
            <a:lvl1pPr algn="ctr"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r>
              <a:rPr lang="de-DE"/>
              <a:t> </a:t>
            </a:r>
            <a:endParaRPr lang="en-US" dirty="0"/>
          </a:p>
        </p:txBody>
      </p:sp>
      <p:sp>
        <p:nvSpPr>
          <p:cNvPr id="11" name="content">
            <a:extLst>
              <a:ext uri="{FF2B5EF4-FFF2-40B4-BE49-F238E27FC236}">
                <a16:creationId xmlns:a16="http://schemas.microsoft.com/office/drawing/2014/main" id="{55460CD8-7F20-3092-8A14-190F979D779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9999" y="1980000"/>
            <a:ext cx="4680000" cy="4166862"/>
          </a:xfr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 smtClean="0"/>
            </a:lvl1pPr>
            <a:lvl2pPr>
              <a:defRPr lang="en-US" sz="1200" dirty="0" smtClean="0"/>
            </a:lvl2pPr>
            <a:lvl3pPr>
              <a:defRPr lang="en-US" sz="1200" dirty="0" smtClean="0"/>
            </a:lvl3pPr>
            <a:lvl4pPr>
              <a:defRPr lang="en-US" sz="1200" dirty="0" smtClean="0"/>
            </a:lvl4pPr>
            <a:lvl5pPr>
              <a:defRPr lang="en-US" sz="1400" dirty="0" smtClean="0"/>
            </a:lvl5pPr>
            <a:lvl6pPr>
              <a:defRPr lang="en-US" sz="1200" dirty="0" smtClean="0"/>
            </a:lvl6pPr>
            <a:lvl7pPr>
              <a:defRPr lang="en-US" sz="1200" dirty="0" smtClean="0"/>
            </a:lvl7pPr>
            <a:lvl8pPr>
              <a:defRPr lang="en-US" sz="1200" dirty="0" smtClean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24D79DE1-5191-A9D7-9EAB-2EC78ABFA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4680000" cy="648000"/>
          </a:xfrm>
        </p:spPr>
        <p:txBody>
          <a:bodyPr vert="horz"/>
          <a:lstStyle/>
          <a:p>
            <a:endParaRPr lang="en-US"/>
          </a:p>
        </p:txBody>
      </p:sp>
      <p:sp>
        <p:nvSpPr>
          <p:cNvPr id="16" name="navigation">
            <a:extLst>
              <a:ext uri="{FF2B5EF4-FFF2-40B4-BE49-F238E27FC236}">
                <a16:creationId xmlns:a16="http://schemas.microsoft.com/office/drawing/2014/main" id="{39FC5B04-1B5D-B2F9-19C6-155508C05E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4680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4764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253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23a : 4 contents : picture abo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7587F319-9817-5E8C-3267-E8B5F5655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F5CDEDD9-5767-BF78-73FE-C497E4578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184078D7-3AA4-7E7A-E9A2-747978251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1" name="content 4">
            <a:extLst>
              <a:ext uri="{FF2B5EF4-FFF2-40B4-BE49-F238E27FC236}">
                <a16:creationId xmlns:a16="http://schemas.microsoft.com/office/drawing/2014/main" id="{3830FDEA-EA00-C121-8031-B1412F780ADB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589138" y="2138200"/>
            <a:ext cx="2052000" cy="4032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algn="l" defTabSz="914400" rtl="0" eaLnBrk="1" latinLnBrk="0" hangingPunct="1">
              <a:tabLst>
                <a:tab pos="182563" algn="l"/>
              </a:tabLst>
              <a:defRPr lang="en-US" sz="10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defTabSz="914400" rtl="0" eaLnBrk="1" latinLnBrk="0" hangingPunct="1">
              <a:tabLst>
                <a:tab pos="182563" algn="l"/>
              </a:tabLst>
              <a:defRPr lang="en-US" sz="10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algn="l" defTabSz="914400" rtl="0" eaLnBrk="1" latinLnBrk="0" hangingPunct="1">
              <a:tabLst>
                <a:tab pos="182563" algn="l"/>
              </a:tabLst>
              <a:defRPr lang="en-US" sz="10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algn="l" defTabSz="914400" rtl="0" eaLnBrk="1" latinLnBrk="0" hangingPunct="1">
              <a:tabLst>
                <a:tab pos="182563" algn="l"/>
              </a:tabLst>
              <a:defRPr lang="en-US" sz="10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algn="l" defTabSz="914400" rtl="0" eaLnBrk="1" latinLnBrk="0" hangingPunct="1">
              <a:tabLst>
                <a:tab pos="182563" algn="l"/>
              </a:tabLst>
              <a:defRPr lang="en-US" sz="1000" b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10" name="content 3">
            <a:extLst>
              <a:ext uri="{FF2B5EF4-FFF2-40B4-BE49-F238E27FC236}">
                <a16:creationId xmlns:a16="http://schemas.microsoft.com/office/drawing/2014/main" id="{18389146-967B-7864-AB07-8E11BE69C32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388758" y="2138200"/>
            <a:ext cx="2052000" cy="4032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algn="l" defTabSz="914400" rtl="0" eaLnBrk="1" latinLnBrk="0" hangingPunct="1">
              <a:tabLst>
                <a:tab pos="182563" algn="l"/>
              </a:tabLst>
              <a:defRPr lang="en-US" sz="10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defTabSz="914400" rtl="0" eaLnBrk="1" latinLnBrk="0" hangingPunct="1">
              <a:tabLst>
                <a:tab pos="182563" algn="l"/>
              </a:tabLst>
              <a:defRPr lang="en-US" sz="10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algn="l" defTabSz="914400" rtl="0" eaLnBrk="1" latinLnBrk="0" hangingPunct="1">
              <a:tabLst>
                <a:tab pos="182563" algn="l"/>
              </a:tabLst>
              <a:defRPr lang="en-US" sz="10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algn="l" defTabSz="914400" rtl="0" eaLnBrk="1" latinLnBrk="0" hangingPunct="1">
              <a:tabLst>
                <a:tab pos="182563" algn="l"/>
              </a:tabLst>
              <a:defRPr lang="en-US" sz="10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algn="l" defTabSz="914400" rtl="0" eaLnBrk="1" latinLnBrk="0" hangingPunct="1">
              <a:tabLst>
                <a:tab pos="182563" algn="l"/>
              </a:tabLst>
              <a:defRPr lang="en-US" sz="1000" b="0" kern="1200" spc="4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3" name="content 2">
            <a:extLst>
              <a:ext uri="{FF2B5EF4-FFF2-40B4-BE49-F238E27FC236}">
                <a16:creationId xmlns:a16="http://schemas.microsoft.com/office/drawing/2014/main" id="{77A29EE5-2B1C-3EC4-6F36-6ECBC9D69F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188379" y="2138200"/>
            <a:ext cx="2052000" cy="4032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algn="l" defTabSz="914400" rtl="0" eaLnBrk="1" latinLnBrk="0" hangingPunct="1">
              <a:tabLst>
                <a:tab pos="182563" algn="l"/>
              </a:tabLst>
              <a:defRPr lang="en-US" sz="10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defTabSz="914400" rtl="0" eaLnBrk="1" latinLnBrk="0" hangingPunct="1">
              <a:tabLst>
                <a:tab pos="182563" algn="l"/>
              </a:tabLst>
              <a:defRPr lang="en-US" sz="10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algn="l" defTabSz="914400" rtl="0" eaLnBrk="1" latinLnBrk="0" hangingPunct="1">
              <a:tabLst>
                <a:tab pos="182563" algn="l"/>
              </a:tabLst>
              <a:defRPr lang="en-US" sz="10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algn="l" defTabSz="914400" rtl="0" eaLnBrk="1" latinLnBrk="0" hangingPunct="1">
              <a:tabLst>
                <a:tab pos="182563" algn="l"/>
              </a:tabLst>
              <a:defRPr lang="en-US" sz="10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algn="l" defTabSz="914400" rtl="0" eaLnBrk="1" latinLnBrk="0" hangingPunct="1">
              <a:tabLst>
                <a:tab pos="182563" algn="l"/>
              </a:tabLst>
              <a:defRPr lang="en-US" sz="1000" b="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9997" y="2138200"/>
            <a:ext cx="4500003" cy="4032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000" dirty="0"/>
            </a:lvl1pPr>
            <a:lvl2pPr>
              <a:defRPr lang="en-US" sz="1000" dirty="0"/>
            </a:lvl2pPr>
            <a:lvl3pPr>
              <a:defRPr lang="en-US" sz="1000" dirty="0"/>
            </a:lvl3pPr>
            <a:lvl4pPr>
              <a:defRPr lang="en-US" sz="1000" dirty="0"/>
            </a:lvl4pPr>
            <a:lvl5pPr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defRPr lang="en-US" sz="1000" dirty="0">
                <a:solidFill>
                  <a:schemeClr val="tx1"/>
                </a:solidFill>
              </a:defRPr>
            </a:lvl5pPr>
            <a:lvl6pPr>
              <a:defRPr lang="en-US" dirty="0"/>
            </a:lvl6pPr>
            <a:lvl7pPr>
              <a:defRPr lang="en-US" dirty="0"/>
            </a:lvl7pPr>
            <a:lvl8pPr>
              <a:defRPr lang="en-US" dirty="0"/>
            </a:lvl8pPr>
            <a:lvl9pPr>
              <a:defRPr lang="en-US" dirty="0"/>
            </a:lvl9pPr>
          </a:lstStyle>
          <a:p>
            <a:pPr lvl="0"/>
            <a:endParaRPr lang="en-US" dirty="0"/>
          </a:p>
        </p:txBody>
      </p:sp>
      <p:sp>
        <p:nvSpPr>
          <p:cNvPr id="8" name="picture right">
            <a:extLst>
              <a:ext uri="{FF2B5EF4-FFF2-40B4-BE49-F238E27FC236}">
                <a16:creationId xmlns:a16="http://schemas.microsoft.com/office/drawing/2014/main" id="{500BF364-B154-B732-45F8-3424E506904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188379" y="-101600"/>
            <a:ext cx="6480000" cy="1980000"/>
          </a:xfrm>
          <a:prstGeom prst="roundRect">
            <a:avLst>
              <a:gd name="adj" fmla="val 339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en-US"/>
              <a:t>Click icon to add picture</a:t>
            </a:r>
            <a:endParaRPr lang="en-ID"/>
          </a:p>
        </p:txBody>
      </p:sp>
      <p:sp>
        <p:nvSpPr>
          <p:cNvPr id="6" name="customer logo">
            <a:extLst>
              <a:ext uri="{FF2B5EF4-FFF2-40B4-BE49-F238E27FC236}">
                <a16:creationId xmlns:a16="http://schemas.microsoft.com/office/drawing/2014/main" id="{6F6BF07D-D104-2E05-4531-3EB7767A3D92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3707999" y="1044000"/>
            <a:ext cx="1332000" cy="828000"/>
          </a:xfrm>
          <a:prstGeom prst="roundRect">
            <a:avLst>
              <a:gd name="adj" fmla="val 7414"/>
            </a:avLst>
          </a:prstGeom>
          <a:noFill/>
        </p:spPr>
        <p:txBody>
          <a:bodyPr anchor="ctr" anchorCtr="1">
            <a:noAutofit/>
          </a:bodyPr>
          <a:lstStyle>
            <a:lvl1pPr algn="ctr"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r>
              <a:rPr lang="de-DE"/>
              <a:t> CUSTOMER </a:t>
            </a:r>
            <a:r>
              <a:rPr lang="de-DE" dirty="0"/>
              <a:t>LOGO</a:t>
            </a:r>
            <a:endParaRPr lang="en-US" dirty="0"/>
          </a:p>
        </p:txBody>
      </p:sp>
      <p:sp>
        <p:nvSpPr>
          <p:cNvPr id="45" name="subtitle">
            <a:extLst>
              <a:ext uri="{FF2B5EF4-FFF2-40B4-BE49-F238E27FC236}">
                <a16:creationId xmlns:a16="http://schemas.microsoft.com/office/drawing/2014/main" id="{0633A486-8FC4-7B86-52CC-410B63F32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997" y="1497200"/>
            <a:ext cx="3132000" cy="491938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spc="70" baseline="0">
                <a:gradFill>
                  <a:gsLst>
                    <a:gs pos="0">
                      <a:srgbClr val="FF4D4A"/>
                    </a:gs>
                    <a:gs pos="100000">
                      <a:srgbClr val="FF744F"/>
                    </a:gs>
                  </a:gsLst>
                  <a:lin ang="18900000" scaled="0"/>
                </a:gra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36" name="title">
            <a:extLst>
              <a:ext uri="{FF2B5EF4-FFF2-40B4-BE49-F238E27FC236}">
                <a16:creationId xmlns:a16="http://schemas.microsoft.com/office/drawing/2014/main" id="{C42A5394-0582-37AA-737C-9A22F650E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3132000" cy="828000"/>
          </a:xfrm>
        </p:spPr>
        <p:txBody>
          <a:bodyPr vert="horz" anchor="b"/>
          <a:lstStyle/>
          <a:p>
            <a:endParaRPr lang="en-US"/>
          </a:p>
        </p:txBody>
      </p:sp>
      <p:sp>
        <p:nvSpPr>
          <p:cNvPr id="5" name="navigation">
            <a:extLst>
              <a:ext uri="{FF2B5EF4-FFF2-40B4-BE49-F238E27FC236}">
                <a16:creationId xmlns:a16="http://schemas.microsoft.com/office/drawing/2014/main" id="{E2DB2781-02B7-8F48-880C-0864DAF6A9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29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0697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23b : 5 contents :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7587F319-9817-5E8C-3267-E8B5F5655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F5CDEDD9-5767-BF78-73FE-C497E4578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184078D7-3AA4-7E7A-E9A2-747978251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1" name="content C">
            <a:extLst>
              <a:ext uri="{FF2B5EF4-FFF2-40B4-BE49-F238E27FC236}">
                <a16:creationId xmlns:a16="http://schemas.microsoft.com/office/drawing/2014/main" id="{3830FDEA-EA00-C121-8031-B1412F780ADB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9769138" y="3283974"/>
            <a:ext cx="1872000" cy="28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b="0" baseline="0" smtClean="0"/>
            </a:lvl2pPr>
            <a:lvl3pPr>
              <a:defRPr lang="en-US" sz="1200" smtClean="0"/>
            </a:lvl3pPr>
            <a:lvl4pPr>
              <a:defRPr lang="en-US" sz="1200" smtClean="0">
                <a:solidFill>
                  <a:schemeClr val="tx2"/>
                </a:solidFill>
                <a:cs typeface="+mn-cs"/>
              </a:defRPr>
            </a:lvl4pPr>
            <a:lvl5pPr>
              <a:defRPr lang="en-US" sz="1200" smtClean="0"/>
            </a:lvl5pPr>
            <a:lvl6pPr>
              <a:defRPr lang="en-US" sz="1200" smtClean="0"/>
            </a:lvl6pPr>
            <a:lvl7pPr>
              <a:defRPr lang="en-US" sz="1200" smtClean="0"/>
            </a:lvl7pPr>
            <a:lvl8pPr>
              <a:defRPr lang="en-US" sz="1200" smtClean="0"/>
            </a:lvl8pPr>
            <a:lvl9pPr>
              <a:defRPr lang="en-US" sz="1200" smtClean="0"/>
            </a:lvl9pPr>
          </a:lstStyle>
          <a:p>
            <a:pPr lvl="0"/>
            <a:endParaRPr lang="en-US" dirty="0"/>
          </a:p>
        </p:txBody>
      </p:sp>
      <p:sp>
        <p:nvSpPr>
          <p:cNvPr id="10" name="content B">
            <a:extLst>
              <a:ext uri="{FF2B5EF4-FFF2-40B4-BE49-F238E27FC236}">
                <a16:creationId xmlns:a16="http://schemas.microsoft.com/office/drawing/2014/main" id="{18389146-967B-7864-AB07-8E11BE69C32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645138" y="3283974"/>
            <a:ext cx="1872000" cy="28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b="0" baseline="0" smtClean="0"/>
            </a:lvl2pPr>
            <a:lvl3pPr>
              <a:defRPr lang="en-US" sz="1200" smtClean="0"/>
            </a:lvl3pPr>
            <a:lvl4pPr>
              <a:defRPr lang="en-US" sz="1200" smtClean="0">
                <a:solidFill>
                  <a:schemeClr val="tx2"/>
                </a:solidFill>
                <a:cs typeface="+mn-cs"/>
              </a:defRPr>
            </a:lvl4pPr>
            <a:lvl5pPr>
              <a:defRPr lang="en-US" sz="1200" smtClean="0"/>
            </a:lvl5pPr>
            <a:lvl6pPr>
              <a:defRPr lang="en-US" sz="1200" smtClean="0"/>
            </a:lvl6pPr>
            <a:lvl7pPr>
              <a:defRPr lang="en-US" sz="1200" smtClean="0"/>
            </a:lvl7pPr>
            <a:lvl8pPr>
              <a:defRPr lang="en-US" sz="1200" smtClean="0"/>
            </a:lvl8pPr>
            <a:lvl9pPr>
              <a:defRPr lang="en-US" sz="1200" smtClean="0"/>
            </a:lvl9pPr>
          </a:lstStyle>
          <a:p>
            <a:pPr lvl="0"/>
            <a:endParaRPr lang="en-US" dirty="0"/>
          </a:p>
        </p:txBody>
      </p:sp>
      <p:sp>
        <p:nvSpPr>
          <p:cNvPr id="3" name="content A">
            <a:extLst>
              <a:ext uri="{FF2B5EF4-FFF2-40B4-BE49-F238E27FC236}">
                <a16:creationId xmlns:a16="http://schemas.microsoft.com/office/drawing/2014/main" id="{77A29EE5-2B1C-3EC4-6F36-6ECBC9D69F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521138" y="3283974"/>
            <a:ext cx="1872000" cy="28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algn="l" defTabSz="914400" rtl="0" eaLnBrk="1" latinLnBrk="0" hangingPunct="1">
              <a:lnSpc>
                <a:spcPts val="1800"/>
              </a:lnSpc>
              <a:spcBef>
                <a:spcPts val="300"/>
              </a:spcBef>
              <a:tabLst>
                <a:tab pos="182563" algn="l"/>
              </a:tabLst>
              <a:defRPr lang="en-US" sz="12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algn="l" defTabSz="914400" rtl="0" eaLnBrk="1" latinLnBrk="0" hangingPunct="1">
              <a:lnSpc>
                <a:spcPts val="1800"/>
              </a:lnSpc>
              <a:spcBef>
                <a:spcPts val="300"/>
              </a:spcBef>
              <a:tabLst>
                <a:tab pos="182563" algn="l"/>
              </a:tabLst>
              <a:defRPr lang="en-US" sz="12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algn="l" defTabSz="914400" rtl="0" eaLnBrk="1" latinLnBrk="0" hangingPunct="1">
              <a:lnSpc>
                <a:spcPts val="1800"/>
              </a:lnSpc>
              <a:spcBef>
                <a:spcPts val="300"/>
              </a:spcBef>
              <a:tabLst>
                <a:tab pos="182563" algn="l"/>
              </a:tabLst>
              <a:defRPr lang="en-US" sz="12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algn="l" defTabSz="914400" rtl="0" eaLnBrk="1" latinLnBrk="0" hangingPunct="1">
              <a:lnSpc>
                <a:spcPts val="1800"/>
              </a:lnSpc>
              <a:spcBef>
                <a:spcPts val="300"/>
              </a:spcBef>
              <a:tabLst>
                <a:tab pos="182563" algn="l"/>
              </a:tabLst>
              <a:defRPr lang="en-US" sz="1200" b="0" kern="1200" baseline="0" noProof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algn="l" defTabSz="914400" rtl="0" eaLnBrk="1" latinLnBrk="0" hangingPunct="1">
              <a:lnSpc>
                <a:spcPts val="1800"/>
              </a:lnSpc>
              <a:spcBef>
                <a:spcPts val="300"/>
              </a:spcBef>
              <a:tabLst>
                <a:tab pos="182563" algn="l"/>
              </a:tabLst>
              <a:defRPr lang="en-US" sz="1200" smtClean="0"/>
            </a:lvl5pPr>
            <a:lvl6pPr>
              <a:lnSpc>
                <a:spcPts val="1800"/>
              </a:lnSpc>
              <a:spcBef>
                <a:spcPts val="300"/>
              </a:spcBef>
              <a:defRPr lang="en-US" sz="1200" dirty="0"/>
            </a:lvl6pPr>
            <a:lvl7pPr>
              <a:lnSpc>
                <a:spcPts val="1800"/>
              </a:lnSpc>
              <a:spcBef>
                <a:spcPts val="300"/>
              </a:spcBef>
              <a:defRPr lang="en-US" sz="1200" dirty="0"/>
            </a:lvl7pPr>
            <a:lvl8pPr>
              <a:lnSpc>
                <a:spcPts val="1800"/>
              </a:lnSpc>
              <a:spcBef>
                <a:spcPts val="300"/>
              </a:spcBef>
              <a:defRPr lang="en-US" sz="1200" dirty="0"/>
            </a:lvl8pPr>
            <a:lvl9pPr>
              <a:lnSpc>
                <a:spcPts val="1800"/>
              </a:lnSpc>
              <a:spcBef>
                <a:spcPts val="300"/>
              </a:spcBef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25" name="picture 3">
            <a:extLst>
              <a:ext uri="{FF2B5EF4-FFF2-40B4-BE49-F238E27FC236}">
                <a16:creationId xmlns:a16="http://schemas.microsoft.com/office/drawing/2014/main" id="{CB19C893-3E43-7B55-F09D-404F65ECC9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80002" y="1993437"/>
            <a:ext cx="1872000" cy="1152000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26" name="picture 2">
            <a:extLst>
              <a:ext uri="{FF2B5EF4-FFF2-40B4-BE49-F238E27FC236}">
                <a16:creationId xmlns:a16="http://schemas.microsoft.com/office/drawing/2014/main" id="{B610BDAE-37E1-B34F-0439-C8A4845B6F8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645138" y="1993437"/>
            <a:ext cx="1872000" cy="1152000"/>
          </a:xfrm>
          <a:prstGeom prst="roundRect">
            <a:avLst>
              <a:gd name="adj" fmla="val 5467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27" name="picture 1">
            <a:extLst>
              <a:ext uri="{FF2B5EF4-FFF2-40B4-BE49-F238E27FC236}">
                <a16:creationId xmlns:a16="http://schemas.microsoft.com/office/drawing/2014/main" id="{A2181A85-67F3-4040-0C70-CD4B92E7B17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21138" y="1993437"/>
            <a:ext cx="1872000" cy="1152000"/>
          </a:xfrm>
          <a:prstGeom prst="roundRect">
            <a:avLst>
              <a:gd name="adj" fmla="val 5788"/>
            </a:avLst>
          </a:prstGeom>
          <a:solidFill>
            <a:schemeClr val="bg1"/>
          </a:solidFill>
          <a:effectLst/>
        </p:spPr>
        <p:txBody>
          <a:bodyPr/>
          <a:lstStyle/>
          <a:p>
            <a:endParaRPr lang="en-DE" dirty="0"/>
          </a:p>
        </p:txBody>
      </p:sp>
      <p:sp>
        <p:nvSpPr>
          <p:cNvPr id="28" name="content  3">
            <a:extLst>
              <a:ext uri="{FF2B5EF4-FFF2-40B4-BE49-F238E27FC236}">
                <a16:creationId xmlns:a16="http://schemas.microsoft.com/office/drawing/2014/main" id="{C1680A4C-F25B-0267-212B-AD9960BC73B1}"/>
              </a:ext>
            </a:extLst>
          </p:cNvPr>
          <p:cNvSpPr>
            <a:spLocks noGrp="1"/>
          </p:cNvSpPr>
          <p:nvPr>
            <p:ph sz="quarter" idx="56" hasCustomPrompt="1"/>
          </p:nvPr>
        </p:nvSpPr>
        <p:spPr>
          <a:xfrm>
            <a:off x="5521138" y="1484313"/>
            <a:ext cx="6120000" cy="504825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b="0" baseline="0" smtClean="0"/>
            </a:lvl2pPr>
            <a:lvl3pPr>
              <a:defRPr lang="en-US" sz="1200" smtClean="0"/>
            </a:lvl3pPr>
            <a:lvl4pPr>
              <a:defRPr lang="en-US" sz="1200" smtClean="0">
                <a:solidFill>
                  <a:schemeClr val="tx2"/>
                </a:solidFill>
                <a:cs typeface="+mn-cs"/>
              </a:defRPr>
            </a:lvl4pPr>
            <a:lvl5pPr>
              <a:defRPr lang="en-US" sz="1200" smtClean="0"/>
            </a:lvl5pPr>
            <a:lvl6pPr>
              <a:defRPr lang="en-US" sz="1200" smtClean="0"/>
            </a:lvl6pPr>
            <a:lvl7pPr>
              <a:defRPr lang="en-US" sz="1200" smtClean="0"/>
            </a:lvl7pPr>
            <a:lvl8pPr>
              <a:defRPr lang="en-US" sz="1200" smtClean="0"/>
            </a:lvl8pPr>
            <a:lvl9pPr>
              <a:defRPr lang="en-US" sz="1200" smtClean="0"/>
            </a:lvl9pPr>
          </a:lstStyle>
          <a:p>
            <a:pPr lvl="0"/>
            <a:r>
              <a:rPr lang="en-US"/>
              <a:t>First level</a:t>
            </a:r>
            <a:endParaRPr lang="en-US" dirty="0"/>
          </a:p>
        </p:txBody>
      </p:sp>
      <p:sp>
        <p:nvSpPr>
          <p:cNvPr id="4" name="content 2">
            <a:extLst>
              <a:ext uri="{FF2B5EF4-FFF2-40B4-BE49-F238E27FC236}">
                <a16:creationId xmlns:a16="http://schemas.microsoft.com/office/drawing/2014/main" id="{7A5FAD4D-21B9-A852-4BBD-6443D406EB19}"/>
              </a:ext>
            </a:extLst>
          </p:cNvPr>
          <p:cNvSpPr>
            <a:spLocks noGrp="1"/>
          </p:cNvSpPr>
          <p:nvPr>
            <p:ph sz="quarter" idx="47"/>
          </p:nvPr>
        </p:nvSpPr>
        <p:spPr>
          <a:xfrm>
            <a:off x="2843997" y="1476000"/>
            <a:ext cx="1980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b="0" baseline="0" smtClean="0"/>
            </a:lvl2pPr>
            <a:lvl3pPr>
              <a:defRPr lang="en-US" sz="1200" smtClean="0"/>
            </a:lvl3pPr>
            <a:lvl4pPr>
              <a:defRPr lang="en-US" sz="1200" smtClean="0">
                <a:solidFill>
                  <a:schemeClr val="tx2"/>
                </a:solidFill>
                <a:cs typeface="+mn-cs"/>
              </a:defRPr>
            </a:lvl4pPr>
            <a:lvl5pPr>
              <a:defRPr lang="en-US" sz="1200" smtClean="0"/>
            </a:lvl5pPr>
            <a:lvl6pPr>
              <a:defRPr lang="en-US" sz="1200" smtClean="0"/>
            </a:lvl6pPr>
            <a:lvl7pPr>
              <a:defRPr lang="en-US" sz="1200" smtClean="0"/>
            </a:lvl7pPr>
            <a:lvl8pPr>
              <a:defRPr lang="en-US" sz="1200" smtClean="0"/>
            </a:lvl8pPr>
            <a:lvl9pPr>
              <a:defRPr lang="en-US" sz="1200" smtClean="0"/>
            </a:lvl9pPr>
          </a:lstStyle>
          <a:p>
            <a:pPr lvl="0"/>
            <a:endParaRPr lang="en-US" dirty="0"/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9997" y="1476000"/>
            <a:ext cx="1980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b="0" baseline="0" smtClean="0"/>
            </a:lvl2pPr>
            <a:lvl3pPr>
              <a:defRPr lang="en-US" sz="1200" smtClean="0"/>
            </a:lvl3pPr>
            <a:lvl4pPr>
              <a:defRPr lang="en-US" sz="1200" smtClean="0">
                <a:solidFill>
                  <a:schemeClr val="tx2"/>
                </a:solidFill>
                <a:cs typeface="+mn-cs"/>
              </a:defRPr>
            </a:lvl4pPr>
            <a:lvl5pPr>
              <a:defRPr lang="en-US" sz="1200" smtClean="0"/>
            </a:lvl5pPr>
            <a:lvl6pPr>
              <a:defRPr lang="en-US" sz="1200" smtClean="0"/>
            </a:lvl6pPr>
            <a:lvl7pPr>
              <a:defRPr lang="en-US" sz="1200" smtClean="0"/>
            </a:lvl7pPr>
            <a:lvl8pPr>
              <a:defRPr lang="en-US" sz="1200" smtClean="0"/>
            </a:lvl8pPr>
            <a:lvl9pPr>
              <a:defRPr lang="en-US" sz="1200" smtClean="0"/>
            </a:lvl9pPr>
          </a:lstStyle>
          <a:p>
            <a:pPr lvl="0"/>
            <a:endParaRPr lang="en-US" dirty="0"/>
          </a:p>
        </p:txBody>
      </p:sp>
      <p:sp>
        <p:nvSpPr>
          <p:cNvPr id="36" name="title">
            <a:extLst>
              <a:ext uri="{FF2B5EF4-FFF2-40B4-BE49-F238E27FC236}">
                <a16:creationId xmlns:a16="http://schemas.microsoft.com/office/drawing/2014/main" id="{C42A5394-0582-37AA-737C-9A22F650E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828000"/>
          </a:xfrm>
        </p:spPr>
        <p:txBody>
          <a:bodyPr vert="horz" anchor="t"/>
          <a:lstStyle/>
          <a:p>
            <a:endParaRPr lang="en-US"/>
          </a:p>
        </p:txBody>
      </p:sp>
      <p:sp>
        <p:nvSpPr>
          <p:cNvPr id="5" name="navigation">
            <a:extLst>
              <a:ext uri="{FF2B5EF4-FFF2-40B4-BE49-F238E27FC236}">
                <a16:creationId xmlns:a16="http://schemas.microsoft.com/office/drawing/2014/main" id="{E2DB2781-02B7-8F48-880C-0864DAF6A9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52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998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24a : pc : content :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43A8C717-4722-397F-A0C8-433FF5FE6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2FBD8772-FE66-8FDF-84A4-30F5BE975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E99FB28A-22AA-994E-7043-22AAEC7A3A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FE1E167-5B62-BEF8-DF11-0EE0B2E2F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/>
          </a:p>
        </p:txBody>
      </p:sp>
      <p:sp>
        <p:nvSpPr>
          <p:cNvPr id="2" name="navigation">
            <a:extLst>
              <a:ext uri="{FF2B5EF4-FFF2-40B4-BE49-F238E27FC236}">
                <a16:creationId xmlns:a16="http://schemas.microsoft.com/office/drawing/2014/main" id="{AD6AF56D-58A3-40A6-7508-E336368480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52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  <p:sp>
        <p:nvSpPr>
          <p:cNvPr id="3" name="monitor">
            <a:extLst>
              <a:ext uri="{FF2B5EF4-FFF2-40B4-BE49-F238E27FC236}">
                <a16:creationId xmlns:a16="http://schemas.microsoft.com/office/drawing/2014/main" id="{A87C9662-A50A-1B6F-1255-BAB9778D4AB0}"/>
              </a:ext>
            </a:extLst>
          </p:cNvPr>
          <p:cNvSpPr txBox="1">
            <a:spLocks/>
          </p:cNvSpPr>
          <p:nvPr userDrawn="1"/>
        </p:nvSpPr>
        <p:spPr>
          <a:xfrm>
            <a:off x="540000" y="1484312"/>
            <a:ext cx="5419342" cy="4917145"/>
          </a:xfrm>
          <a:prstGeom prst="rect">
            <a:avLst/>
          </a:prstGeom>
          <a:blipFill>
            <a:blip r:embed="rId2"/>
            <a:srcRect/>
            <a:stretch>
              <a:fillRect l="410" t="-1" r="410" b="4153"/>
            </a:stretch>
          </a:blipFill>
          <a:effectLst/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defRPr sz="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1338" indent="-2762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6450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Verdana" panose="020B060403050404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0" kern="1200" cap="all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+mj-lt"/>
              <a:buAutoNum type="arabicPeriod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+mj-lt"/>
              <a:buAutoNum type="alphaLcPeriod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4B4B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</a:t>
            </a:r>
            <a:endParaRPr kumimoji="0" lang="nl-NL" sz="1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7" name="picture front">
            <a:extLst>
              <a:ext uri="{FF2B5EF4-FFF2-40B4-BE49-F238E27FC236}">
                <a16:creationId xmlns:a16="http://schemas.microsoft.com/office/drawing/2014/main" id="{90E740B9-F740-5CE7-A779-38995F973C3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0080" y="1656273"/>
            <a:ext cx="5040000" cy="2999116"/>
          </a:xfrm>
          <a:prstGeom prst="roundRect">
            <a:avLst>
              <a:gd name="adj" fmla="val 2688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5119ECF5-D965-7763-E30E-19CB037362C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6456363" y="1484313"/>
            <a:ext cx="5184000" cy="468153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</p:spTree>
    <p:extLst>
      <p:ext uri="{BB962C8B-B14F-4D97-AF65-F5344CB8AC3E}">
        <p14:creationId xmlns:p14="http://schemas.microsoft.com/office/powerpoint/2010/main" val="27507188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24b : mobile :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obile with hand">
            <a:extLst>
              <a:ext uri="{FF2B5EF4-FFF2-40B4-BE49-F238E27FC236}">
                <a16:creationId xmlns:a16="http://schemas.microsoft.com/office/drawing/2014/main" id="{59821215-9BE7-DA38-5A7B-6A43DF0C476B}"/>
              </a:ext>
            </a:extLst>
          </p:cNvPr>
          <p:cNvSpPr txBox="1">
            <a:spLocks/>
          </p:cNvSpPr>
          <p:nvPr userDrawn="1"/>
        </p:nvSpPr>
        <p:spPr>
          <a:xfrm>
            <a:off x="7870050" y="1495552"/>
            <a:ext cx="4278407" cy="5362448"/>
          </a:xfrm>
          <a:prstGeom prst="rect">
            <a:avLst/>
          </a:prstGeo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t="92" r="-24040"/>
            </a:stretch>
          </a:blipFill>
          <a:effectLst/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defRPr sz="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1338" indent="-27622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6450" indent="-2651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Verdana" panose="020B0604030504040204" pitchFamily="34" charset="0"/>
              <a:buChar char="–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 kern="120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0" kern="1200" cap="all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6pPr>
            <a:lvl7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+mj-lt"/>
              <a:buAutoNum type="arabicPeriod"/>
              <a:tabLst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+mj-lt"/>
              <a:buAutoNum type="alphaLcPeriod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541338" indent="-1809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60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F4B4B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r>
              <a:rPr kumimoji="0" lang="nl-NL" sz="1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 </a:t>
            </a:r>
            <a:endParaRPr kumimoji="0" lang="nl-NL" sz="1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43A8C717-4722-397F-A0C8-433FF5FE6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2FBD8772-FE66-8FDF-84A4-30F5BE975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E99FB28A-22AA-994E-7043-22AAEC7A3A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1" name="picture front">
            <a:extLst>
              <a:ext uri="{FF2B5EF4-FFF2-40B4-BE49-F238E27FC236}">
                <a16:creationId xmlns:a16="http://schemas.microsoft.com/office/drawing/2014/main" id="{2E74DA68-A790-58DF-BCB9-34E3B7F38E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12002" y="1627187"/>
            <a:ext cx="2340000" cy="4613955"/>
          </a:xfrm>
          <a:prstGeom prst="roundRect">
            <a:avLst>
              <a:gd name="adj" fmla="val 11275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15" name="content 2">
            <a:extLst>
              <a:ext uri="{FF2B5EF4-FFF2-40B4-BE49-F238E27FC236}">
                <a16:creationId xmlns:a16="http://schemas.microsoft.com/office/drawing/2014/main" id="{721B5AA9-0EFD-C504-CCC2-7DA201A8708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05025" y="1476000"/>
            <a:ext cx="3420000" cy="468153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8" name="content 1">
            <a:extLst>
              <a:ext uri="{FF2B5EF4-FFF2-40B4-BE49-F238E27FC236}">
                <a16:creationId xmlns:a16="http://schemas.microsoft.com/office/drawing/2014/main" id="{DD0A18D2-5F71-F86D-980D-AF35B8104C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40000" y="1476000"/>
            <a:ext cx="3420000" cy="468153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FE1E167-5B62-BEF8-DF11-0EE0B2E2F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/>
          </a:p>
        </p:txBody>
      </p:sp>
      <p:sp>
        <p:nvSpPr>
          <p:cNvPr id="2" name="navigation">
            <a:extLst>
              <a:ext uri="{FF2B5EF4-FFF2-40B4-BE49-F238E27FC236}">
                <a16:creationId xmlns:a16="http://schemas.microsoft.com/office/drawing/2014/main" id="{AD6AF56D-58A3-40A6-7508-E336368480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52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4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24c : pc : mobile : laptop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43A8C717-4722-397F-A0C8-433FF5FE6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2FBD8772-FE66-8FDF-84A4-30F5BE975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E99FB28A-22AA-994E-7043-22AAEC7A3A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8" name="content 1">
            <a:extLst>
              <a:ext uri="{FF2B5EF4-FFF2-40B4-BE49-F238E27FC236}">
                <a16:creationId xmlns:a16="http://schemas.microsoft.com/office/drawing/2014/main" id="{DD0A18D2-5F71-F86D-980D-AF35B8104C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40000" y="1476000"/>
            <a:ext cx="2759246" cy="468153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7FE1E167-5B62-BEF8-DF11-0EE0B2E2F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/>
          </a:p>
        </p:txBody>
      </p:sp>
      <p:sp>
        <p:nvSpPr>
          <p:cNvPr id="2" name="navigation">
            <a:extLst>
              <a:ext uri="{FF2B5EF4-FFF2-40B4-BE49-F238E27FC236}">
                <a16:creationId xmlns:a16="http://schemas.microsoft.com/office/drawing/2014/main" id="{AD6AF56D-58A3-40A6-7508-E336368480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52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713091-CFF5-0754-08D5-1B343AFEF0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7118" y="1568896"/>
            <a:ext cx="8187638" cy="4627265"/>
          </a:xfrm>
          <a:prstGeom prst="rect">
            <a:avLst/>
          </a:prstGeom>
        </p:spPr>
      </p:pic>
      <p:sp>
        <p:nvSpPr>
          <p:cNvPr id="5" name="picture front">
            <a:extLst>
              <a:ext uri="{FF2B5EF4-FFF2-40B4-BE49-F238E27FC236}">
                <a16:creationId xmlns:a16="http://schemas.microsoft.com/office/drawing/2014/main" id="{82D1674F-734B-1BF5-46D2-745F3BF0515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728203" y="1757686"/>
            <a:ext cx="4422992" cy="2621823"/>
          </a:xfrm>
          <a:custGeom>
            <a:avLst/>
            <a:gdLst>
              <a:gd name="connsiteX0" fmla="*/ 0 w 4796460"/>
              <a:gd name="connsiteY0" fmla="*/ 74741 h 2780557"/>
              <a:gd name="connsiteX1" fmla="*/ 74741 w 4796460"/>
              <a:gd name="connsiteY1" fmla="*/ 0 h 2780557"/>
              <a:gd name="connsiteX2" fmla="*/ 4721719 w 4796460"/>
              <a:gd name="connsiteY2" fmla="*/ 0 h 2780557"/>
              <a:gd name="connsiteX3" fmla="*/ 4796460 w 4796460"/>
              <a:gd name="connsiteY3" fmla="*/ 74741 h 2780557"/>
              <a:gd name="connsiteX4" fmla="*/ 4796460 w 4796460"/>
              <a:gd name="connsiteY4" fmla="*/ 2705816 h 2780557"/>
              <a:gd name="connsiteX5" fmla="*/ 4721719 w 4796460"/>
              <a:gd name="connsiteY5" fmla="*/ 2780557 h 2780557"/>
              <a:gd name="connsiteX6" fmla="*/ 74741 w 4796460"/>
              <a:gd name="connsiteY6" fmla="*/ 2780557 h 2780557"/>
              <a:gd name="connsiteX7" fmla="*/ 0 w 4796460"/>
              <a:gd name="connsiteY7" fmla="*/ 2705816 h 2780557"/>
              <a:gd name="connsiteX8" fmla="*/ 0 w 4796460"/>
              <a:gd name="connsiteY8" fmla="*/ 74741 h 2780557"/>
              <a:gd name="connsiteX0" fmla="*/ 0 w 4796460"/>
              <a:gd name="connsiteY0" fmla="*/ 74741 h 2780557"/>
              <a:gd name="connsiteX1" fmla="*/ 74741 w 4796460"/>
              <a:gd name="connsiteY1" fmla="*/ 0 h 2780557"/>
              <a:gd name="connsiteX2" fmla="*/ 4721719 w 4796460"/>
              <a:gd name="connsiteY2" fmla="*/ 0 h 2780557"/>
              <a:gd name="connsiteX3" fmla="*/ 4796460 w 4796460"/>
              <a:gd name="connsiteY3" fmla="*/ 74741 h 2780557"/>
              <a:gd name="connsiteX4" fmla="*/ 4796460 w 4796460"/>
              <a:gd name="connsiteY4" fmla="*/ 2705816 h 2780557"/>
              <a:gd name="connsiteX5" fmla="*/ 4423269 w 4796460"/>
              <a:gd name="connsiteY5" fmla="*/ 2780557 h 2780557"/>
              <a:gd name="connsiteX6" fmla="*/ 74741 w 4796460"/>
              <a:gd name="connsiteY6" fmla="*/ 2780557 h 2780557"/>
              <a:gd name="connsiteX7" fmla="*/ 0 w 4796460"/>
              <a:gd name="connsiteY7" fmla="*/ 2705816 h 2780557"/>
              <a:gd name="connsiteX8" fmla="*/ 0 w 4796460"/>
              <a:gd name="connsiteY8" fmla="*/ 74741 h 2780557"/>
              <a:gd name="connsiteX0" fmla="*/ 0 w 4802810"/>
              <a:gd name="connsiteY0" fmla="*/ 74741 h 2780557"/>
              <a:gd name="connsiteX1" fmla="*/ 74741 w 4802810"/>
              <a:gd name="connsiteY1" fmla="*/ 0 h 2780557"/>
              <a:gd name="connsiteX2" fmla="*/ 4721719 w 4802810"/>
              <a:gd name="connsiteY2" fmla="*/ 0 h 2780557"/>
              <a:gd name="connsiteX3" fmla="*/ 4796460 w 4802810"/>
              <a:gd name="connsiteY3" fmla="*/ 74741 h 2780557"/>
              <a:gd name="connsiteX4" fmla="*/ 4802810 w 4802810"/>
              <a:gd name="connsiteY4" fmla="*/ 1480266 h 2780557"/>
              <a:gd name="connsiteX5" fmla="*/ 4423269 w 4802810"/>
              <a:gd name="connsiteY5" fmla="*/ 2780557 h 2780557"/>
              <a:gd name="connsiteX6" fmla="*/ 74741 w 4802810"/>
              <a:gd name="connsiteY6" fmla="*/ 2780557 h 2780557"/>
              <a:gd name="connsiteX7" fmla="*/ 0 w 4802810"/>
              <a:gd name="connsiteY7" fmla="*/ 2705816 h 2780557"/>
              <a:gd name="connsiteX8" fmla="*/ 0 w 4802810"/>
              <a:gd name="connsiteY8" fmla="*/ 74741 h 2780557"/>
              <a:gd name="connsiteX0" fmla="*/ 0 w 4802810"/>
              <a:gd name="connsiteY0" fmla="*/ 74741 h 2780557"/>
              <a:gd name="connsiteX1" fmla="*/ 74741 w 4802810"/>
              <a:gd name="connsiteY1" fmla="*/ 0 h 2780557"/>
              <a:gd name="connsiteX2" fmla="*/ 4721719 w 4802810"/>
              <a:gd name="connsiteY2" fmla="*/ 0 h 2780557"/>
              <a:gd name="connsiteX3" fmla="*/ 4796460 w 4802810"/>
              <a:gd name="connsiteY3" fmla="*/ 74741 h 2780557"/>
              <a:gd name="connsiteX4" fmla="*/ 4802810 w 4802810"/>
              <a:gd name="connsiteY4" fmla="*/ 1480266 h 2780557"/>
              <a:gd name="connsiteX5" fmla="*/ 4433434 w 4802810"/>
              <a:gd name="connsiteY5" fmla="*/ 1552397 h 2780557"/>
              <a:gd name="connsiteX6" fmla="*/ 4423269 w 4802810"/>
              <a:gd name="connsiteY6" fmla="*/ 2780557 h 2780557"/>
              <a:gd name="connsiteX7" fmla="*/ 74741 w 4802810"/>
              <a:gd name="connsiteY7" fmla="*/ 2780557 h 2780557"/>
              <a:gd name="connsiteX8" fmla="*/ 0 w 4802810"/>
              <a:gd name="connsiteY8" fmla="*/ 2705816 h 2780557"/>
              <a:gd name="connsiteX9" fmla="*/ 0 w 4802810"/>
              <a:gd name="connsiteY9" fmla="*/ 74741 h 2780557"/>
              <a:gd name="connsiteX0" fmla="*/ 0 w 4802810"/>
              <a:gd name="connsiteY0" fmla="*/ 74741 h 2780557"/>
              <a:gd name="connsiteX1" fmla="*/ 74741 w 4802810"/>
              <a:gd name="connsiteY1" fmla="*/ 0 h 2780557"/>
              <a:gd name="connsiteX2" fmla="*/ 4721719 w 4802810"/>
              <a:gd name="connsiteY2" fmla="*/ 0 h 2780557"/>
              <a:gd name="connsiteX3" fmla="*/ 4796460 w 4802810"/>
              <a:gd name="connsiteY3" fmla="*/ 74741 h 2780557"/>
              <a:gd name="connsiteX4" fmla="*/ 4802810 w 4802810"/>
              <a:gd name="connsiteY4" fmla="*/ 1480266 h 2780557"/>
              <a:gd name="connsiteX5" fmla="*/ 4433434 w 4802810"/>
              <a:gd name="connsiteY5" fmla="*/ 1552397 h 2780557"/>
              <a:gd name="connsiteX6" fmla="*/ 4423269 w 4802810"/>
              <a:gd name="connsiteY6" fmla="*/ 2780557 h 2780557"/>
              <a:gd name="connsiteX7" fmla="*/ 74741 w 4802810"/>
              <a:gd name="connsiteY7" fmla="*/ 2780557 h 2780557"/>
              <a:gd name="connsiteX8" fmla="*/ 0 w 4802810"/>
              <a:gd name="connsiteY8" fmla="*/ 2705816 h 2780557"/>
              <a:gd name="connsiteX9" fmla="*/ 0 w 4802810"/>
              <a:gd name="connsiteY9" fmla="*/ 74741 h 2780557"/>
              <a:gd name="connsiteX0" fmla="*/ 0 w 4802810"/>
              <a:gd name="connsiteY0" fmla="*/ 74741 h 2780557"/>
              <a:gd name="connsiteX1" fmla="*/ 74741 w 4802810"/>
              <a:gd name="connsiteY1" fmla="*/ 0 h 2780557"/>
              <a:gd name="connsiteX2" fmla="*/ 4721719 w 4802810"/>
              <a:gd name="connsiteY2" fmla="*/ 0 h 2780557"/>
              <a:gd name="connsiteX3" fmla="*/ 4796460 w 4802810"/>
              <a:gd name="connsiteY3" fmla="*/ 74741 h 2780557"/>
              <a:gd name="connsiteX4" fmla="*/ 4802810 w 4802810"/>
              <a:gd name="connsiteY4" fmla="*/ 1480266 h 2780557"/>
              <a:gd name="connsiteX5" fmla="*/ 4433434 w 4802810"/>
              <a:gd name="connsiteY5" fmla="*/ 1552397 h 2780557"/>
              <a:gd name="connsiteX6" fmla="*/ 4423269 w 4802810"/>
              <a:gd name="connsiteY6" fmla="*/ 2780557 h 2780557"/>
              <a:gd name="connsiteX7" fmla="*/ 74741 w 4802810"/>
              <a:gd name="connsiteY7" fmla="*/ 2780557 h 2780557"/>
              <a:gd name="connsiteX8" fmla="*/ 0 w 4802810"/>
              <a:gd name="connsiteY8" fmla="*/ 2705816 h 2780557"/>
              <a:gd name="connsiteX9" fmla="*/ 0 w 4802810"/>
              <a:gd name="connsiteY9" fmla="*/ 74741 h 2780557"/>
              <a:gd name="connsiteX0" fmla="*/ 0 w 4802810"/>
              <a:gd name="connsiteY0" fmla="*/ 74741 h 2780557"/>
              <a:gd name="connsiteX1" fmla="*/ 74741 w 4802810"/>
              <a:gd name="connsiteY1" fmla="*/ 0 h 2780557"/>
              <a:gd name="connsiteX2" fmla="*/ 4721719 w 4802810"/>
              <a:gd name="connsiteY2" fmla="*/ 0 h 2780557"/>
              <a:gd name="connsiteX3" fmla="*/ 4796460 w 4802810"/>
              <a:gd name="connsiteY3" fmla="*/ 74741 h 2780557"/>
              <a:gd name="connsiteX4" fmla="*/ 4802810 w 4802810"/>
              <a:gd name="connsiteY4" fmla="*/ 1480266 h 2780557"/>
              <a:gd name="connsiteX5" fmla="*/ 4433434 w 4802810"/>
              <a:gd name="connsiteY5" fmla="*/ 1552397 h 2780557"/>
              <a:gd name="connsiteX6" fmla="*/ 4423269 w 4802810"/>
              <a:gd name="connsiteY6" fmla="*/ 2780557 h 2780557"/>
              <a:gd name="connsiteX7" fmla="*/ 74741 w 4802810"/>
              <a:gd name="connsiteY7" fmla="*/ 2780557 h 2780557"/>
              <a:gd name="connsiteX8" fmla="*/ 0 w 4802810"/>
              <a:gd name="connsiteY8" fmla="*/ 2705816 h 2780557"/>
              <a:gd name="connsiteX9" fmla="*/ 0 w 4802810"/>
              <a:gd name="connsiteY9" fmla="*/ 74741 h 2780557"/>
              <a:gd name="connsiteX0" fmla="*/ 0 w 4802810"/>
              <a:gd name="connsiteY0" fmla="*/ 74741 h 2780557"/>
              <a:gd name="connsiteX1" fmla="*/ 74741 w 4802810"/>
              <a:gd name="connsiteY1" fmla="*/ 0 h 2780557"/>
              <a:gd name="connsiteX2" fmla="*/ 4721719 w 4802810"/>
              <a:gd name="connsiteY2" fmla="*/ 0 h 2780557"/>
              <a:gd name="connsiteX3" fmla="*/ 4796460 w 4802810"/>
              <a:gd name="connsiteY3" fmla="*/ 74741 h 2780557"/>
              <a:gd name="connsiteX4" fmla="*/ 4802810 w 4802810"/>
              <a:gd name="connsiteY4" fmla="*/ 1480266 h 2780557"/>
              <a:gd name="connsiteX5" fmla="*/ 4433434 w 4802810"/>
              <a:gd name="connsiteY5" fmla="*/ 1552397 h 2780557"/>
              <a:gd name="connsiteX6" fmla="*/ 4423269 w 4802810"/>
              <a:gd name="connsiteY6" fmla="*/ 2780557 h 2780557"/>
              <a:gd name="connsiteX7" fmla="*/ 74741 w 4802810"/>
              <a:gd name="connsiteY7" fmla="*/ 2780557 h 2780557"/>
              <a:gd name="connsiteX8" fmla="*/ 0 w 4802810"/>
              <a:gd name="connsiteY8" fmla="*/ 2705816 h 2780557"/>
              <a:gd name="connsiteX9" fmla="*/ 0 w 4802810"/>
              <a:gd name="connsiteY9" fmla="*/ 74741 h 2780557"/>
              <a:gd name="connsiteX0" fmla="*/ 0 w 4802810"/>
              <a:gd name="connsiteY0" fmla="*/ 74741 h 3424582"/>
              <a:gd name="connsiteX1" fmla="*/ 74741 w 4802810"/>
              <a:gd name="connsiteY1" fmla="*/ 0 h 3424582"/>
              <a:gd name="connsiteX2" fmla="*/ 4721719 w 4802810"/>
              <a:gd name="connsiteY2" fmla="*/ 0 h 3424582"/>
              <a:gd name="connsiteX3" fmla="*/ 4796460 w 4802810"/>
              <a:gd name="connsiteY3" fmla="*/ 74741 h 3424582"/>
              <a:gd name="connsiteX4" fmla="*/ 4802810 w 4802810"/>
              <a:gd name="connsiteY4" fmla="*/ 1480266 h 3424582"/>
              <a:gd name="connsiteX5" fmla="*/ 4433434 w 4802810"/>
              <a:gd name="connsiteY5" fmla="*/ 1552397 h 3424582"/>
              <a:gd name="connsiteX6" fmla="*/ 4423269 w 4802810"/>
              <a:gd name="connsiteY6" fmla="*/ 2780557 h 3424582"/>
              <a:gd name="connsiteX7" fmla="*/ 74741 w 4802810"/>
              <a:gd name="connsiteY7" fmla="*/ 2780557 h 3424582"/>
              <a:gd name="connsiteX8" fmla="*/ 0 w 4802810"/>
              <a:gd name="connsiteY8" fmla="*/ 2705816 h 3424582"/>
              <a:gd name="connsiteX9" fmla="*/ 0 w 4802810"/>
              <a:gd name="connsiteY9" fmla="*/ 74741 h 3424582"/>
              <a:gd name="connsiteX0" fmla="*/ 0 w 4802810"/>
              <a:gd name="connsiteY0" fmla="*/ 74741 h 3424582"/>
              <a:gd name="connsiteX1" fmla="*/ 74741 w 4802810"/>
              <a:gd name="connsiteY1" fmla="*/ 0 h 3424582"/>
              <a:gd name="connsiteX2" fmla="*/ 4721719 w 4802810"/>
              <a:gd name="connsiteY2" fmla="*/ 0 h 3424582"/>
              <a:gd name="connsiteX3" fmla="*/ 4796460 w 4802810"/>
              <a:gd name="connsiteY3" fmla="*/ 74741 h 3424582"/>
              <a:gd name="connsiteX4" fmla="*/ 4802810 w 4802810"/>
              <a:gd name="connsiteY4" fmla="*/ 1480266 h 3424582"/>
              <a:gd name="connsiteX5" fmla="*/ 4433434 w 4802810"/>
              <a:gd name="connsiteY5" fmla="*/ 1552397 h 3424582"/>
              <a:gd name="connsiteX6" fmla="*/ 4423269 w 4802810"/>
              <a:gd name="connsiteY6" fmla="*/ 2780557 h 3424582"/>
              <a:gd name="connsiteX7" fmla="*/ 74741 w 4802810"/>
              <a:gd name="connsiteY7" fmla="*/ 2780557 h 3424582"/>
              <a:gd name="connsiteX8" fmla="*/ 0 w 4802810"/>
              <a:gd name="connsiteY8" fmla="*/ 2705816 h 3424582"/>
              <a:gd name="connsiteX9" fmla="*/ 0 w 4802810"/>
              <a:gd name="connsiteY9" fmla="*/ 74741 h 3424582"/>
              <a:gd name="connsiteX0" fmla="*/ 0 w 4802810"/>
              <a:gd name="connsiteY0" fmla="*/ 74741 h 2783938"/>
              <a:gd name="connsiteX1" fmla="*/ 74741 w 4802810"/>
              <a:gd name="connsiteY1" fmla="*/ 0 h 2783938"/>
              <a:gd name="connsiteX2" fmla="*/ 4721719 w 4802810"/>
              <a:gd name="connsiteY2" fmla="*/ 0 h 2783938"/>
              <a:gd name="connsiteX3" fmla="*/ 4796460 w 4802810"/>
              <a:gd name="connsiteY3" fmla="*/ 74741 h 2783938"/>
              <a:gd name="connsiteX4" fmla="*/ 4802810 w 4802810"/>
              <a:gd name="connsiteY4" fmla="*/ 1480266 h 2783938"/>
              <a:gd name="connsiteX5" fmla="*/ 4433434 w 4802810"/>
              <a:gd name="connsiteY5" fmla="*/ 1552397 h 2783938"/>
              <a:gd name="connsiteX6" fmla="*/ 4423269 w 4802810"/>
              <a:gd name="connsiteY6" fmla="*/ 2780557 h 2783938"/>
              <a:gd name="connsiteX7" fmla="*/ 74741 w 4802810"/>
              <a:gd name="connsiteY7" fmla="*/ 2780557 h 2783938"/>
              <a:gd name="connsiteX8" fmla="*/ 0 w 4802810"/>
              <a:gd name="connsiteY8" fmla="*/ 2705816 h 2783938"/>
              <a:gd name="connsiteX9" fmla="*/ 0 w 4802810"/>
              <a:gd name="connsiteY9" fmla="*/ 74741 h 2783938"/>
              <a:gd name="connsiteX0" fmla="*/ 0 w 4802810"/>
              <a:gd name="connsiteY0" fmla="*/ 74741 h 2783938"/>
              <a:gd name="connsiteX1" fmla="*/ 74741 w 4802810"/>
              <a:gd name="connsiteY1" fmla="*/ 0 h 2783938"/>
              <a:gd name="connsiteX2" fmla="*/ 4721719 w 4802810"/>
              <a:gd name="connsiteY2" fmla="*/ 0 h 2783938"/>
              <a:gd name="connsiteX3" fmla="*/ 4796460 w 4802810"/>
              <a:gd name="connsiteY3" fmla="*/ 74741 h 2783938"/>
              <a:gd name="connsiteX4" fmla="*/ 4802810 w 4802810"/>
              <a:gd name="connsiteY4" fmla="*/ 1480266 h 2783938"/>
              <a:gd name="connsiteX5" fmla="*/ 4490584 w 4802810"/>
              <a:gd name="connsiteY5" fmla="*/ 1514297 h 2783938"/>
              <a:gd name="connsiteX6" fmla="*/ 4423269 w 4802810"/>
              <a:gd name="connsiteY6" fmla="*/ 2780557 h 2783938"/>
              <a:gd name="connsiteX7" fmla="*/ 74741 w 4802810"/>
              <a:gd name="connsiteY7" fmla="*/ 2780557 h 2783938"/>
              <a:gd name="connsiteX8" fmla="*/ 0 w 4802810"/>
              <a:gd name="connsiteY8" fmla="*/ 2705816 h 2783938"/>
              <a:gd name="connsiteX9" fmla="*/ 0 w 4802810"/>
              <a:gd name="connsiteY9" fmla="*/ 74741 h 2783938"/>
              <a:gd name="connsiteX0" fmla="*/ 0 w 4802810"/>
              <a:gd name="connsiteY0" fmla="*/ 74741 h 2783938"/>
              <a:gd name="connsiteX1" fmla="*/ 74741 w 4802810"/>
              <a:gd name="connsiteY1" fmla="*/ 0 h 2783938"/>
              <a:gd name="connsiteX2" fmla="*/ 4721719 w 4802810"/>
              <a:gd name="connsiteY2" fmla="*/ 0 h 2783938"/>
              <a:gd name="connsiteX3" fmla="*/ 4796460 w 4802810"/>
              <a:gd name="connsiteY3" fmla="*/ 74741 h 2783938"/>
              <a:gd name="connsiteX4" fmla="*/ 4802810 w 4802810"/>
              <a:gd name="connsiteY4" fmla="*/ 1480266 h 2783938"/>
              <a:gd name="connsiteX5" fmla="*/ 4490584 w 4802810"/>
              <a:gd name="connsiteY5" fmla="*/ 1514297 h 2783938"/>
              <a:gd name="connsiteX6" fmla="*/ 4423269 w 4802810"/>
              <a:gd name="connsiteY6" fmla="*/ 2780557 h 2783938"/>
              <a:gd name="connsiteX7" fmla="*/ 74741 w 4802810"/>
              <a:gd name="connsiteY7" fmla="*/ 2780557 h 2783938"/>
              <a:gd name="connsiteX8" fmla="*/ 0 w 4802810"/>
              <a:gd name="connsiteY8" fmla="*/ 2705816 h 2783938"/>
              <a:gd name="connsiteX9" fmla="*/ 0 w 4802810"/>
              <a:gd name="connsiteY9" fmla="*/ 74741 h 2783938"/>
              <a:gd name="connsiteX0" fmla="*/ 0 w 4802810"/>
              <a:gd name="connsiteY0" fmla="*/ 74741 h 2783938"/>
              <a:gd name="connsiteX1" fmla="*/ 74741 w 4802810"/>
              <a:gd name="connsiteY1" fmla="*/ 0 h 2783938"/>
              <a:gd name="connsiteX2" fmla="*/ 4721719 w 4802810"/>
              <a:gd name="connsiteY2" fmla="*/ 0 h 2783938"/>
              <a:gd name="connsiteX3" fmla="*/ 4796460 w 4802810"/>
              <a:gd name="connsiteY3" fmla="*/ 74741 h 2783938"/>
              <a:gd name="connsiteX4" fmla="*/ 4802810 w 4802810"/>
              <a:gd name="connsiteY4" fmla="*/ 1480266 h 2783938"/>
              <a:gd name="connsiteX5" fmla="*/ 4490584 w 4802810"/>
              <a:gd name="connsiteY5" fmla="*/ 1514297 h 2783938"/>
              <a:gd name="connsiteX6" fmla="*/ 4423269 w 4802810"/>
              <a:gd name="connsiteY6" fmla="*/ 2780557 h 2783938"/>
              <a:gd name="connsiteX7" fmla="*/ 74741 w 4802810"/>
              <a:gd name="connsiteY7" fmla="*/ 2780557 h 2783938"/>
              <a:gd name="connsiteX8" fmla="*/ 0 w 4802810"/>
              <a:gd name="connsiteY8" fmla="*/ 2705816 h 2783938"/>
              <a:gd name="connsiteX9" fmla="*/ 0 w 4802810"/>
              <a:gd name="connsiteY9" fmla="*/ 74741 h 2783938"/>
              <a:gd name="connsiteX0" fmla="*/ 0 w 4802810"/>
              <a:gd name="connsiteY0" fmla="*/ 74741 h 2783938"/>
              <a:gd name="connsiteX1" fmla="*/ 74741 w 4802810"/>
              <a:gd name="connsiteY1" fmla="*/ 0 h 2783938"/>
              <a:gd name="connsiteX2" fmla="*/ 4721719 w 4802810"/>
              <a:gd name="connsiteY2" fmla="*/ 0 h 2783938"/>
              <a:gd name="connsiteX3" fmla="*/ 4796460 w 4802810"/>
              <a:gd name="connsiteY3" fmla="*/ 74741 h 2783938"/>
              <a:gd name="connsiteX4" fmla="*/ 4802810 w 4802810"/>
              <a:gd name="connsiteY4" fmla="*/ 1480266 h 2783938"/>
              <a:gd name="connsiteX5" fmla="*/ 4490584 w 4802810"/>
              <a:gd name="connsiteY5" fmla="*/ 1514297 h 2783938"/>
              <a:gd name="connsiteX6" fmla="*/ 4423269 w 4802810"/>
              <a:gd name="connsiteY6" fmla="*/ 2780557 h 2783938"/>
              <a:gd name="connsiteX7" fmla="*/ 74741 w 4802810"/>
              <a:gd name="connsiteY7" fmla="*/ 2780557 h 2783938"/>
              <a:gd name="connsiteX8" fmla="*/ 0 w 4802810"/>
              <a:gd name="connsiteY8" fmla="*/ 2705816 h 2783938"/>
              <a:gd name="connsiteX9" fmla="*/ 0 w 4802810"/>
              <a:gd name="connsiteY9" fmla="*/ 74741 h 2783938"/>
              <a:gd name="connsiteX0" fmla="*/ 0 w 4802810"/>
              <a:gd name="connsiteY0" fmla="*/ 74741 h 2783938"/>
              <a:gd name="connsiteX1" fmla="*/ 74741 w 4802810"/>
              <a:gd name="connsiteY1" fmla="*/ 0 h 2783938"/>
              <a:gd name="connsiteX2" fmla="*/ 4721719 w 4802810"/>
              <a:gd name="connsiteY2" fmla="*/ 0 h 2783938"/>
              <a:gd name="connsiteX3" fmla="*/ 4796460 w 4802810"/>
              <a:gd name="connsiteY3" fmla="*/ 74741 h 2783938"/>
              <a:gd name="connsiteX4" fmla="*/ 4802810 w 4802810"/>
              <a:gd name="connsiteY4" fmla="*/ 1480266 h 2783938"/>
              <a:gd name="connsiteX5" fmla="*/ 4490584 w 4802810"/>
              <a:gd name="connsiteY5" fmla="*/ 1514297 h 2783938"/>
              <a:gd name="connsiteX6" fmla="*/ 4423269 w 4802810"/>
              <a:gd name="connsiteY6" fmla="*/ 2780557 h 2783938"/>
              <a:gd name="connsiteX7" fmla="*/ 74741 w 4802810"/>
              <a:gd name="connsiteY7" fmla="*/ 2780557 h 2783938"/>
              <a:gd name="connsiteX8" fmla="*/ 0 w 4802810"/>
              <a:gd name="connsiteY8" fmla="*/ 2705816 h 2783938"/>
              <a:gd name="connsiteX9" fmla="*/ 0 w 4802810"/>
              <a:gd name="connsiteY9" fmla="*/ 74741 h 2783938"/>
              <a:gd name="connsiteX0" fmla="*/ 0 w 4802810"/>
              <a:gd name="connsiteY0" fmla="*/ 74741 h 2783938"/>
              <a:gd name="connsiteX1" fmla="*/ 74741 w 4802810"/>
              <a:gd name="connsiteY1" fmla="*/ 0 h 2783938"/>
              <a:gd name="connsiteX2" fmla="*/ 4721719 w 4802810"/>
              <a:gd name="connsiteY2" fmla="*/ 0 h 2783938"/>
              <a:gd name="connsiteX3" fmla="*/ 4796460 w 4802810"/>
              <a:gd name="connsiteY3" fmla="*/ 74741 h 2783938"/>
              <a:gd name="connsiteX4" fmla="*/ 4802810 w 4802810"/>
              <a:gd name="connsiteY4" fmla="*/ 1480266 h 2783938"/>
              <a:gd name="connsiteX5" fmla="*/ 4490584 w 4802810"/>
              <a:gd name="connsiteY5" fmla="*/ 1514297 h 2783938"/>
              <a:gd name="connsiteX6" fmla="*/ 4423269 w 4802810"/>
              <a:gd name="connsiteY6" fmla="*/ 2780557 h 2783938"/>
              <a:gd name="connsiteX7" fmla="*/ 74741 w 4802810"/>
              <a:gd name="connsiteY7" fmla="*/ 2780557 h 2783938"/>
              <a:gd name="connsiteX8" fmla="*/ 0 w 4802810"/>
              <a:gd name="connsiteY8" fmla="*/ 2705816 h 2783938"/>
              <a:gd name="connsiteX9" fmla="*/ 0 w 4802810"/>
              <a:gd name="connsiteY9" fmla="*/ 74741 h 2783938"/>
              <a:gd name="connsiteX0" fmla="*/ 0 w 4802810"/>
              <a:gd name="connsiteY0" fmla="*/ 74741 h 2783938"/>
              <a:gd name="connsiteX1" fmla="*/ 74741 w 4802810"/>
              <a:gd name="connsiteY1" fmla="*/ 0 h 2783938"/>
              <a:gd name="connsiteX2" fmla="*/ 4721719 w 4802810"/>
              <a:gd name="connsiteY2" fmla="*/ 0 h 2783938"/>
              <a:gd name="connsiteX3" fmla="*/ 4796460 w 4802810"/>
              <a:gd name="connsiteY3" fmla="*/ 74741 h 2783938"/>
              <a:gd name="connsiteX4" fmla="*/ 4802810 w 4802810"/>
              <a:gd name="connsiteY4" fmla="*/ 1480266 h 2783938"/>
              <a:gd name="connsiteX5" fmla="*/ 4465184 w 4802810"/>
              <a:gd name="connsiteY5" fmla="*/ 1514297 h 2783938"/>
              <a:gd name="connsiteX6" fmla="*/ 4423269 w 4802810"/>
              <a:gd name="connsiteY6" fmla="*/ 2780557 h 2783938"/>
              <a:gd name="connsiteX7" fmla="*/ 74741 w 4802810"/>
              <a:gd name="connsiteY7" fmla="*/ 2780557 h 2783938"/>
              <a:gd name="connsiteX8" fmla="*/ 0 w 4802810"/>
              <a:gd name="connsiteY8" fmla="*/ 2705816 h 2783938"/>
              <a:gd name="connsiteX9" fmla="*/ 0 w 4802810"/>
              <a:gd name="connsiteY9" fmla="*/ 74741 h 2783938"/>
              <a:gd name="connsiteX0" fmla="*/ 0 w 4802810"/>
              <a:gd name="connsiteY0" fmla="*/ 74741 h 2783938"/>
              <a:gd name="connsiteX1" fmla="*/ 74741 w 4802810"/>
              <a:gd name="connsiteY1" fmla="*/ 0 h 2783938"/>
              <a:gd name="connsiteX2" fmla="*/ 4721719 w 4802810"/>
              <a:gd name="connsiteY2" fmla="*/ 0 h 2783938"/>
              <a:gd name="connsiteX3" fmla="*/ 4796460 w 4802810"/>
              <a:gd name="connsiteY3" fmla="*/ 74741 h 2783938"/>
              <a:gd name="connsiteX4" fmla="*/ 4802810 w 4802810"/>
              <a:gd name="connsiteY4" fmla="*/ 1480266 h 2783938"/>
              <a:gd name="connsiteX5" fmla="*/ 4465184 w 4802810"/>
              <a:gd name="connsiteY5" fmla="*/ 1514297 h 2783938"/>
              <a:gd name="connsiteX6" fmla="*/ 4423269 w 4802810"/>
              <a:gd name="connsiteY6" fmla="*/ 2780557 h 2783938"/>
              <a:gd name="connsiteX7" fmla="*/ 74741 w 4802810"/>
              <a:gd name="connsiteY7" fmla="*/ 2780557 h 2783938"/>
              <a:gd name="connsiteX8" fmla="*/ 0 w 4802810"/>
              <a:gd name="connsiteY8" fmla="*/ 2705816 h 2783938"/>
              <a:gd name="connsiteX9" fmla="*/ 0 w 4802810"/>
              <a:gd name="connsiteY9" fmla="*/ 74741 h 2783938"/>
              <a:gd name="connsiteX0" fmla="*/ 0 w 4807572"/>
              <a:gd name="connsiteY0" fmla="*/ 74741 h 2783938"/>
              <a:gd name="connsiteX1" fmla="*/ 74741 w 4807572"/>
              <a:gd name="connsiteY1" fmla="*/ 0 h 2783938"/>
              <a:gd name="connsiteX2" fmla="*/ 4721719 w 4807572"/>
              <a:gd name="connsiteY2" fmla="*/ 0 h 2783938"/>
              <a:gd name="connsiteX3" fmla="*/ 4796460 w 4807572"/>
              <a:gd name="connsiteY3" fmla="*/ 74741 h 2783938"/>
              <a:gd name="connsiteX4" fmla="*/ 4807572 w 4807572"/>
              <a:gd name="connsiteY4" fmla="*/ 1485028 h 2783938"/>
              <a:gd name="connsiteX5" fmla="*/ 4465184 w 4807572"/>
              <a:gd name="connsiteY5" fmla="*/ 1514297 h 2783938"/>
              <a:gd name="connsiteX6" fmla="*/ 4423269 w 4807572"/>
              <a:gd name="connsiteY6" fmla="*/ 2780557 h 2783938"/>
              <a:gd name="connsiteX7" fmla="*/ 74741 w 4807572"/>
              <a:gd name="connsiteY7" fmla="*/ 2780557 h 2783938"/>
              <a:gd name="connsiteX8" fmla="*/ 0 w 4807572"/>
              <a:gd name="connsiteY8" fmla="*/ 2705816 h 2783938"/>
              <a:gd name="connsiteX9" fmla="*/ 0 w 4807572"/>
              <a:gd name="connsiteY9" fmla="*/ 74741 h 2783938"/>
              <a:gd name="connsiteX0" fmla="*/ 0 w 4807572"/>
              <a:gd name="connsiteY0" fmla="*/ 74741 h 2783938"/>
              <a:gd name="connsiteX1" fmla="*/ 74741 w 4807572"/>
              <a:gd name="connsiteY1" fmla="*/ 0 h 2783938"/>
              <a:gd name="connsiteX2" fmla="*/ 4721719 w 4807572"/>
              <a:gd name="connsiteY2" fmla="*/ 0 h 2783938"/>
              <a:gd name="connsiteX3" fmla="*/ 4796460 w 4807572"/>
              <a:gd name="connsiteY3" fmla="*/ 74741 h 2783938"/>
              <a:gd name="connsiteX4" fmla="*/ 4807572 w 4807572"/>
              <a:gd name="connsiteY4" fmla="*/ 1485028 h 2783938"/>
              <a:gd name="connsiteX5" fmla="*/ 4450897 w 4807572"/>
              <a:gd name="connsiteY5" fmla="*/ 1519060 h 2783938"/>
              <a:gd name="connsiteX6" fmla="*/ 4423269 w 4807572"/>
              <a:gd name="connsiteY6" fmla="*/ 2780557 h 2783938"/>
              <a:gd name="connsiteX7" fmla="*/ 74741 w 4807572"/>
              <a:gd name="connsiteY7" fmla="*/ 2780557 h 2783938"/>
              <a:gd name="connsiteX8" fmla="*/ 0 w 4807572"/>
              <a:gd name="connsiteY8" fmla="*/ 2705816 h 2783938"/>
              <a:gd name="connsiteX9" fmla="*/ 0 w 4807572"/>
              <a:gd name="connsiteY9" fmla="*/ 74741 h 2783938"/>
              <a:gd name="connsiteX0" fmla="*/ 0 w 4807572"/>
              <a:gd name="connsiteY0" fmla="*/ 74741 h 2783938"/>
              <a:gd name="connsiteX1" fmla="*/ 74741 w 4807572"/>
              <a:gd name="connsiteY1" fmla="*/ 0 h 2783938"/>
              <a:gd name="connsiteX2" fmla="*/ 4721719 w 4807572"/>
              <a:gd name="connsiteY2" fmla="*/ 0 h 2783938"/>
              <a:gd name="connsiteX3" fmla="*/ 4796460 w 4807572"/>
              <a:gd name="connsiteY3" fmla="*/ 74741 h 2783938"/>
              <a:gd name="connsiteX4" fmla="*/ 4807572 w 4807572"/>
              <a:gd name="connsiteY4" fmla="*/ 1485028 h 2783938"/>
              <a:gd name="connsiteX5" fmla="*/ 4450897 w 4807572"/>
              <a:gd name="connsiteY5" fmla="*/ 1519060 h 2783938"/>
              <a:gd name="connsiteX6" fmla="*/ 4423269 w 4807572"/>
              <a:gd name="connsiteY6" fmla="*/ 2780557 h 2783938"/>
              <a:gd name="connsiteX7" fmla="*/ 74741 w 4807572"/>
              <a:gd name="connsiteY7" fmla="*/ 2780557 h 2783938"/>
              <a:gd name="connsiteX8" fmla="*/ 0 w 4807572"/>
              <a:gd name="connsiteY8" fmla="*/ 2705816 h 2783938"/>
              <a:gd name="connsiteX9" fmla="*/ 0 w 4807572"/>
              <a:gd name="connsiteY9" fmla="*/ 74741 h 2783938"/>
              <a:gd name="connsiteX0" fmla="*/ 0 w 4802810"/>
              <a:gd name="connsiteY0" fmla="*/ 74741 h 2783938"/>
              <a:gd name="connsiteX1" fmla="*/ 74741 w 4802810"/>
              <a:gd name="connsiteY1" fmla="*/ 0 h 2783938"/>
              <a:gd name="connsiteX2" fmla="*/ 4721719 w 4802810"/>
              <a:gd name="connsiteY2" fmla="*/ 0 h 2783938"/>
              <a:gd name="connsiteX3" fmla="*/ 4796460 w 4802810"/>
              <a:gd name="connsiteY3" fmla="*/ 74741 h 2783938"/>
              <a:gd name="connsiteX4" fmla="*/ 4802810 w 4802810"/>
              <a:gd name="connsiteY4" fmla="*/ 1504078 h 2783938"/>
              <a:gd name="connsiteX5" fmla="*/ 4450897 w 4802810"/>
              <a:gd name="connsiteY5" fmla="*/ 1519060 h 2783938"/>
              <a:gd name="connsiteX6" fmla="*/ 4423269 w 4802810"/>
              <a:gd name="connsiteY6" fmla="*/ 2780557 h 2783938"/>
              <a:gd name="connsiteX7" fmla="*/ 74741 w 4802810"/>
              <a:gd name="connsiteY7" fmla="*/ 2780557 h 2783938"/>
              <a:gd name="connsiteX8" fmla="*/ 0 w 4802810"/>
              <a:gd name="connsiteY8" fmla="*/ 2705816 h 2783938"/>
              <a:gd name="connsiteX9" fmla="*/ 0 w 4802810"/>
              <a:gd name="connsiteY9" fmla="*/ 74741 h 2783938"/>
              <a:gd name="connsiteX0" fmla="*/ 50 w 4802860"/>
              <a:gd name="connsiteY0" fmla="*/ 75136 h 2784333"/>
              <a:gd name="connsiteX1" fmla="*/ 74791 w 4802860"/>
              <a:gd name="connsiteY1" fmla="*/ 395 h 2784333"/>
              <a:gd name="connsiteX2" fmla="*/ 4721769 w 4802860"/>
              <a:gd name="connsiteY2" fmla="*/ 395 h 2784333"/>
              <a:gd name="connsiteX3" fmla="*/ 4796510 w 4802860"/>
              <a:gd name="connsiteY3" fmla="*/ 75136 h 2784333"/>
              <a:gd name="connsiteX4" fmla="*/ 4802860 w 4802860"/>
              <a:gd name="connsiteY4" fmla="*/ 1504473 h 2784333"/>
              <a:gd name="connsiteX5" fmla="*/ 4450947 w 4802860"/>
              <a:gd name="connsiteY5" fmla="*/ 1519455 h 2784333"/>
              <a:gd name="connsiteX6" fmla="*/ 4423319 w 4802860"/>
              <a:gd name="connsiteY6" fmla="*/ 2780952 h 2784333"/>
              <a:gd name="connsiteX7" fmla="*/ 74791 w 4802860"/>
              <a:gd name="connsiteY7" fmla="*/ 2780952 h 2784333"/>
              <a:gd name="connsiteX8" fmla="*/ 50 w 4802860"/>
              <a:gd name="connsiteY8" fmla="*/ 2706211 h 2784333"/>
              <a:gd name="connsiteX9" fmla="*/ 50 w 4802860"/>
              <a:gd name="connsiteY9" fmla="*/ 75136 h 2784333"/>
              <a:gd name="connsiteX0" fmla="*/ 50 w 4802860"/>
              <a:gd name="connsiteY0" fmla="*/ 79455 h 2788652"/>
              <a:gd name="connsiteX1" fmla="*/ 74791 w 4802860"/>
              <a:gd name="connsiteY1" fmla="*/ 4714 h 2788652"/>
              <a:gd name="connsiteX2" fmla="*/ 4750344 w 4802860"/>
              <a:gd name="connsiteY2" fmla="*/ 0 h 2788652"/>
              <a:gd name="connsiteX3" fmla="*/ 4796510 w 4802860"/>
              <a:gd name="connsiteY3" fmla="*/ 79455 h 2788652"/>
              <a:gd name="connsiteX4" fmla="*/ 4802860 w 4802860"/>
              <a:gd name="connsiteY4" fmla="*/ 1508792 h 2788652"/>
              <a:gd name="connsiteX5" fmla="*/ 4450947 w 4802860"/>
              <a:gd name="connsiteY5" fmla="*/ 1523774 h 2788652"/>
              <a:gd name="connsiteX6" fmla="*/ 4423319 w 4802860"/>
              <a:gd name="connsiteY6" fmla="*/ 2785271 h 2788652"/>
              <a:gd name="connsiteX7" fmla="*/ 74791 w 4802860"/>
              <a:gd name="connsiteY7" fmla="*/ 2785271 h 2788652"/>
              <a:gd name="connsiteX8" fmla="*/ 50 w 4802860"/>
              <a:gd name="connsiteY8" fmla="*/ 2710530 h 2788652"/>
              <a:gd name="connsiteX9" fmla="*/ 50 w 4802860"/>
              <a:gd name="connsiteY9" fmla="*/ 79455 h 2788652"/>
              <a:gd name="connsiteX0" fmla="*/ 9525 w 4812335"/>
              <a:gd name="connsiteY0" fmla="*/ 79455 h 2794435"/>
              <a:gd name="connsiteX1" fmla="*/ 84266 w 4812335"/>
              <a:gd name="connsiteY1" fmla="*/ 4714 h 2794435"/>
              <a:gd name="connsiteX2" fmla="*/ 4759819 w 4812335"/>
              <a:gd name="connsiteY2" fmla="*/ 0 h 2794435"/>
              <a:gd name="connsiteX3" fmla="*/ 4805985 w 4812335"/>
              <a:gd name="connsiteY3" fmla="*/ 79455 h 2794435"/>
              <a:gd name="connsiteX4" fmla="*/ 4812335 w 4812335"/>
              <a:gd name="connsiteY4" fmla="*/ 1508792 h 2794435"/>
              <a:gd name="connsiteX5" fmla="*/ 4460422 w 4812335"/>
              <a:gd name="connsiteY5" fmla="*/ 1523774 h 2794435"/>
              <a:gd name="connsiteX6" fmla="*/ 4432794 w 4812335"/>
              <a:gd name="connsiteY6" fmla="*/ 2785271 h 2794435"/>
              <a:gd name="connsiteX7" fmla="*/ 84266 w 4812335"/>
              <a:gd name="connsiteY7" fmla="*/ 2785271 h 2794435"/>
              <a:gd name="connsiteX8" fmla="*/ 0 w 4812335"/>
              <a:gd name="connsiteY8" fmla="*/ 2771806 h 2794435"/>
              <a:gd name="connsiteX9" fmla="*/ 9525 w 4812335"/>
              <a:gd name="connsiteY9" fmla="*/ 79455 h 2794435"/>
              <a:gd name="connsiteX0" fmla="*/ 4762 w 4807572"/>
              <a:gd name="connsiteY0" fmla="*/ 79455 h 2788652"/>
              <a:gd name="connsiteX1" fmla="*/ 79503 w 4807572"/>
              <a:gd name="connsiteY1" fmla="*/ 4714 h 2788652"/>
              <a:gd name="connsiteX2" fmla="*/ 4755056 w 4807572"/>
              <a:gd name="connsiteY2" fmla="*/ 0 h 2788652"/>
              <a:gd name="connsiteX3" fmla="*/ 4801222 w 4807572"/>
              <a:gd name="connsiteY3" fmla="*/ 79455 h 2788652"/>
              <a:gd name="connsiteX4" fmla="*/ 4807572 w 4807572"/>
              <a:gd name="connsiteY4" fmla="*/ 1508792 h 2788652"/>
              <a:gd name="connsiteX5" fmla="*/ 4455659 w 4807572"/>
              <a:gd name="connsiteY5" fmla="*/ 1523774 h 2788652"/>
              <a:gd name="connsiteX6" fmla="*/ 4428031 w 4807572"/>
              <a:gd name="connsiteY6" fmla="*/ 2785271 h 2788652"/>
              <a:gd name="connsiteX7" fmla="*/ 79503 w 4807572"/>
              <a:gd name="connsiteY7" fmla="*/ 2785271 h 2788652"/>
              <a:gd name="connsiteX8" fmla="*/ 0 w 4807572"/>
              <a:gd name="connsiteY8" fmla="*/ 2734098 h 2788652"/>
              <a:gd name="connsiteX9" fmla="*/ 4762 w 4807572"/>
              <a:gd name="connsiteY9" fmla="*/ 79455 h 2788652"/>
              <a:gd name="connsiteX0" fmla="*/ 4762 w 4807572"/>
              <a:gd name="connsiteY0" fmla="*/ 79455 h 2788652"/>
              <a:gd name="connsiteX1" fmla="*/ 79503 w 4807572"/>
              <a:gd name="connsiteY1" fmla="*/ 4714 h 2788652"/>
              <a:gd name="connsiteX2" fmla="*/ 4755056 w 4807572"/>
              <a:gd name="connsiteY2" fmla="*/ 0 h 2788652"/>
              <a:gd name="connsiteX3" fmla="*/ 4801222 w 4807572"/>
              <a:gd name="connsiteY3" fmla="*/ 79455 h 2788652"/>
              <a:gd name="connsiteX4" fmla="*/ 4807572 w 4807572"/>
              <a:gd name="connsiteY4" fmla="*/ 1485224 h 2788652"/>
              <a:gd name="connsiteX5" fmla="*/ 4455659 w 4807572"/>
              <a:gd name="connsiteY5" fmla="*/ 1523774 h 2788652"/>
              <a:gd name="connsiteX6" fmla="*/ 4428031 w 4807572"/>
              <a:gd name="connsiteY6" fmla="*/ 2785271 h 2788652"/>
              <a:gd name="connsiteX7" fmla="*/ 79503 w 4807572"/>
              <a:gd name="connsiteY7" fmla="*/ 2785271 h 2788652"/>
              <a:gd name="connsiteX8" fmla="*/ 0 w 4807572"/>
              <a:gd name="connsiteY8" fmla="*/ 2734098 h 2788652"/>
              <a:gd name="connsiteX9" fmla="*/ 4762 w 4807572"/>
              <a:gd name="connsiteY9" fmla="*/ 79455 h 2788652"/>
              <a:gd name="connsiteX0" fmla="*/ 4762 w 4807572"/>
              <a:gd name="connsiteY0" fmla="*/ 79455 h 2788652"/>
              <a:gd name="connsiteX1" fmla="*/ 79503 w 4807572"/>
              <a:gd name="connsiteY1" fmla="*/ 4714 h 2788652"/>
              <a:gd name="connsiteX2" fmla="*/ 4755056 w 4807572"/>
              <a:gd name="connsiteY2" fmla="*/ 0 h 2788652"/>
              <a:gd name="connsiteX3" fmla="*/ 4801222 w 4807572"/>
              <a:gd name="connsiteY3" fmla="*/ 79455 h 2788652"/>
              <a:gd name="connsiteX4" fmla="*/ 4807572 w 4807572"/>
              <a:gd name="connsiteY4" fmla="*/ 1485224 h 2788652"/>
              <a:gd name="connsiteX5" fmla="*/ 4455659 w 4807572"/>
              <a:gd name="connsiteY5" fmla="*/ 1523774 h 2788652"/>
              <a:gd name="connsiteX6" fmla="*/ 4423268 w 4807572"/>
              <a:gd name="connsiteY6" fmla="*/ 2785271 h 2788652"/>
              <a:gd name="connsiteX7" fmla="*/ 79503 w 4807572"/>
              <a:gd name="connsiteY7" fmla="*/ 2785271 h 2788652"/>
              <a:gd name="connsiteX8" fmla="*/ 0 w 4807572"/>
              <a:gd name="connsiteY8" fmla="*/ 2734098 h 2788652"/>
              <a:gd name="connsiteX9" fmla="*/ 4762 w 4807572"/>
              <a:gd name="connsiteY9" fmla="*/ 79455 h 2788652"/>
              <a:gd name="connsiteX0" fmla="*/ 273123 w 5075933"/>
              <a:gd name="connsiteY0" fmla="*/ 79455 h 2788652"/>
              <a:gd name="connsiteX1" fmla="*/ 347864 w 5075933"/>
              <a:gd name="connsiteY1" fmla="*/ 4714 h 2788652"/>
              <a:gd name="connsiteX2" fmla="*/ 5023417 w 5075933"/>
              <a:gd name="connsiteY2" fmla="*/ 0 h 2788652"/>
              <a:gd name="connsiteX3" fmla="*/ 5069583 w 5075933"/>
              <a:gd name="connsiteY3" fmla="*/ 79455 h 2788652"/>
              <a:gd name="connsiteX4" fmla="*/ 5075933 w 5075933"/>
              <a:gd name="connsiteY4" fmla="*/ 1485224 h 2788652"/>
              <a:gd name="connsiteX5" fmla="*/ 4724020 w 5075933"/>
              <a:gd name="connsiteY5" fmla="*/ 1523774 h 2788652"/>
              <a:gd name="connsiteX6" fmla="*/ 4691629 w 5075933"/>
              <a:gd name="connsiteY6" fmla="*/ 2785271 h 2788652"/>
              <a:gd name="connsiteX7" fmla="*/ 347864 w 5075933"/>
              <a:gd name="connsiteY7" fmla="*/ 2785271 h 2788652"/>
              <a:gd name="connsiteX8" fmla="*/ 273123 w 5075933"/>
              <a:gd name="connsiteY8" fmla="*/ 79455 h 2788652"/>
              <a:gd name="connsiteX0" fmla="*/ 563898 w 5291967"/>
              <a:gd name="connsiteY0" fmla="*/ 2785271 h 2788652"/>
              <a:gd name="connsiteX1" fmla="*/ 563898 w 5291967"/>
              <a:gd name="connsiteY1" fmla="*/ 4714 h 2788652"/>
              <a:gd name="connsiteX2" fmla="*/ 5239451 w 5291967"/>
              <a:gd name="connsiteY2" fmla="*/ 0 h 2788652"/>
              <a:gd name="connsiteX3" fmla="*/ 5285617 w 5291967"/>
              <a:gd name="connsiteY3" fmla="*/ 79455 h 2788652"/>
              <a:gd name="connsiteX4" fmla="*/ 5291967 w 5291967"/>
              <a:gd name="connsiteY4" fmla="*/ 1485224 h 2788652"/>
              <a:gd name="connsiteX5" fmla="*/ 4940054 w 5291967"/>
              <a:gd name="connsiteY5" fmla="*/ 1523774 h 2788652"/>
              <a:gd name="connsiteX6" fmla="*/ 4907663 w 5291967"/>
              <a:gd name="connsiteY6" fmla="*/ 2785271 h 2788652"/>
              <a:gd name="connsiteX7" fmla="*/ 563898 w 5291967"/>
              <a:gd name="connsiteY7" fmla="*/ 2785271 h 2788652"/>
              <a:gd name="connsiteX0" fmla="*/ 613543 w 5341612"/>
              <a:gd name="connsiteY0" fmla="*/ 2785271 h 2788652"/>
              <a:gd name="connsiteX1" fmla="*/ 613543 w 5341612"/>
              <a:gd name="connsiteY1" fmla="*/ 4714 h 2788652"/>
              <a:gd name="connsiteX2" fmla="*/ 5289096 w 5341612"/>
              <a:gd name="connsiteY2" fmla="*/ 0 h 2788652"/>
              <a:gd name="connsiteX3" fmla="*/ 5335262 w 5341612"/>
              <a:gd name="connsiteY3" fmla="*/ 79455 h 2788652"/>
              <a:gd name="connsiteX4" fmla="*/ 5341612 w 5341612"/>
              <a:gd name="connsiteY4" fmla="*/ 1485224 h 2788652"/>
              <a:gd name="connsiteX5" fmla="*/ 4989699 w 5341612"/>
              <a:gd name="connsiteY5" fmla="*/ 1523774 h 2788652"/>
              <a:gd name="connsiteX6" fmla="*/ 4957308 w 5341612"/>
              <a:gd name="connsiteY6" fmla="*/ 2785271 h 2788652"/>
              <a:gd name="connsiteX7" fmla="*/ 613543 w 5341612"/>
              <a:gd name="connsiteY7" fmla="*/ 2785271 h 2788652"/>
              <a:gd name="connsiteX0" fmla="*/ 313517 w 5041586"/>
              <a:gd name="connsiteY0" fmla="*/ 3468185 h 3471566"/>
              <a:gd name="connsiteX1" fmla="*/ 313517 w 5041586"/>
              <a:gd name="connsiteY1" fmla="*/ 687628 h 3471566"/>
              <a:gd name="connsiteX2" fmla="*/ 4989070 w 5041586"/>
              <a:gd name="connsiteY2" fmla="*/ 682914 h 3471566"/>
              <a:gd name="connsiteX3" fmla="*/ 5035236 w 5041586"/>
              <a:gd name="connsiteY3" fmla="*/ 762369 h 3471566"/>
              <a:gd name="connsiteX4" fmla="*/ 5041586 w 5041586"/>
              <a:gd name="connsiteY4" fmla="*/ 2168138 h 3471566"/>
              <a:gd name="connsiteX5" fmla="*/ 4689673 w 5041586"/>
              <a:gd name="connsiteY5" fmla="*/ 2206688 h 3471566"/>
              <a:gd name="connsiteX6" fmla="*/ 4657282 w 5041586"/>
              <a:gd name="connsiteY6" fmla="*/ 3468185 h 3471566"/>
              <a:gd name="connsiteX7" fmla="*/ 313517 w 5041586"/>
              <a:gd name="connsiteY7" fmla="*/ 3468185 h 3471566"/>
              <a:gd name="connsiteX0" fmla="*/ 313517 w 5041586"/>
              <a:gd name="connsiteY0" fmla="*/ 3468185 h 3471566"/>
              <a:gd name="connsiteX1" fmla="*/ 313517 w 5041586"/>
              <a:gd name="connsiteY1" fmla="*/ 687628 h 3471566"/>
              <a:gd name="connsiteX2" fmla="*/ 4989070 w 5041586"/>
              <a:gd name="connsiteY2" fmla="*/ 682914 h 3471566"/>
              <a:gd name="connsiteX3" fmla="*/ 5035236 w 5041586"/>
              <a:gd name="connsiteY3" fmla="*/ 762369 h 3471566"/>
              <a:gd name="connsiteX4" fmla="*/ 5041586 w 5041586"/>
              <a:gd name="connsiteY4" fmla="*/ 2168138 h 3471566"/>
              <a:gd name="connsiteX5" fmla="*/ 4689673 w 5041586"/>
              <a:gd name="connsiteY5" fmla="*/ 2206688 h 3471566"/>
              <a:gd name="connsiteX6" fmla="*/ 4657282 w 5041586"/>
              <a:gd name="connsiteY6" fmla="*/ 3468185 h 3471566"/>
              <a:gd name="connsiteX7" fmla="*/ 313517 w 5041586"/>
              <a:gd name="connsiteY7" fmla="*/ 3468185 h 3471566"/>
              <a:gd name="connsiteX0" fmla="*/ 313517 w 5041586"/>
              <a:gd name="connsiteY0" fmla="*/ 2785271 h 2788652"/>
              <a:gd name="connsiteX1" fmla="*/ 313517 w 5041586"/>
              <a:gd name="connsiteY1" fmla="*/ 4714 h 2788652"/>
              <a:gd name="connsiteX2" fmla="*/ 4989070 w 5041586"/>
              <a:gd name="connsiteY2" fmla="*/ 0 h 2788652"/>
              <a:gd name="connsiteX3" fmla="*/ 5035236 w 5041586"/>
              <a:gd name="connsiteY3" fmla="*/ 79455 h 2788652"/>
              <a:gd name="connsiteX4" fmla="*/ 5041586 w 5041586"/>
              <a:gd name="connsiteY4" fmla="*/ 1485224 h 2788652"/>
              <a:gd name="connsiteX5" fmla="*/ 4689673 w 5041586"/>
              <a:gd name="connsiteY5" fmla="*/ 1523774 h 2788652"/>
              <a:gd name="connsiteX6" fmla="*/ 4657282 w 5041586"/>
              <a:gd name="connsiteY6" fmla="*/ 2785271 h 2788652"/>
              <a:gd name="connsiteX7" fmla="*/ 313517 w 5041586"/>
              <a:gd name="connsiteY7" fmla="*/ 2785271 h 2788652"/>
              <a:gd name="connsiteX0" fmla="*/ 0 w 4728069"/>
              <a:gd name="connsiteY0" fmla="*/ 2785271 h 2788652"/>
              <a:gd name="connsiteX1" fmla="*/ 0 w 4728069"/>
              <a:gd name="connsiteY1" fmla="*/ 4714 h 2788652"/>
              <a:gd name="connsiteX2" fmla="*/ 4675553 w 4728069"/>
              <a:gd name="connsiteY2" fmla="*/ 0 h 2788652"/>
              <a:gd name="connsiteX3" fmla="*/ 4721719 w 4728069"/>
              <a:gd name="connsiteY3" fmla="*/ 79455 h 2788652"/>
              <a:gd name="connsiteX4" fmla="*/ 4728069 w 4728069"/>
              <a:gd name="connsiteY4" fmla="*/ 1485224 h 2788652"/>
              <a:gd name="connsiteX5" fmla="*/ 4376156 w 4728069"/>
              <a:gd name="connsiteY5" fmla="*/ 1523774 h 2788652"/>
              <a:gd name="connsiteX6" fmla="*/ 4343765 w 4728069"/>
              <a:gd name="connsiteY6" fmla="*/ 2785271 h 2788652"/>
              <a:gd name="connsiteX7" fmla="*/ 0 w 4728069"/>
              <a:gd name="connsiteY7" fmla="*/ 2785271 h 2788652"/>
              <a:gd name="connsiteX0" fmla="*/ 0 w 4809032"/>
              <a:gd name="connsiteY0" fmla="*/ 2799412 h 2799412"/>
              <a:gd name="connsiteX1" fmla="*/ 80963 w 4809032"/>
              <a:gd name="connsiteY1" fmla="*/ 4714 h 2799412"/>
              <a:gd name="connsiteX2" fmla="*/ 4756516 w 4809032"/>
              <a:gd name="connsiteY2" fmla="*/ 0 h 2799412"/>
              <a:gd name="connsiteX3" fmla="*/ 4802682 w 4809032"/>
              <a:gd name="connsiteY3" fmla="*/ 79455 h 2799412"/>
              <a:gd name="connsiteX4" fmla="*/ 4809032 w 4809032"/>
              <a:gd name="connsiteY4" fmla="*/ 1485224 h 2799412"/>
              <a:gd name="connsiteX5" fmla="*/ 4457119 w 4809032"/>
              <a:gd name="connsiteY5" fmla="*/ 1523774 h 2799412"/>
              <a:gd name="connsiteX6" fmla="*/ 4424728 w 4809032"/>
              <a:gd name="connsiteY6" fmla="*/ 2785271 h 2799412"/>
              <a:gd name="connsiteX7" fmla="*/ 0 w 4809032"/>
              <a:gd name="connsiteY7" fmla="*/ 2799412 h 2799412"/>
              <a:gd name="connsiteX0" fmla="*/ 0 w 4809032"/>
              <a:gd name="connsiteY0" fmla="*/ 2806062 h 2806062"/>
              <a:gd name="connsiteX1" fmla="*/ 1 w 4809032"/>
              <a:gd name="connsiteY1" fmla="*/ 1937 h 2806062"/>
              <a:gd name="connsiteX2" fmla="*/ 4756516 w 4809032"/>
              <a:gd name="connsiteY2" fmla="*/ 6650 h 2806062"/>
              <a:gd name="connsiteX3" fmla="*/ 4802682 w 4809032"/>
              <a:gd name="connsiteY3" fmla="*/ 86105 h 2806062"/>
              <a:gd name="connsiteX4" fmla="*/ 4809032 w 4809032"/>
              <a:gd name="connsiteY4" fmla="*/ 1491874 h 2806062"/>
              <a:gd name="connsiteX5" fmla="*/ 4457119 w 4809032"/>
              <a:gd name="connsiteY5" fmla="*/ 1530424 h 2806062"/>
              <a:gd name="connsiteX6" fmla="*/ 4424728 w 4809032"/>
              <a:gd name="connsiteY6" fmla="*/ 2791921 h 2806062"/>
              <a:gd name="connsiteX7" fmla="*/ 0 w 4809032"/>
              <a:gd name="connsiteY7" fmla="*/ 2806062 h 2806062"/>
              <a:gd name="connsiteX0" fmla="*/ 5 w 4809037"/>
              <a:gd name="connsiteY0" fmla="*/ 2806062 h 2806062"/>
              <a:gd name="connsiteX1" fmla="*/ 6 w 4809037"/>
              <a:gd name="connsiteY1" fmla="*/ 1937 h 2806062"/>
              <a:gd name="connsiteX2" fmla="*/ 4756521 w 4809037"/>
              <a:gd name="connsiteY2" fmla="*/ 6650 h 2806062"/>
              <a:gd name="connsiteX3" fmla="*/ 4802687 w 4809037"/>
              <a:gd name="connsiteY3" fmla="*/ 86105 h 2806062"/>
              <a:gd name="connsiteX4" fmla="*/ 4809037 w 4809037"/>
              <a:gd name="connsiteY4" fmla="*/ 1491874 h 2806062"/>
              <a:gd name="connsiteX5" fmla="*/ 4457124 w 4809037"/>
              <a:gd name="connsiteY5" fmla="*/ 1530424 h 2806062"/>
              <a:gd name="connsiteX6" fmla="*/ 4424733 w 4809037"/>
              <a:gd name="connsiteY6" fmla="*/ 2791921 h 2806062"/>
              <a:gd name="connsiteX7" fmla="*/ 5 w 4809037"/>
              <a:gd name="connsiteY7" fmla="*/ 2806062 h 2806062"/>
              <a:gd name="connsiteX0" fmla="*/ 5 w 4809037"/>
              <a:gd name="connsiteY0" fmla="*/ 3042258 h 3042258"/>
              <a:gd name="connsiteX1" fmla="*/ 6 w 4809037"/>
              <a:gd name="connsiteY1" fmla="*/ 238133 h 3042258"/>
              <a:gd name="connsiteX2" fmla="*/ 4802687 w 4809037"/>
              <a:gd name="connsiteY2" fmla="*/ 322301 h 3042258"/>
              <a:gd name="connsiteX3" fmla="*/ 4809037 w 4809037"/>
              <a:gd name="connsiteY3" fmla="*/ 1728070 h 3042258"/>
              <a:gd name="connsiteX4" fmla="*/ 4457124 w 4809037"/>
              <a:gd name="connsiteY4" fmla="*/ 1766620 h 3042258"/>
              <a:gd name="connsiteX5" fmla="*/ 4424733 w 4809037"/>
              <a:gd name="connsiteY5" fmla="*/ 3028117 h 3042258"/>
              <a:gd name="connsiteX6" fmla="*/ 5 w 4809037"/>
              <a:gd name="connsiteY6" fmla="*/ 3042258 h 3042258"/>
              <a:gd name="connsiteX0" fmla="*/ 5 w 4809037"/>
              <a:gd name="connsiteY0" fmla="*/ 3074793 h 3074793"/>
              <a:gd name="connsiteX1" fmla="*/ 6 w 4809037"/>
              <a:gd name="connsiteY1" fmla="*/ 270668 h 3074793"/>
              <a:gd name="connsiteX2" fmla="*/ 4797924 w 4809037"/>
              <a:gd name="connsiteY2" fmla="*/ 265280 h 3074793"/>
              <a:gd name="connsiteX3" fmla="*/ 4809037 w 4809037"/>
              <a:gd name="connsiteY3" fmla="*/ 1760605 h 3074793"/>
              <a:gd name="connsiteX4" fmla="*/ 4457124 w 4809037"/>
              <a:gd name="connsiteY4" fmla="*/ 1799155 h 3074793"/>
              <a:gd name="connsiteX5" fmla="*/ 4424733 w 4809037"/>
              <a:gd name="connsiteY5" fmla="*/ 3060652 h 3074793"/>
              <a:gd name="connsiteX6" fmla="*/ 5 w 4809037"/>
              <a:gd name="connsiteY6" fmla="*/ 3074793 h 3074793"/>
              <a:gd name="connsiteX0" fmla="*/ 5 w 4809037"/>
              <a:gd name="connsiteY0" fmla="*/ 2990782 h 2990782"/>
              <a:gd name="connsiteX1" fmla="*/ 6 w 4809037"/>
              <a:gd name="connsiteY1" fmla="*/ 186657 h 2990782"/>
              <a:gd name="connsiteX2" fmla="*/ 4797924 w 4809037"/>
              <a:gd name="connsiteY2" fmla="*/ 181269 h 2990782"/>
              <a:gd name="connsiteX3" fmla="*/ 4809037 w 4809037"/>
              <a:gd name="connsiteY3" fmla="*/ 1676594 h 2990782"/>
              <a:gd name="connsiteX4" fmla="*/ 4457124 w 4809037"/>
              <a:gd name="connsiteY4" fmla="*/ 1715144 h 2990782"/>
              <a:gd name="connsiteX5" fmla="*/ 4424733 w 4809037"/>
              <a:gd name="connsiteY5" fmla="*/ 2976641 h 2990782"/>
              <a:gd name="connsiteX6" fmla="*/ 5 w 4809037"/>
              <a:gd name="connsiteY6" fmla="*/ 2990782 h 2990782"/>
              <a:gd name="connsiteX0" fmla="*/ 5 w 4809037"/>
              <a:gd name="connsiteY0" fmla="*/ 2821150 h 2821150"/>
              <a:gd name="connsiteX1" fmla="*/ 6 w 4809037"/>
              <a:gd name="connsiteY1" fmla="*/ 17025 h 2821150"/>
              <a:gd name="connsiteX2" fmla="*/ 4797924 w 4809037"/>
              <a:gd name="connsiteY2" fmla="*/ 11637 h 2821150"/>
              <a:gd name="connsiteX3" fmla="*/ 4809037 w 4809037"/>
              <a:gd name="connsiteY3" fmla="*/ 1506962 h 2821150"/>
              <a:gd name="connsiteX4" fmla="*/ 4457124 w 4809037"/>
              <a:gd name="connsiteY4" fmla="*/ 1545512 h 2821150"/>
              <a:gd name="connsiteX5" fmla="*/ 4424733 w 4809037"/>
              <a:gd name="connsiteY5" fmla="*/ 2807009 h 2821150"/>
              <a:gd name="connsiteX6" fmla="*/ 5 w 4809037"/>
              <a:gd name="connsiteY6" fmla="*/ 2821150 h 2821150"/>
              <a:gd name="connsiteX0" fmla="*/ 5 w 4809037"/>
              <a:gd name="connsiteY0" fmla="*/ 2811040 h 2811040"/>
              <a:gd name="connsiteX1" fmla="*/ 6 w 4809037"/>
              <a:gd name="connsiteY1" fmla="*/ 6915 h 2811040"/>
              <a:gd name="connsiteX2" fmla="*/ 4797924 w 4809037"/>
              <a:gd name="connsiteY2" fmla="*/ 1527 h 2811040"/>
              <a:gd name="connsiteX3" fmla="*/ 4809037 w 4809037"/>
              <a:gd name="connsiteY3" fmla="*/ 1496852 h 2811040"/>
              <a:gd name="connsiteX4" fmla="*/ 4457124 w 4809037"/>
              <a:gd name="connsiteY4" fmla="*/ 1535402 h 2811040"/>
              <a:gd name="connsiteX5" fmla="*/ 4424733 w 4809037"/>
              <a:gd name="connsiteY5" fmla="*/ 2796899 h 2811040"/>
              <a:gd name="connsiteX6" fmla="*/ 5 w 4809037"/>
              <a:gd name="connsiteY6" fmla="*/ 2811040 h 2811040"/>
              <a:gd name="connsiteX0" fmla="*/ 5 w 4809037"/>
              <a:gd name="connsiteY0" fmla="*/ 2815715 h 2815715"/>
              <a:gd name="connsiteX1" fmla="*/ 6 w 4809037"/>
              <a:gd name="connsiteY1" fmla="*/ 11590 h 2815715"/>
              <a:gd name="connsiteX2" fmla="*/ 4797924 w 4809037"/>
              <a:gd name="connsiteY2" fmla="*/ 6202 h 2815715"/>
              <a:gd name="connsiteX3" fmla="*/ 4809037 w 4809037"/>
              <a:gd name="connsiteY3" fmla="*/ 1501527 h 2815715"/>
              <a:gd name="connsiteX4" fmla="*/ 4457124 w 4809037"/>
              <a:gd name="connsiteY4" fmla="*/ 1540077 h 2815715"/>
              <a:gd name="connsiteX5" fmla="*/ 4424733 w 4809037"/>
              <a:gd name="connsiteY5" fmla="*/ 2801574 h 2815715"/>
              <a:gd name="connsiteX6" fmla="*/ 5 w 4809037"/>
              <a:gd name="connsiteY6" fmla="*/ 2815715 h 2815715"/>
              <a:gd name="connsiteX0" fmla="*/ 5 w 4809037"/>
              <a:gd name="connsiteY0" fmla="*/ 2820308 h 2820308"/>
              <a:gd name="connsiteX1" fmla="*/ 6 w 4809037"/>
              <a:gd name="connsiteY1" fmla="*/ 16183 h 2820308"/>
              <a:gd name="connsiteX2" fmla="*/ 4797924 w 4809037"/>
              <a:gd name="connsiteY2" fmla="*/ 10795 h 2820308"/>
              <a:gd name="connsiteX3" fmla="*/ 4809037 w 4809037"/>
              <a:gd name="connsiteY3" fmla="*/ 1506120 h 2820308"/>
              <a:gd name="connsiteX4" fmla="*/ 4457124 w 4809037"/>
              <a:gd name="connsiteY4" fmla="*/ 1544670 h 2820308"/>
              <a:gd name="connsiteX5" fmla="*/ 4424733 w 4809037"/>
              <a:gd name="connsiteY5" fmla="*/ 2806167 h 2820308"/>
              <a:gd name="connsiteX6" fmla="*/ 5 w 4809037"/>
              <a:gd name="connsiteY6" fmla="*/ 2820308 h 2820308"/>
              <a:gd name="connsiteX0" fmla="*/ 5 w 4809037"/>
              <a:gd name="connsiteY0" fmla="*/ 2814097 h 2814097"/>
              <a:gd name="connsiteX1" fmla="*/ 6 w 4809037"/>
              <a:gd name="connsiteY1" fmla="*/ 9972 h 2814097"/>
              <a:gd name="connsiteX2" fmla="*/ 4797924 w 4809037"/>
              <a:gd name="connsiteY2" fmla="*/ 4584 h 2814097"/>
              <a:gd name="connsiteX3" fmla="*/ 4809037 w 4809037"/>
              <a:gd name="connsiteY3" fmla="*/ 1499909 h 2814097"/>
              <a:gd name="connsiteX4" fmla="*/ 4457124 w 4809037"/>
              <a:gd name="connsiteY4" fmla="*/ 1538459 h 2814097"/>
              <a:gd name="connsiteX5" fmla="*/ 4424733 w 4809037"/>
              <a:gd name="connsiteY5" fmla="*/ 2799956 h 2814097"/>
              <a:gd name="connsiteX6" fmla="*/ 5 w 4809037"/>
              <a:gd name="connsiteY6" fmla="*/ 2814097 h 2814097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5325 h 2809513"/>
              <a:gd name="connsiteX4" fmla="*/ 4457124 w 4809037"/>
              <a:gd name="connsiteY4" fmla="*/ 1533875 h 2809513"/>
              <a:gd name="connsiteX5" fmla="*/ 4424733 w 4809037"/>
              <a:gd name="connsiteY5" fmla="*/ 2795372 h 2809513"/>
              <a:gd name="connsiteX6" fmla="*/ 5 w 4809037"/>
              <a:gd name="connsiteY6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5325 h 2809513"/>
              <a:gd name="connsiteX4" fmla="*/ 4457124 w 4809037"/>
              <a:gd name="connsiteY4" fmla="*/ 1533875 h 2809513"/>
              <a:gd name="connsiteX5" fmla="*/ 4424733 w 4809037"/>
              <a:gd name="connsiteY5" fmla="*/ 2795372 h 2809513"/>
              <a:gd name="connsiteX6" fmla="*/ 5 w 4809037"/>
              <a:gd name="connsiteY6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5325 h 2809513"/>
              <a:gd name="connsiteX4" fmla="*/ 4578097 w 4809037"/>
              <a:gd name="connsiteY4" fmla="*/ 1518550 h 2809513"/>
              <a:gd name="connsiteX5" fmla="*/ 4457124 w 4809037"/>
              <a:gd name="connsiteY5" fmla="*/ 1533875 h 2809513"/>
              <a:gd name="connsiteX6" fmla="*/ 4424733 w 4809037"/>
              <a:gd name="connsiteY6" fmla="*/ 2795372 h 2809513"/>
              <a:gd name="connsiteX7" fmla="*/ 5 w 4809037"/>
              <a:gd name="connsiteY7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5325 h 2809513"/>
              <a:gd name="connsiteX4" fmla="*/ 4578097 w 4809037"/>
              <a:gd name="connsiteY4" fmla="*/ 1518550 h 2809513"/>
              <a:gd name="connsiteX5" fmla="*/ 4457124 w 4809037"/>
              <a:gd name="connsiteY5" fmla="*/ 1576296 h 2809513"/>
              <a:gd name="connsiteX6" fmla="*/ 4424733 w 4809037"/>
              <a:gd name="connsiteY6" fmla="*/ 2795372 h 2809513"/>
              <a:gd name="connsiteX7" fmla="*/ 5 w 4809037"/>
              <a:gd name="connsiteY7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5325 h 2809513"/>
              <a:gd name="connsiteX4" fmla="*/ 4457124 w 4809037"/>
              <a:gd name="connsiteY4" fmla="*/ 1576296 h 2809513"/>
              <a:gd name="connsiteX5" fmla="*/ 4424733 w 4809037"/>
              <a:gd name="connsiteY5" fmla="*/ 2795372 h 2809513"/>
              <a:gd name="connsiteX6" fmla="*/ 5 w 4809037"/>
              <a:gd name="connsiteY6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5325 h 2809513"/>
              <a:gd name="connsiteX4" fmla="*/ 4457124 w 4809037"/>
              <a:gd name="connsiteY4" fmla="*/ 1576296 h 2809513"/>
              <a:gd name="connsiteX5" fmla="*/ 4424733 w 4809037"/>
              <a:gd name="connsiteY5" fmla="*/ 2795372 h 2809513"/>
              <a:gd name="connsiteX6" fmla="*/ 5 w 4809037"/>
              <a:gd name="connsiteY6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5325 h 2809513"/>
              <a:gd name="connsiteX4" fmla="*/ 4457124 w 4809037"/>
              <a:gd name="connsiteY4" fmla="*/ 1576296 h 2809513"/>
              <a:gd name="connsiteX5" fmla="*/ 4424733 w 4809037"/>
              <a:gd name="connsiteY5" fmla="*/ 2795372 h 2809513"/>
              <a:gd name="connsiteX6" fmla="*/ 5 w 4809037"/>
              <a:gd name="connsiteY6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5325 h 2809513"/>
              <a:gd name="connsiteX4" fmla="*/ 4457124 w 4809037"/>
              <a:gd name="connsiteY4" fmla="*/ 1581010 h 2809513"/>
              <a:gd name="connsiteX5" fmla="*/ 4424733 w 4809037"/>
              <a:gd name="connsiteY5" fmla="*/ 2795372 h 2809513"/>
              <a:gd name="connsiteX6" fmla="*/ 5 w 4809037"/>
              <a:gd name="connsiteY6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5325 h 2809513"/>
              <a:gd name="connsiteX4" fmla="*/ 4457124 w 4809037"/>
              <a:gd name="connsiteY4" fmla="*/ 1581010 h 2809513"/>
              <a:gd name="connsiteX5" fmla="*/ 4424733 w 4809037"/>
              <a:gd name="connsiteY5" fmla="*/ 2795372 h 2809513"/>
              <a:gd name="connsiteX6" fmla="*/ 5 w 4809037"/>
              <a:gd name="connsiteY6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5325 h 2809513"/>
              <a:gd name="connsiteX4" fmla="*/ 4442837 w 4809037"/>
              <a:gd name="connsiteY4" fmla="*/ 1573939 h 2809513"/>
              <a:gd name="connsiteX5" fmla="*/ 4424733 w 4809037"/>
              <a:gd name="connsiteY5" fmla="*/ 2795372 h 2809513"/>
              <a:gd name="connsiteX6" fmla="*/ 5 w 4809037"/>
              <a:gd name="connsiteY6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5325 h 2809513"/>
              <a:gd name="connsiteX4" fmla="*/ 4442837 w 4809037"/>
              <a:gd name="connsiteY4" fmla="*/ 1573939 h 2809513"/>
              <a:gd name="connsiteX5" fmla="*/ 4424733 w 4809037"/>
              <a:gd name="connsiteY5" fmla="*/ 2795372 h 2809513"/>
              <a:gd name="connsiteX6" fmla="*/ 5 w 4809037"/>
              <a:gd name="connsiteY6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5325 h 2809513"/>
              <a:gd name="connsiteX4" fmla="*/ 4395212 w 4809037"/>
              <a:gd name="connsiteY4" fmla="*/ 1524448 h 2809513"/>
              <a:gd name="connsiteX5" fmla="*/ 4424733 w 4809037"/>
              <a:gd name="connsiteY5" fmla="*/ 2795372 h 2809513"/>
              <a:gd name="connsiteX6" fmla="*/ 5 w 4809037"/>
              <a:gd name="connsiteY6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69401 h 2809513"/>
              <a:gd name="connsiteX4" fmla="*/ 4395212 w 4809037"/>
              <a:gd name="connsiteY4" fmla="*/ 1524448 h 2809513"/>
              <a:gd name="connsiteX5" fmla="*/ 4424733 w 4809037"/>
              <a:gd name="connsiteY5" fmla="*/ 2795372 h 2809513"/>
              <a:gd name="connsiteX6" fmla="*/ 5 w 4809037"/>
              <a:gd name="connsiteY6" fmla="*/ 2809513 h 2809513"/>
              <a:gd name="connsiteX0" fmla="*/ 5 w 4804275"/>
              <a:gd name="connsiteY0" fmla="*/ 2809513 h 2809513"/>
              <a:gd name="connsiteX1" fmla="*/ 6 w 4804275"/>
              <a:gd name="connsiteY1" fmla="*/ 5388 h 2809513"/>
              <a:gd name="connsiteX2" fmla="*/ 4797924 w 4804275"/>
              <a:gd name="connsiteY2" fmla="*/ 0 h 2809513"/>
              <a:gd name="connsiteX3" fmla="*/ 4804275 w 4804275"/>
              <a:gd name="connsiteY3" fmla="*/ 1492968 h 2809513"/>
              <a:gd name="connsiteX4" fmla="*/ 4395212 w 4804275"/>
              <a:gd name="connsiteY4" fmla="*/ 1524448 h 2809513"/>
              <a:gd name="connsiteX5" fmla="*/ 4424733 w 4804275"/>
              <a:gd name="connsiteY5" fmla="*/ 2795372 h 2809513"/>
              <a:gd name="connsiteX6" fmla="*/ 5 w 4804275"/>
              <a:gd name="connsiteY6" fmla="*/ 2809513 h 2809513"/>
              <a:gd name="connsiteX0" fmla="*/ 5 w 4804275"/>
              <a:gd name="connsiteY0" fmla="*/ 2809513 h 2809513"/>
              <a:gd name="connsiteX1" fmla="*/ 6 w 4804275"/>
              <a:gd name="connsiteY1" fmla="*/ 5388 h 2809513"/>
              <a:gd name="connsiteX2" fmla="*/ 4797924 w 4804275"/>
              <a:gd name="connsiteY2" fmla="*/ 0 h 2809513"/>
              <a:gd name="connsiteX3" fmla="*/ 4804275 w 4804275"/>
              <a:gd name="connsiteY3" fmla="*/ 1490611 h 2809513"/>
              <a:gd name="connsiteX4" fmla="*/ 4395212 w 4804275"/>
              <a:gd name="connsiteY4" fmla="*/ 1524448 h 2809513"/>
              <a:gd name="connsiteX5" fmla="*/ 4424733 w 4804275"/>
              <a:gd name="connsiteY5" fmla="*/ 2795372 h 2809513"/>
              <a:gd name="connsiteX6" fmla="*/ 5 w 4804275"/>
              <a:gd name="connsiteY6" fmla="*/ 2809513 h 2809513"/>
              <a:gd name="connsiteX0" fmla="*/ 5 w 4804275"/>
              <a:gd name="connsiteY0" fmla="*/ 2809513 h 2809513"/>
              <a:gd name="connsiteX1" fmla="*/ 6 w 4804275"/>
              <a:gd name="connsiteY1" fmla="*/ 5388 h 2809513"/>
              <a:gd name="connsiteX2" fmla="*/ 4797924 w 4804275"/>
              <a:gd name="connsiteY2" fmla="*/ 0 h 2809513"/>
              <a:gd name="connsiteX3" fmla="*/ 4804275 w 4804275"/>
              <a:gd name="connsiteY3" fmla="*/ 1490611 h 2809513"/>
              <a:gd name="connsiteX4" fmla="*/ 4395212 w 4804275"/>
              <a:gd name="connsiteY4" fmla="*/ 1524448 h 2809513"/>
              <a:gd name="connsiteX5" fmla="*/ 4424733 w 4804275"/>
              <a:gd name="connsiteY5" fmla="*/ 2795372 h 2809513"/>
              <a:gd name="connsiteX6" fmla="*/ 5 w 4804275"/>
              <a:gd name="connsiteY6" fmla="*/ 2809513 h 2809513"/>
              <a:gd name="connsiteX0" fmla="*/ 5 w 4804275"/>
              <a:gd name="connsiteY0" fmla="*/ 2809513 h 2809513"/>
              <a:gd name="connsiteX1" fmla="*/ 6 w 4804275"/>
              <a:gd name="connsiteY1" fmla="*/ 5388 h 2809513"/>
              <a:gd name="connsiteX2" fmla="*/ 4797924 w 4804275"/>
              <a:gd name="connsiteY2" fmla="*/ 0 h 2809513"/>
              <a:gd name="connsiteX3" fmla="*/ 4804275 w 4804275"/>
              <a:gd name="connsiteY3" fmla="*/ 1490611 h 2809513"/>
              <a:gd name="connsiteX4" fmla="*/ 4395212 w 4804275"/>
              <a:gd name="connsiteY4" fmla="*/ 1524448 h 2809513"/>
              <a:gd name="connsiteX5" fmla="*/ 4424733 w 4804275"/>
              <a:gd name="connsiteY5" fmla="*/ 2795372 h 2809513"/>
              <a:gd name="connsiteX6" fmla="*/ 5 w 4804275"/>
              <a:gd name="connsiteY6" fmla="*/ 2809513 h 2809513"/>
              <a:gd name="connsiteX0" fmla="*/ 5 w 4804275"/>
              <a:gd name="connsiteY0" fmla="*/ 2809513 h 2809513"/>
              <a:gd name="connsiteX1" fmla="*/ 6 w 4804275"/>
              <a:gd name="connsiteY1" fmla="*/ 5388 h 2809513"/>
              <a:gd name="connsiteX2" fmla="*/ 4797924 w 4804275"/>
              <a:gd name="connsiteY2" fmla="*/ 0 h 2809513"/>
              <a:gd name="connsiteX3" fmla="*/ 4804275 w 4804275"/>
              <a:gd name="connsiteY3" fmla="*/ 1490611 h 2809513"/>
              <a:gd name="connsiteX4" fmla="*/ 4442837 w 4804275"/>
              <a:gd name="connsiteY4" fmla="*/ 1533876 h 2809513"/>
              <a:gd name="connsiteX5" fmla="*/ 4424733 w 4804275"/>
              <a:gd name="connsiteY5" fmla="*/ 2795372 h 2809513"/>
              <a:gd name="connsiteX6" fmla="*/ 5 w 4804275"/>
              <a:gd name="connsiteY6" fmla="*/ 2809513 h 2809513"/>
              <a:gd name="connsiteX0" fmla="*/ 5 w 4804275"/>
              <a:gd name="connsiteY0" fmla="*/ 2809513 h 2809513"/>
              <a:gd name="connsiteX1" fmla="*/ 6 w 4804275"/>
              <a:gd name="connsiteY1" fmla="*/ 5388 h 2809513"/>
              <a:gd name="connsiteX2" fmla="*/ 4797924 w 4804275"/>
              <a:gd name="connsiteY2" fmla="*/ 0 h 2809513"/>
              <a:gd name="connsiteX3" fmla="*/ 4804275 w 4804275"/>
              <a:gd name="connsiteY3" fmla="*/ 1490611 h 2809513"/>
              <a:gd name="connsiteX4" fmla="*/ 4442837 w 4804275"/>
              <a:gd name="connsiteY4" fmla="*/ 1533876 h 2809513"/>
              <a:gd name="connsiteX5" fmla="*/ 4424733 w 4804275"/>
              <a:gd name="connsiteY5" fmla="*/ 2795372 h 2809513"/>
              <a:gd name="connsiteX6" fmla="*/ 5 w 4804275"/>
              <a:gd name="connsiteY6" fmla="*/ 2809513 h 2809513"/>
              <a:gd name="connsiteX0" fmla="*/ 5 w 4804275"/>
              <a:gd name="connsiteY0" fmla="*/ 2809513 h 2809513"/>
              <a:gd name="connsiteX1" fmla="*/ 6 w 4804275"/>
              <a:gd name="connsiteY1" fmla="*/ 5388 h 2809513"/>
              <a:gd name="connsiteX2" fmla="*/ 4797924 w 4804275"/>
              <a:gd name="connsiteY2" fmla="*/ 0 h 2809513"/>
              <a:gd name="connsiteX3" fmla="*/ 4804275 w 4804275"/>
              <a:gd name="connsiteY3" fmla="*/ 1490611 h 2809513"/>
              <a:gd name="connsiteX4" fmla="*/ 4442837 w 4804275"/>
              <a:gd name="connsiteY4" fmla="*/ 1533876 h 2809513"/>
              <a:gd name="connsiteX5" fmla="*/ 4424733 w 4804275"/>
              <a:gd name="connsiteY5" fmla="*/ 2795372 h 2809513"/>
              <a:gd name="connsiteX6" fmla="*/ 5 w 4804275"/>
              <a:gd name="connsiteY6" fmla="*/ 2809513 h 2809513"/>
              <a:gd name="connsiteX0" fmla="*/ 5 w 4804275"/>
              <a:gd name="connsiteY0" fmla="*/ 2809513 h 2809513"/>
              <a:gd name="connsiteX1" fmla="*/ 6 w 4804275"/>
              <a:gd name="connsiteY1" fmla="*/ 5388 h 2809513"/>
              <a:gd name="connsiteX2" fmla="*/ 4797924 w 4804275"/>
              <a:gd name="connsiteY2" fmla="*/ 0 h 2809513"/>
              <a:gd name="connsiteX3" fmla="*/ 4804275 w 4804275"/>
              <a:gd name="connsiteY3" fmla="*/ 1490611 h 2809513"/>
              <a:gd name="connsiteX4" fmla="*/ 4442837 w 4804275"/>
              <a:gd name="connsiteY4" fmla="*/ 1533876 h 2809513"/>
              <a:gd name="connsiteX5" fmla="*/ 4424733 w 4804275"/>
              <a:gd name="connsiteY5" fmla="*/ 2795372 h 2809513"/>
              <a:gd name="connsiteX6" fmla="*/ 5 w 4804275"/>
              <a:gd name="connsiteY6" fmla="*/ 2809513 h 2809513"/>
              <a:gd name="connsiteX0" fmla="*/ 5 w 4804275"/>
              <a:gd name="connsiteY0" fmla="*/ 2809513 h 2809513"/>
              <a:gd name="connsiteX1" fmla="*/ 6 w 4804275"/>
              <a:gd name="connsiteY1" fmla="*/ 5388 h 2809513"/>
              <a:gd name="connsiteX2" fmla="*/ 4797924 w 4804275"/>
              <a:gd name="connsiteY2" fmla="*/ 0 h 2809513"/>
              <a:gd name="connsiteX3" fmla="*/ 4804275 w 4804275"/>
              <a:gd name="connsiteY3" fmla="*/ 1490611 h 2809513"/>
              <a:gd name="connsiteX4" fmla="*/ 4435694 w 4804275"/>
              <a:gd name="connsiteY4" fmla="*/ 1531518 h 2809513"/>
              <a:gd name="connsiteX5" fmla="*/ 4424733 w 4804275"/>
              <a:gd name="connsiteY5" fmla="*/ 2795372 h 2809513"/>
              <a:gd name="connsiteX6" fmla="*/ 5 w 4804275"/>
              <a:gd name="connsiteY6" fmla="*/ 2809513 h 2809513"/>
              <a:gd name="connsiteX0" fmla="*/ 5 w 4804275"/>
              <a:gd name="connsiteY0" fmla="*/ 2809513 h 2809513"/>
              <a:gd name="connsiteX1" fmla="*/ 6 w 4804275"/>
              <a:gd name="connsiteY1" fmla="*/ 5388 h 2809513"/>
              <a:gd name="connsiteX2" fmla="*/ 4797924 w 4804275"/>
              <a:gd name="connsiteY2" fmla="*/ 0 h 2809513"/>
              <a:gd name="connsiteX3" fmla="*/ 4804275 w 4804275"/>
              <a:gd name="connsiteY3" fmla="*/ 1490611 h 2809513"/>
              <a:gd name="connsiteX4" fmla="*/ 4438075 w 4804275"/>
              <a:gd name="connsiteY4" fmla="*/ 1545659 h 2809513"/>
              <a:gd name="connsiteX5" fmla="*/ 4424733 w 4804275"/>
              <a:gd name="connsiteY5" fmla="*/ 2795372 h 2809513"/>
              <a:gd name="connsiteX6" fmla="*/ 5 w 4804275"/>
              <a:gd name="connsiteY6" fmla="*/ 2809513 h 2809513"/>
              <a:gd name="connsiteX0" fmla="*/ 5 w 4804275"/>
              <a:gd name="connsiteY0" fmla="*/ 2809513 h 2809513"/>
              <a:gd name="connsiteX1" fmla="*/ 6 w 4804275"/>
              <a:gd name="connsiteY1" fmla="*/ 5388 h 2809513"/>
              <a:gd name="connsiteX2" fmla="*/ 4797924 w 4804275"/>
              <a:gd name="connsiteY2" fmla="*/ 0 h 2809513"/>
              <a:gd name="connsiteX3" fmla="*/ 4804275 w 4804275"/>
              <a:gd name="connsiteY3" fmla="*/ 1490611 h 2809513"/>
              <a:gd name="connsiteX4" fmla="*/ 4438075 w 4804275"/>
              <a:gd name="connsiteY4" fmla="*/ 1545659 h 2809513"/>
              <a:gd name="connsiteX5" fmla="*/ 4424733 w 4804275"/>
              <a:gd name="connsiteY5" fmla="*/ 2795372 h 2809513"/>
              <a:gd name="connsiteX6" fmla="*/ 5 w 4804275"/>
              <a:gd name="connsiteY6" fmla="*/ 2809513 h 2809513"/>
              <a:gd name="connsiteX0" fmla="*/ 5 w 4804275"/>
              <a:gd name="connsiteY0" fmla="*/ 2809513 h 2809513"/>
              <a:gd name="connsiteX1" fmla="*/ 6 w 4804275"/>
              <a:gd name="connsiteY1" fmla="*/ 5388 h 2809513"/>
              <a:gd name="connsiteX2" fmla="*/ 4797924 w 4804275"/>
              <a:gd name="connsiteY2" fmla="*/ 0 h 2809513"/>
              <a:gd name="connsiteX3" fmla="*/ 4804275 w 4804275"/>
              <a:gd name="connsiteY3" fmla="*/ 1490611 h 2809513"/>
              <a:gd name="connsiteX4" fmla="*/ 4438075 w 4804275"/>
              <a:gd name="connsiteY4" fmla="*/ 1545659 h 2809513"/>
              <a:gd name="connsiteX5" fmla="*/ 4424733 w 4804275"/>
              <a:gd name="connsiteY5" fmla="*/ 2795372 h 2809513"/>
              <a:gd name="connsiteX6" fmla="*/ 5 w 4804275"/>
              <a:gd name="connsiteY6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2968 h 2809513"/>
              <a:gd name="connsiteX4" fmla="*/ 4438075 w 4809037"/>
              <a:gd name="connsiteY4" fmla="*/ 1545659 h 2809513"/>
              <a:gd name="connsiteX5" fmla="*/ 4424733 w 4809037"/>
              <a:gd name="connsiteY5" fmla="*/ 2795372 h 2809513"/>
              <a:gd name="connsiteX6" fmla="*/ 5 w 4809037"/>
              <a:gd name="connsiteY6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2968 h 2809513"/>
              <a:gd name="connsiteX4" fmla="*/ 4433312 w 4809037"/>
              <a:gd name="connsiteY4" fmla="*/ 1548016 h 2809513"/>
              <a:gd name="connsiteX5" fmla="*/ 4424733 w 4809037"/>
              <a:gd name="connsiteY5" fmla="*/ 2795372 h 2809513"/>
              <a:gd name="connsiteX6" fmla="*/ 5 w 4809037"/>
              <a:gd name="connsiteY6" fmla="*/ 2809513 h 2809513"/>
              <a:gd name="connsiteX0" fmla="*/ 5 w 4809037"/>
              <a:gd name="connsiteY0" fmla="*/ 2809513 h 2809513"/>
              <a:gd name="connsiteX1" fmla="*/ 6 w 4809037"/>
              <a:gd name="connsiteY1" fmla="*/ 5388 h 2809513"/>
              <a:gd name="connsiteX2" fmla="*/ 4797924 w 4809037"/>
              <a:gd name="connsiteY2" fmla="*/ 0 h 2809513"/>
              <a:gd name="connsiteX3" fmla="*/ 4809037 w 4809037"/>
              <a:gd name="connsiteY3" fmla="*/ 1492968 h 2809513"/>
              <a:gd name="connsiteX4" fmla="*/ 4433312 w 4809037"/>
              <a:gd name="connsiteY4" fmla="*/ 1548016 h 2809513"/>
              <a:gd name="connsiteX5" fmla="*/ 4424733 w 4809037"/>
              <a:gd name="connsiteY5" fmla="*/ 2795372 h 2809513"/>
              <a:gd name="connsiteX6" fmla="*/ 5 w 4809037"/>
              <a:gd name="connsiteY6" fmla="*/ 2809513 h 2809513"/>
              <a:gd name="connsiteX0" fmla="*/ 5 w 4802909"/>
              <a:gd name="connsiteY0" fmla="*/ 2809513 h 2809513"/>
              <a:gd name="connsiteX1" fmla="*/ 6 w 4802909"/>
              <a:gd name="connsiteY1" fmla="*/ 5388 h 2809513"/>
              <a:gd name="connsiteX2" fmla="*/ 4797924 w 4802909"/>
              <a:gd name="connsiteY2" fmla="*/ 0 h 2809513"/>
              <a:gd name="connsiteX3" fmla="*/ 4802909 w 4802909"/>
              <a:gd name="connsiteY3" fmla="*/ 1487296 h 2809513"/>
              <a:gd name="connsiteX4" fmla="*/ 4433312 w 4802909"/>
              <a:gd name="connsiteY4" fmla="*/ 1548016 h 2809513"/>
              <a:gd name="connsiteX5" fmla="*/ 4424733 w 4802909"/>
              <a:gd name="connsiteY5" fmla="*/ 2795372 h 2809513"/>
              <a:gd name="connsiteX6" fmla="*/ 5 w 4802909"/>
              <a:gd name="connsiteY6" fmla="*/ 2809513 h 2809513"/>
              <a:gd name="connsiteX0" fmla="*/ 5 w 4802909"/>
              <a:gd name="connsiteY0" fmla="*/ 2809513 h 2809513"/>
              <a:gd name="connsiteX1" fmla="*/ 6 w 4802909"/>
              <a:gd name="connsiteY1" fmla="*/ 5388 h 2809513"/>
              <a:gd name="connsiteX2" fmla="*/ 4797924 w 4802909"/>
              <a:gd name="connsiteY2" fmla="*/ 0 h 2809513"/>
              <a:gd name="connsiteX3" fmla="*/ 4802909 w 4802909"/>
              <a:gd name="connsiteY3" fmla="*/ 1487296 h 2809513"/>
              <a:gd name="connsiteX4" fmla="*/ 4433312 w 4802909"/>
              <a:gd name="connsiteY4" fmla="*/ 1548016 h 2809513"/>
              <a:gd name="connsiteX5" fmla="*/ 4443118 w 4802909"/>
              <a:gd name="connsiteY5" fmla="*/ 2761337 h 2809513"/>
              <a:gd name="connsiteX6" fmla="*/ 5 w 4802909"/>
              <a:gd name="connsiteY6" fmla="*/ 2809513 h 2809513"/>
              <a:gd name="connsiteX0" fmla="*/ 5 w 4802909"/>
              <a:gd name="connsiteY0" fmla="*/ 2809513 h 2809513"/>
              <a:gd name="connsiteX1" fmla="*/ 6 w 4802909"/>
              <a:gd name="connsiteY1" fmla="*/ 5388 h 2809513"/>
              <a:gd name="connsiteX2" fmla="*/ 4797924 w 4802909"/>
              <a:gd name="connsiteY2" fmla="*/ 0 h 2809513"/>
              <a:gd name="connsiteX3" fmla="*/ 4802909 w 4802909"/>
              <a:gd name="connsiteY3" fmla="*/ 1487296 h 2809513"/>
              <a:gd name="connsiteX4" fmla="*/ 4433312 w 4802909"/>
              <a:gd name="connsiteY4" fmla="*/ 1548016 h 2809513"/>
              <a:gd name="connsiteX5" fmla="*/ 4443118 w 4802909"/>
              <a:gd name="connsiteY5" fmla="*/ 2744320 h 2809513"/>
              <a:gd name="connsiteX6" fmla="*/ 5 w 4802909"/>
              <a:gd name="connsiteY6" fmla="*/ 2809513 h 2809513"/>
              <a:gd name="connsiteX0" fmla="*/ 5 w 4802909"/>
              <a:gd name="connsiteY0" fmla="*/ 2809513 h 2809513"/>
              <a:gd name="connsiteX1" fmla="*/ 6 w 4802909"/>
              <a:gd name="connsiteY1" fmla="*/ 5388 h 2809513"/>
              <a:gd name="connsiteX2" fmla="*/ 4797924 w 4802909"/>
              <a:gd name="connsiteY2" fmla="*/ 0 h 2809513"/>
              <a:gd name="connsiteX3" fmla="*/ 4802909 w 4802909"/>
              <a:gd name="connsiteY3" fmla="*/ 1487296 h 2809513"/>
              <a:gd name="connsiteX4" fmla="*/ 4433312 w 4802909"/>
              <a:gd name="connsiteY4" fmla="*/ 1548016 h 2809513"/>
              <a:gd name="connsiteX5" fmla="*/ 4443118 w 4802909"/>
              <a:gd name="connsiteY5" fmla="*/ 2698940 h 2809513"/>
              <a:gd name="connsiteX6" fmla="*/ 5 w 4802909"/>
              <a:gd name="connsiteY6" fmla="*/ 2809513 h 2809513"/>
              <a:gd name="connsiteX0" fmla="*/ 0 w 4821290"/>
              <a:gd name="connsiteY0" fmla="*/ 2696064 h 2698940"/>
              <a:gd name="connsiteX1" fmla="*/ 18387 w 4821290"/>
              <a:gd name="connsiteY1" fmla="*/ 5388 h 2698940"/>
              <a:gd name="connsiteX2" fmla="*/ 4816305 w 4821290"/>
              <a:gd name="connsiteY2" fmla="*/ 0 h 2698940"/>
              <a:gd name="connsiteX3" fmla="*/ 4821290 w 4821290"/>
              <a:gd name="connsiteY3" fmla="*/ 1487296 h 2698940"/>
              <a:gd name="connsiteX4" fmla="*/ 4451693 w 4821290"/>
              <a:gd name="connsiteY4" fmla="*/ 1548016 h 2698940"/>
              <a:gd name="connsiteX5" fmla="*/ 4461499 w 4821290"/>
              <a:gd name="connsiteY5" fmla="*/ 2698940 h 2698940"/>
              <a:gd name="connsiteX6" fmla="*/ 0 w 4821290"/>
              <a:gd name="connsiteY6" fmla="*/ 2696064 h 2698940"/>
              <a:gd name="connsiteX0" fmla="*/ 0 w 4821290"/>
              <a:gd name="connsiteY0" fmla="*/ 2696064 h 2698940"/>
              <a:gd name="connsiteX1" fmla="*/ 18387 w 4821290"/>
              <a:gd name="connsiteY1" fmla="*/ 5388 h 2698940"/>
              <a:gd name="connsiteX2" fmla="*/ 4816305 w 4821290"/>
              <a:gd name="connsiteY2" fmla="*/ 0 h 2698940"/>
              <a:gd name="connsiteX3" fmla="*/ 4821290 w 4821290"/>
              <a:gd name="connsiteY3" fmla="*/ 1487296 h 2698940"/>
              <a:gd name="connsiteX4" fmla="*/ 4476207 w 4821290"/>
              <a:gd name="connsiteY4" fmla="*/ 1542344 h 2698940"/>
              <a:gd name="connsiteX5" fmla="*/ 4461499 w 4821290"/>
              <a:gd name="connsiteY5" fmla="*/ 2698940 h 2698940"/>
              <a:gd name="connsiteX6" fmla="*/ 0 w 4821290"/>
              <a:gd name="connsiteY6" fmla="*/ 2696064 h 2698940"/>
              <a:gd name="connsiteX0" fmla="*/ 0 w 4815162"/>
              <a:gd name="connsiteY0" fmla="*/ 2696064 h 2698940"/>
              <a:gd name="connsiteX1" fmla="*/ 12259 w 4815162"/>
              <a:gd name="connsiteY1" fmla="*/ 5388 h 2698940"/>
              <a:gd name="connsiteX2" fmla="*/ 4810177 w 4815162"/>
              <a:gd name="connsiteY2" fmla="*/ 0 h 2698940"/>
              <a:gd name="connsiteX3" fmla="*/ 4815162 w 4815162"/>
              <a:gd name="connsiteY3" fmla="*/ 1487296 h 2698940"/>
              <a:gd name="connsiteX4" fmla="*/ 4470079 w 4815162"/>
              <a:gd name="connsiteY4" fmla="*/ 1542344 h 2698940"/>
              <a:gd name="connsiteX5" fmla="*/ 4455371 w 4815162"/>
              <a:gd name="connsiteY5" fmla="*/ 2698940 h 2698940"/>
              <a:gd name="connsiteX6" fmla="*/ 0 w 4815162"/>
              <a:gd name="connsiteY6" fmla="*/ 2696064 h 2698940"/>
              <a:gd name="connsiteX0" fmla="*/ 12258 w 4802906"/>
              <a:gd name="connsiteY0" fmla="*/ 2684720 h 2698940"/>
              <a:gd name="connsiteX1" fmla="*/ 3 w 4802906"/>
              <a:gd name="connsiteY1" fmla="*/ 5388 h 2698940"/>
              <a:gd name="connsiteX2" fmla="*/ 4797921 w 4802906"/>
              <a:gd name="connsiteY2" fmla="*/ 0 h 2698940"/>
              <a:gd name="connsiteX3" fmla="*/ 4802906 w 4802906"/>
              <a:gd name="connsiteY3" fmla="*/ 1487296 h 2698940"/>
              <a:gd name="connsiteX4" fmla="*/ 4457823 w 4802906"/>
              <a:gd name="connsiteY4" fmla="*/ 1542344 h 2698940"/>
              <a:gd name="connsiteX5" fmla="*/ 4443115 w 4802906"/>
              <a:gd name="connsiteY5" fmla="*/ 2698940 h 2698940"/>
              <a:gd name="connsiteX6" fmla="*/ 12258 w 4802906"/>
              <a:gd name="connsiteY6" fmla="*/ 2684720 h 2698940"/>
              <a:gd name="connsiteX0" fmla="*/ 12280 w 4802928"/>
              <a:gd name="connsiteY0" fmla="*/ 2684720 h 2698940"/>
              <a:gd name="connsiteX1" fmla="*/ 25 w 4802928"/>
              <a:gd name="connsiteY1" fmla="*/ 5388 h 2698940"/>
              <a:gd name="connsiteX2" fmla="*/ 4797943 w 4802928"/>
              <a:gd name="connsiteY2" fmla="*/ 0 h 2698940"/>
              <a:gd name="connsiteX3" fmla="*/ 4802928 w 4802928"/>
              <a:gd name="connsiteY3" fmla="*/ 1487296 h 2698940"/>
              <a:gd name="connsiteX4" fmla="*/ 4457845 w 4802928"/>
              <a:gd name="connsiteY4" fmla="*/ 1542344 h 2698940"/>
              <a:gd name="connsiteX5" fmla="*/ 4443137 w 4802928"/>
              <a:gd name="connsiteY5" fmla="*/ 2698940 h 2698940"/>
              <a:gd name="connsiteX6" fmla="*/ 12280 w 4802928"/>
              <a:gd name="connsiteY6" fmla="*/ 2684720 h 2698940"/>
              <a:gd name="connsiteX0" fmla="*/ 12262 w 4802910"/>
              <a:gd name="connsiteY0" fmla="*/ 2684720 h 2698940"/>
              <a:gd name="connsiteX1" fmla="*/ 7 w 4802910"/>
              <a:gd name="connsiteY1" fmla="*/ 5388 h 2698940"/>
              <a:gd name="connsiteX2" fmla="*/ 4797925 w 4802910"/>
              <a:gd name="connsiteY2" fmla="*/ 0 h 2698940"/>
              <a:gd name="connsiteX3" fmla="*/ 4802910 w 4802910"/>
              <a:gd name="connsiteY3" fmla="*/ 1487296 h 2698940"/>
              <a:gd name="connsiteX4" fmla="*/ 4457827 w 4802910"/>
              <a:gd name="connsiteY4" fmla="*/ 1542344 h 2698940"/>
              <a:gd name="connsiteX5" fmla="*/ 4443119 w 4802910"/>
              <a:gd name="connsiteY5" fmla="*/ 2698940 h 2698940"/>
              <a:gd name="connsiteX6" fmla="*/ 12262 w 4802910"/>
              <a:gd name="connsiteY6" fmla="*/ 2684720 h 2698940"/>
              <a:gd name="connsiteX0" fmla="*/ 1202 w 4810236"/>
              <a:gd name="connsiteY0" fmla="*/ 2629413 h 2698940"/>
              <a:gd name="connsiteX1" fmla="*/ 7333 w 4810236"/>
              <a:gd name="connsiteY1" fmla="*/ 5388 h 2698940"/>
              <a:gd name="connsiteX2" fmla="*/ 4805251 w 4810236"/>
              <a:gd name="connsiteY2" fmla="*/ 0 h 2698940"/>
              <a:gd name="connsiteX3" fmla="*/ 4810236 w 4810236"/>
              <a:gd name="connsiteY3" fmla="*/ 1487296 h 2698940"/>
              <a:gd name="connsiteX4" fmla="*/ 4465153 w 4810236"/>
              <a:gd name="connsiteY4" fmla="*/ 1542344 h 2698940"/>
              <a:gd name="connsiteX5" fmla="*/ 4450445 w 4810236"/>
              <a:gd name="connsiteY5" fmla="*/ 2698940 h 2698940"/>
              <a:gd name="connsiteX6" fmla="*/ 1202 w 4810236"/>
              <a:gd name="connsiteY6" fmla="*/ 2629413 h 2698940"/>
              <a:gd name="connsiteX0" fmla="*/ 3452 w 4812486"/>
              <a:gd name="connsiteY0" fmla="*/ 2629413 h 2698940"/>
              <a:gd name="connsiteX1" fmla="*/ 390 w 4812486"/>
              <a:gd name="connsiteY1" fmla="*/ 9642 h 2698940"/>
              <a:gd name="connsiteX2" fmla="*/ 4807501 w 4812486"/>
              <a:gd name="connsiteY2" fmla="*/ 0 h 2698940"/>
              <a:gd name="connsiteX3" fmla="*/ 4812486 w 4812486"/>
              <a:gd name="connsiteY3" fmla="*/ 1487296 h 2698940"/>
              <a:gd name="connsiteX4" fmla="*/ 4467403 w 4812486"/>
              <a:gd name="connsiteY4" fmla="*/ 1542344 h 2698940"/>
              <a:gd name="connsiteX5" fmla="*/ 4452695 w 4812486"/>
              <a:gd name="connsiteY5" fmla="*/ 2698940 h 2698940"/>
              <a:gd name="connsiteX6" fmla="*/ 3452 w 4812486"/>
              <a:gd name="connsiteY6" fmla="*/ 2629413 h 269894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487296 h 2630870"/>
              <a:gd name="connsiteX4" fmla="*/ 4467403 w 4812486"/>
              <a:gd name="connsiteY4" fmla="*/ 1542344 h 2630870"/>
              <a:gd name="connsiteX5" fmla="*/ 4458824 w 4812486"/>
              <a:gd name="connsiteY5" fmla="*/ 2630870 h 2630870"/>
              <a:gd name="connsiteX6" fmla="*/ 3452 w 4812486"/>
              <a:gd name="connsiteY6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487296 h 2630870"/>
              <a:gd name="connsiteX4" fmla="*/ 4467403 w 4812486"/>
              <a:gd name="connsiteY4" fmla="*/ 1542344 h 2630870"/>
              <a:gd name="connsiteX5" fmla="*/ 3433807 w 4812486"/>
              <a:gd name="connsiteY5" fmla="*/ 2630870 h 2630870"/>
              <a:gd name="connsiteX6" fmla="*/ 3452 w 4812486"/>
              <a:gd name="connsiteY6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487296 h 2630870"/>
              <a:gd name="connsiteX4" fmla="*/ 4467403 w 4812486"/>
              <a:gd name="connsiteY4" fmla="*/ 1542344 h 2630870"/>
              <a:gd name="connsiteX5" fmla="*/ 4012969 w 4812486"/>
              <a:gd name="connsiteY5" fmla="*/ 1806140 h 2630870"/>
              <a:gd name="connsiteX6" fmla="*/ 3433807 w 4812486"/>
              <a:gd name="connsiteY6" fmla="*/ 2630870 h 2630870"/>
              <a:gd name="connsiteX7" fmla="*/ 3452 w 4812486"/>
              <a:gd name="connsiteY7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487296 h 2630870"/>
              <a:gd name="connsiteX4" fmla="*/ 4467403 w 4812486"/>
              <a:gd name="connsiteY4" fmla="*/ 1542344 h 2630870"/>
              <a:gd name="connsiteX5" fmla="*/ 3191575 w 4812486"/>
              <a:gd name="connsiteY5" fmla="*/ 1576139 h 2630870"/>
              <a:gd name="connsiteX6" fmla="*/ 3433807 w 4812486"/>
              <a:gd name="connsiteY6" fmla="*/ 2630870 h 2630870"/>
              <a:gd name="connsiteX7" fmla="*/ 3452 w 4812486"/>
              <a:gd name="connsiteY7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467403 w 4812486"/>
              <a:gd name="connsiteY4" fmla="*/ 1542344 h 2630870"/>
              <a:gd name="connsiteX5" fmla="*/ 3191575 w 4812486"/>
              <a:gd name="connsiteY5" fmla="*/ 1576139 h 2630870"/>
              <a:gd name="connsiteX6" fmla="*/ 3433807 w 4812486"/>
              <a:gd name="connsiteY6" fmla="*/ 2630870 h 2630870"/>
              <a:gd name="connsiteX7" fmla="*/ 3452 w 4812486"/>
              <a:gd name="connsiteY7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63694 w 4812486"/>
              <a:gd name="connsiteY4" fmla="*/ 1203732 h 2630870"/>
              <a:gd name="connsiteX5" fmla="*/ 3191575 w 4812486"/>
              <a:gd name="connsiteY5" fmla="*/ 1576139 h 2630870"/>
              <a:gd name="connsiteX6" fmla="*/ 3433807 w 4812486"/>
              <a:gd name="connsiteY6" fmla="*/ 2630870 h 2630870"/>
              <a:gd name="connsiteX7" fmla="*/ 3452 w 4812486"/>
              <a:gd name="connsiteY7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094669 w 4812486"/>
              <a:gd name="connsiteY4" fmla="*/ 1190954 h 2630870"/>
              <a:gd name="connsiteX5" fmla="*/ 3191575 w 4812486"/>
              <a:gd name="connsiteY5" fmla="*/ 1576139 h 2630870"/>
              <a:gd name="connsiteX6" fmla="*/ 3433807 w 4812486"/>
              <a:gd name="connsiteY6" fmla="*/ 2630870 h 2630870"/>
              <a:gd name="connsiteX7" fmla="*/ 3452 w 4812486"/>
              <a:gd name="connsiteY7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08474 w 4812486"/>
              <a:gd name="connsiteY4" fmla="*/ 1159009 h 2630870"/>
              <a:gd name="connsiteX5" fmla="*/ 3191575 w 4812486"/>
              <a:gd name="connsiteY5" fmla="*/ 1576139 h 2630870"/>
              <a:gd name="connsiteX6" fmla="*/ 3433807 w 4812486"/>
              <a:gd name="connsiteY6" fmla="*/ 2630870 h 2630870"/>
              <a:gd name="connsiteX7" fmla="*/ 3452 w 4812486"/>
              <a:gd name="connsiteY7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08474 w 4812486"/>
              <a:gd name="connsiteY4" fmla="*/ 1159009 h 2630870"/>
              <a:gd name="connsiteX5" fmla="*/ 4040579 w 4812486"/>
              <a:gd name="connsiteY5" fmla="*/ 1921140 h 2630870"/>
              <a:gd name="connsiteX6" fmla="*/ 3433807 w 4812486"/>
              <a:gd name="connsiteY6" fmla="*/ 2630870 h 2630870"/>
              <a:gd name="connsiteX7" fmla="*/ 3452 w 4812486"/>
              <a:gd name="connsiteY7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08474 w 4812486"/>
              <a:gd name="connsiteY4" fmla="*/ 1159009 h 2630870"/>
              <a:gd name="connsiteX5" fmla="*/ 4040579 w 4812486"/>
              <a:gd name="connsiteY5" fmla="*/ 1921140 h 2630870"/>
              <a:gd name="connsiteX6" fmla="*/ 3912883 w 4812486"/>
              <a:gd name="connsiteY6" fmla="*/ 2320447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08474 w 4812486"/>
              <a:gd name="connsiteY4" fmla="*/ 1159009 h 2630870"/>
              <a:gd name="connsiteX5" fmla="*/ 4040579 w 4812486"/>
              <a:gd name="connsiteY5" fmla="*/ 1921140 h 2630870"/>
              <a:gd name="connsiteX6" fmla="*/ 3381393 w 4812486"/>
              <a:gd name="connsiteY6" fmla="*/ 1905168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08474 w 4812486"/>
              <a:gd name="connsiteY4" fmla="*/ 1159009 h 2630870"/>
              <a:gd name="connsiteX5" fmla="*/ 4068189 w 4812486"/>
              <a:gd name="connsiteY5" fmla="*/ 1933918 h 2630870"/>
              <a:gd name="connsiteX6" fmla="*/ 3381393 w 4812486"/>
              <a:gd name="connsiteY6" fmla="*/ 1905168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49889 w 4812486"/>
              <a:gd name="connsiteY4" fmla="*/ 1168593 h 2630870"/>
              <a:gd name="connsiteX5" fmla="*/ 4068189 w 4812486"/>
              <a:gd name="connsiteY5" fmla="*/ 1933918 h 2630870"/>
              <a:gd name="connsiteX6" fmla="*/ 3381393 w 4812486"/>
              <a:gd name="connsiteY6" fmla="*/ 1905168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49889 w 4812486"/>
              <a:gd name="connsiteY4" fmla="*/ 1168593 h 2630870"/>
              <a:gd name="connsiteX5" fmla="*/ 4068189 w 4812486"/>
              <a:gd name="connsiteY5" fmla="*/ 1933918 h 2630870"/>
              <a:gd name="connsiteX6" fmla="*/ 3381393 w 4812486"/>
              <a:gd name="connsiteY6" fmla="*/ 1905168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60243 w 4812486"/>
              <a:gd name="connsiteY4" fmla="*/ 1156614 h 2630870"/>
              <a:gd name="connsiteX5" fmla="*/ 4068189 w 4812486"/>
              <a:gd name="connsiteY5" fmla="*/ 1933918 h 2630870"/>
              <a:gd name="connsiteX6" fmla="*/ 3381393 w 4812486"/>
              <a:gd name="connsiteY6" fmla="*/ 1905168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83538 w 4812486"/>
              <a:gd name="connsiteY4" fmla="*/ 1144635 h 2630870"/>
              <a:gd name="connsiteX5" fmla="*/ 4068189 w 4812486"/>
              <a:gd name="connsiteY5" fmla="*/ 1933918 h 2630870"/>
              <a:gd name="connsiteX6" fmla="*/ 3381393 w 4812486"/>
              <a:gd name="connsiteY6" fmla="*/ 1905168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83538 w 4812486"/>
              <a:gd name="connsiteY4" fmla="*/ 1132656 h 2630870"/>
              <a:gd name="connsiteX5" fmla="*/ 4068189 w 4812486"/>
              <a:gd name="connsiteY5" fmla="*/ 1933918 h 2630870"/>
              <a:gd name="connsiteX6" fmla="*/ 3381393 w 4812486"/>
              <a:gd name="connsiteY6" fmla="*/ 1905168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91304 w 4812486"/>
              <a:gd name="connsiteY4" fmla="*/ 1132656 h 2630870"/>
              <a:gd name="connsiteX5" fmla="*/ 4068189 w 4812486"/>
              <a:gd name="connsiteY5" fmla="*/ 1933918 h 2630870"/>
              <a:gd name="connsiteX6" fmla="*/ 3381393 w 4812486"/>
              <a:gd name="connsiteY6" fmla="*/ 1905168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91304 w 4812486"/>
              <a:gd name="connsiteY4" fmla="*/ 1132656 h 2630870"/>
              <a:gd name="connsiteX5" fmla="*/ 4068189 w 4812486"/>
              <a:gd name="connsiteY5" fmla="*/ 1933918 h 2630870"/>
              <a:gd name="connsiteX6" fmla="*/ 3381393 w 4812486"/>
              <a:gd name="connsiteY6" fmla="*/ 1905168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91304 w 4812486"/>
              <a:gd name="connsiteY4" fmla="*/ 1132656 h 2630870"/>
              <a:gd name="connsiteX5" fmla="*/ 4122545 w 4812486"/>
              <a:gd name="connsiteY5" fmla="*/ 1881209 h 2630870"/>
              <a:gd name="connsiteX6" fmla="*/ 3381393 w 4812486"/>
              <a:gd name="connsiteY6" fmla="*/ 1905168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91304 w 4812486"/>
              <a:gd name="connsiteY4" fmla="*/ 1132656 h 2630870"/>
              <a:gd name="connsiteX5" fmla="*/ 4122545 w 4812486"/>
              <a:gd name="connsiteY5" fmla="*/ 1881209 h 2630870"/>
              <a:gd name="connsiteX6" fmla="*/ 3381393 w 4812486"/>
              <a:gd name="connsiteY6" fmla="*/ 1905168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91304 w 4812486"/>
              <a:gd name="connsiteY4" fmla="*/ 1132656 h 2630870"/>
              <a:gd name="connsiteX5" fmla="*/ 4122545 w 4812486"/>
              <a:gd name="connsiteY5" fmla="*/ 1881209 h 2630870"/>
              <a:gd name="connsiteX6" fmla="*/ 3391746 w 4812486"/>
              <a:gd name="connsiteY6" fmla="*/ 1905168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91304 w 4812486"/>
              <a:gd name="connsiteY4" fmla="*/ 1132656 h 2630870"/>
              <a:gd name="connsiteX5" fmla="*/ 4122545 w 4812486"/>
              <a:gd name="connsiteY5" fmla="*/ 1881209 h 2630870"/>
              <a:gd name="connsiteX6" fmla="*/ 3391746 w 4812486"/>
              <a:gd name="connsiteY6" fmla="*/ 1905168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2630870"/>
              <a:gd name="connsiteX1" fmla="*/ 390 w 4812486"/>
              <a:gd name="connsiteY1" fmla="*/ 9642 h 2630870"/>
              <a:gd name="connsiteX2" fmla="*/ 4807501 w 4812486"/>
              <a:gd name="connsiteY2" fmla="*/ 0 h 2630870"/>
              <a:gd name="connsiteX3" fmla="*/ 4812486 w 4812486"/>
              <a:gd name="connsiteY3" fmla="*/ 1110350 h 2630870"/>
              <a:gd name="connsiteX4" fmla="*/ 4191304 w 4812486"/>
              <a:gd name="connsiteY4" fmla="*/ 1132656 h 2630870"/>
              <a:gd name="connsiteX5" fmla="*/ 4122545 w 4812486"/>
              <a:gd name="connsiteY5" fmla="*/ 1881209 h 2630870"/>
              <a:gd name="connsiteX6" fmla="*/ 3391746 w 4812486"/>
              <a:gd name="connsiteY6" fmla="*/ 1905168 h 2630870"/>
              <a:gd name="connsiteX7" fmla="*/ 3433807 w 4812486"/>
              <a:gd name="connsiteY7" fmla="*/ 2630870 h 2630870"/>
              <a:gd name="connsiteX8" fmla="*/ 3452 w 4812486"/>
              <a:gd name="connsiteY8" fmla="*/ 2629413 h 2630870"/>
              <a:gd name="connsiteX0" fmla="*/ 3452 w 4812486"/>
              <a:gd name="connsiteY0" fmla="*/ 2629413 h 3137647"/>
              <a:gd name="connsiteX1" fmla="*/ 390 w 4812486"/>
              <a:gd name="connsiteY1" fmla="*/ 9642 h 3137647"/>
              <a:gd name="connsiteX2" fmla="*/ 4807501 w 4812486"/>
              <a:gd name="connsiteY2" fmla="*/ 0 h 3137647"/>
              <a:gd name="connsiteX3" fmla="*/ 4812486 w 4812486"/>
              <a:gd name="connsiteY3" fmla="*/ 1110350 h 3137647"/>
              <a:gd name="connsiteX4" fmla="*/ 4191304 w 4812486"/>
              <a:gd name="connsiteY4" fmla="*/ 1132656 h 3137647"/>
              <a:gd name="connsiteX5" fmla="*/ 4122545 w 4812486"/>
              <a:gd name="connsiteY5" fmla="*/ 1881209 h 3137647"/>
              <a:gd name="connsiteX6" fmla="*/ 3391746 w 4812486"/>
              <a:gd name="connsiteY6" fmla="*/ 1905168 h 3137647"/>
              <a:gd name="connsiteX7" fmla="*/ 3433807 w 4812486"/>
              <a:gd name="connsiteY7" fmla="*/ 2630870 h 3137647"/>
              <a:gd name="connsiteX8" fmla="*/ 3452 w 4812486"/>
              <a:gd name="connsiteY8" fmla="*/ 2629413 h 3137647"/>
              <a:gd name="connsiteX0" fmla="*/ 3452 w 4812486"/>
              <a:gd name="connsiteY0" fmla="*/ 2629413 h 3137647"/>
              <a:gd name="connsiteX1" fmla="*/ 390 w 4812486"/>
              <a:gd name="connsiteY1" fmla="*/ 9642 h 3137647"/>
              <a:gd name="connsiteX2" fmla="*/ 4807501 w 4812486"/>
              <a:gd name="connsiteY2" fmla="*/ 0 h 3137647"/>
              <a:gd name="connsiteX3" fmla="*/ 4812486 w 4812486"/>
              <a:gd name="connsiteY3" fmla="*/ 1110350 h 3137647"/>
              <a:gd name="connsiteX4" fmla="*/ 4191304 w 4812486"/>
              <a:gd name="connsiteY4" fmla="*/ 1132656 h 3137647"/>
              <a:gd name="connsiteX5" fmla="*/ 4122545 w 4812486"/>
              <a:gd name="connsiteY5" fmla="*/ 1881209 h 3137647"/>
              <a:gd name="connsiteX6" fmla="*/ 3391746 w 4812486"/>
              <a:gd name="connsiteY6" fmla="*/ 1905168 h 3137647"/>
              <a:gd name="connsiteX7" fmla="*/ 3433807 w 4812486"/>
              <a:gd name="connsiteY7" fmla="*/ 2630870 h 3137647"/>
              <a:gd name="connsiteX8" fmla="*/ 3452 w 4812486"/>
              <a:gd name="connsiteY8" fmla="*/ 2629413 h 3137647"/>
              <a:gd name="connsiteX0" fmla="*/ 3452 w 4812486"/>
              <a:gd name="connsiteY0" fmla="*/ 2629413 h 2643577"/>
              <a:gd name="connsiteX1" fmla="*/ 390 w 4812486"/>
              <a:gd name="connsiteY1" fmla="*/ 9642 h 2643577"/>
              <a:gd name="connsiteX2" fmla="*/ 4807501 w 4812486"/>
              <a:gd name="connsiteY2" fmla="*/ 0 h 2643577"/>
              <a:gd name="connsiteX3" fmla="*/ 4812486 w 4812486"/>
              <a:gd name="connsiteY3" fmla="*/ 1110350 h 2643577"/>
              <a:gd name="connsiteX4" fmla="*/ 4191304 w 4812486"/>
              <a:gd name="connsiteY4" fmla="*/ 1132656 h 2643577"/>
              <a:gd name="connsiteX5" fmla="*/ 4122545 w 4812486"/>
              <a:gd name="connsiteY5" fmla="*/ 1881209 h 2643577"/>
              <a:gd name="connsiteX6" fmla="*/ 3391746 w 4812486"/>
              <a:gd name="connsiteY6" fmla="*/ 1905168 h 2643577"/>
              <a:gd name="connsiteX7" fmla="*/ 3433807 w 4812486"/>
              <a:gd name="connsiteY7" fmla="*/ 2630870 h 2643577"/>
              <a:gd name="connsiteX8" fmla="*/ 3452 w 4812486"/>
              <a:gd name="connsiteY8" fmla="*/ 2629413 h 2643577"/>
              <a:gd name="connsiteX0" fmla="*/ 3452 w 4812486"/>
              <a:gd name="connsiteY0" fmla="*/ 2629413 h 2646415"/>
              <a:gd name="connsiteX1" fmla="*/ 390 w 4812486"/>
              <a:gd name="connsiteY1" fmla="*/ 9642 h 2646415"/>
              <a:gd name="connsiteX2" fmla="*/ 4807501 w 4812486"/>
              <a:gd name="connsiteY2" fmla="*/ 0 h 2646415"/>
              <a:gd name="connsiteX3" fmla="*/ 4812486 w 4812486"/>
              <a:gd name="connsiteY3" fmla="*/ 1110350 h 2646415"/>
              <a:gd name="connsiteX4" fmla="*/ 4191304 w 4812486"/>
              <a:gd name="connsiteY4" fmla="*/ 1132656 h 2646415"/>
              <a:gd name="connsiteX5" fmla="*/ 4122545 w 4812486"/>
              <a:gd name="connsiteY5" fmla="*/ 1881209 h 2646415"/>
              <a:gd name="connsiteX6" fmla="*/ 3391746 w 4812486"/>
              <a:gd name="connsiteY6" fmla="*/ 1905168 h 2646415"/>
              <a:gd name="connsiteX7" fmla="*/ 3433807 w 4812486"/>
              <a:gd name="connsiteY7" fmla="*/ 2630870 h 2646415"/>
              <a:gd name="connsiteX8" fmla="*/ 3452 w 4812486"/>
              <a:gd name="connsiteY8" fmla="*/ 2629413 h 2646415"/>
              <a:gd name="connsiteX0" fmla="*/ 3452 w 4812486"/>
              <a:gd name="connsiteY0" fmla="*/ 2629413 h 2651351"/>
              <a:gd name="connsiteX1" fmla="*/ 390 w 4812486"/>
              <a:gd name="connsiteY1" fmla="*/ 9642 h 2651351"/>
              <a:gd name="connsiteX2" fmla="*/ 4807501 w 4812486"/>
              <a:gd name="connsiteY2" fmla="*/ 0 h 2651351"/>
              <a:gd name="connsiteX3" fmla="*/ 4812486 w 4812486"/>
              <a:gd name="connsiteY3" fmla="*/ 1110350 h 2651351"/>
              <a:gd name="connsiteX4" fmla="*/ 4191304 w 4812486"/>
              <a:gd name="connsiteY4" fmla="*/ 1132656 h 2651351"/>
              <a:gd name="connsiteX5" fmla="*/ 4122545 w 4812486"/>
              <a:gd name="connsiteY5" fmla="*/ 1881209 h 2651351"/>
              <a:gd name="connsiteX6" fmla="*/ 3391746 w 4812486"/>
              <a:gd name="connsiteY6" fmla="*/ 1905168 h 2651351"/>
              <a:gd name="connsiteX7" fmla="*/ 3440709 w 4812486"/>
              <a:gd name="connsiteY7" fmla="*/ 2637259 h 2651351"/>
              <a:gd name="connsiteX8" fmla="*/ 3452 w 4812486"/>
              <a:gd name="connsiteY8" fmla="*/ 2629413 h 2651351"/>
              <a:gd name="connsiteX0" fmla="*/ 3452 w 4812486"/>
              <a:gd name="connsiteY0" fmla="*/ 2629413 h 2637259"/>
              <a:gd name="connsiteX1" fmla="*/ 390 w 4812486"/>
              <a:gd name="connsiteY1" fmla="*/ 9642 h 2637259"/>
              <a:gd name="connsiteX2" fmla="*/ 4807501 w 4812486"/>
              <a:gd name="connsiteY2" fmla="*/ 0 h 2637259"/>
              <a:gd name="connsiteX3" fmla="*/ 4812486 w 4812486"/>
              <a:gd name="connsiteY3" fmla="*/ 1110350 h 2637259"/>
              <a:gd name="connsiteX4" fmla="*/ 4191304 w 4812486"/>
              <a:gd name="connsiteY4" fmla="*/ 1132656 h 2637259"/>
              <a:gd name="connsiteX5" fmla="*/ 4122545 w 4812486"/>
              <a:gd name="connsiteY5" fmla="*/ 1881209 h 2637259"/>
              <a:gd name="connsiteX6" fmla="*/ 3391746 w 4812486"/>
              <a:gd name="connsiteY6" fmla="*/ 1905168 h 2637259"/>
              <a:gd name="connsiteX7" fmla="*/ 3440709 w 4812486"/>
              <a:gd name="connsiteY7" fmla="*/ 2637259 h 2637259"/>
              <a:gd name="connsiteX8" fmla="*/ 3452 w 4812486"/>
              <a:gd name="connsiteY8" fmla="*/ 2629413 h 2637259"/>
              <a:gd name="connsiteX0" fmla="*/ 3452 w 4812486"/>
              <a:gd name="connsiteY0" fmla="*/ 2629413 h 2637259"/>
              <a:gd name="connsiteX1" fmla="*/ 390 w 4812486"/>
              <a:gd name="connsiteY1" fmla="*/ 9642 h 2637259"/>
              <a:gd name="connsiteX2" fmla="*/ 4807501 w 4812486"/>
              <a:gd name="connsiteY2" fmla="*/ 0 h 2637259"/>
              <a:gd name="connsiteX3" fmla="*/ 4812486 w 4812486"/>
              <a:gd name="connsiteY3" fmla="*/ 1110350 h 2637259"/>
              <a:gd name="connsiteX4" fmla="*/ 4191304 w 4812486"/>
              <a:gd name="connsiteY4" fmla="*/ 1132656 h 2637259"/>
              <a:gd name="connsiteX5" fmla="*/ 4122545 w 4812486"/>
              <a:gd name="connsiteY5" fmla="*/ 1881209 h 2637259"/>
              <a:gd name="connsiteX6" fmla="*/ 3391746 w 4812486"/>
              <a:gd name="connsiteY6" fmla="*/ 1905168 h 2637259"/>
              <a:gd name="connsiteX7" fmla="*/ 3440709 w 4812486"/>
              <a:gd name="connsiteY7" fmla="*/ 2637259 h 2637259"/>
              <a:gd name="connsiteX8" fmla="*/ 3452 w 4812486"/>
              <a:gd name="connsiteY8" fmla="*/ 2629413 h 2637259"/>
              <a:gd name="connsiteX0" fmla="*/ 3452 w 4812486"/>
              <a:gd name="connsiteY0" fmla="*/ 2629413 h 2632468"/>
              <a:gd name="connsiteX1" fmla="*/ 390 w 4812486"/>
              <a:gd name="connsiteY1" fmla="*/ 9642 h 2632468"/>
              <a:gd name="connsiteX2" fmla="*/ 4807501 w 4812486"/>
              <a:gd name="connsiteY2" fmla="*/ 0 h 2632468"/>
              <a:gd name="connsiteX3" fmla="*/ 4812486 w 4812486"/>
              <a:gd name="connsiteY3" fmla="*/ 1110350 h 2632468"/>
              <a:gd name="connsiteX4" fmla="*/ 4191304 w 4812486"/>
              <a:gd name="connsiteY4" fmla="*/ 1132656 h 2632468"/>
              <a:gd name="connsiteX5" fmla="*/ 4122545 w 4812486"/>
              <a:gd name="connsiteY5" fmla="*/ 1881209 h 2632468"/>
              <a:gd name="connsiteX6" fmla="*/ 3391746 w 4812486"/>
              <a:gd name="connsiteY6" fmla="*/ 1905168 h 2632468"/>
              <a:gd name="connsiteX7" fmla="*/ 3414825 w 4812486"/>
              <a:gd name="connsiteY7" fmla="*/ 2632468 h 2632468"/>
              <a:gd name="connsiteX8" fmla="*/ 3452 w 4812486"/>
              <a:gd name="connsiteY8" fmla="*/ 2629413 h 2632468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22545 w 4812486"/>
              <a:gd name="connsiteY5" fmla="*/ 1881209 h 2637890"/>
              <a:gd name="connsiteX6" fmla="*/ 3391746 w 4812486"/>
              <a:gd name="connsiteY6" fmla="*/ 1905168 h 2637890"/>
              <a:gd name="connsiteX7" fmla="*/ 3414825 w 4812486"/>
              <a:gd name="connsiteY7" fmla="*/ 2632468 h 2637890"/>
              <a:gd name="connsiteX8" fmla="*/ 3452 w 4812486"/>
              <a:gd name="connsiteY8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22545 w 4812486"/>
              <a:gd name="connsiteY5" fmla="*/ 1881209 h 2637890"/>
              <a:gd name="connsiteX6" fmla="*/ 3521168 w 4812486"/>
              <a:gd name="connsiteY6" fmla="*/ 1905168 h 2637890"/>
              <a:gd name="connsiteX7" fmla="*/ 3414825 w 4812486"/>
              <a:gd name="connsiteY7" fmla="*/ 2632468 h 2637890"/>
              <a:gd name="connsiteX8" fmla="*/ 3452 w 4812486"/>
              <a:gd name="connsiteY8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22545 w 4812486"/>
              <a:gd name="connsiteY5" fmla="*/ 1881209 h 2637890"/>
              <a:gd name="connsiteX6" fmla="*/ 3521168 w 4812486"/>
              <a:gd name="connsiteY6" fmla="*/ 1905168 h 2637890"/>
              <a:gd name="connsiteX7" fmla="*/ 3414825 w 4812486"/>
              <a:gd name="connsiteY7" fmla="*/ 2632468 h 2637890"/>
              <a:gd name="connsiteX8" fmla="*/ 3452 w 4812486"/>
              <a:gd name="connsiteY8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22545 w 4812486"/>
              <a:gd name="connsiteY5" fmla="*/ 1881209 h 2637890"/>
              <a:gd name="connsiteX6" fmla="*/ 3521168 w 4812486"/>
              <a:gd name="connsiteY6" fmla="*/ 1905168 h 2637890"/>
              <a:gd name="connsiteX7" fmla="*/ 3414825 w 4812486"/>
              <a:gd name="connsiteY7" fmla="*/ 2632468 h 2637890"/>
              <a:gd name="connsiteX8" fmla="*/ 3452 w 4812486"/>
              <a:gd name="connsiteY8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22545 w 4812486"/>
              <a:gd name="connsiteY5" fmla="*/ 1881209 h 2637890"/>
              <a:gd name="connsiteX6" fmla="*/ 3611762 w 4812486"/>
              <a:gd name="connsiteY6" fmla="*/ 1880411 h 2637890"/>
              <a:gd name="connsiteX7" fmla="*/ 3521168 w 4812486"/>
              <a:gd name="connsiteY7" fmla="*/ 1905168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22545 w 4812486"/>
              <a:gd name="connsiteY5" fmla="*/ 1881209 h 2637890"/>
              <a:gd name="connsiteX6" fmla="*/ 3611762 w 4812486"/>
              <a:gd name="connsiteY6" fmla="*/ 1880411 h 2637890"/>
              <a:gd name="connsiteX7" fmla="*/ 3433162 w 4812486"/>
              <a:gd name="connsiteY7" fmla="*/ 199381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22545 w 4812486"/>
              <a:gd name="connsiteY5" fmla="*/ 1881209 h 2637890"/>
              <a:gd name="connsiteX6" fmla="*/ 3611762 w 4812486"/>
              <a:gd name="connsiteY6" fmla="*/ 1880411 h 2637890"/>
              <a:gd name="connsiteX7" fmla="*/ 3433162 w 4812486"/>
              <a:gd name="connsiteY7" fmla="*/ 199381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22545 w 4812486"/>
              <a:gd name="connsiteY5" fmla="*/ 1881209 h 2637890"/>
              <a:gd name="connsiteX6" fmla="*/ 3611762 w 4812486"/>
              <a:gd name="connsiteY6" fmla="*/ 1880411 h 2637890"/>
              <a:gd name="connsiteX7" fmla="*/ 3433162 w 4812486"/>
              <a:gd name="connsiteY7" fmla="*/ 199381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22545 w 4812486"/>
              <a:gd name="connsiteY5" fmla="*/ 1881209 h 2637890"/>
              <a:gd name="connsiteX6" fmla="*/ 3611762 w 4812486"/>
              <a:gd name="connsiteY6" fmla="*/ 1880411 h 2637890"/>
              <a:gd name="connsiteX7" fmla="*/ 3430574 w 4812486"/>
              <a:gd name="connsiteY7" fmla="*/ 1986626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22545 w 4812486"/>
              <a:gd name="connsiteY5" fmla="*/ 1881209 h 2637890"/>
              <a:gd name="connsiteX6" fmla="*/ 3611762 w 4812486"/>
              <a:gd name="connsiteY6" fmla="*/ 1880411 h 2637890"/>
              <a:gd name="connsiteX7" fmla="*/ 3427986 w 4812486"/>
              <a:gd name="connsiteY7" fmla="*/ 1986626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22545 w 4812486"/>
              <a:gd name="connsiteY5" fmla="*/ 1881209 h 2637890"/>
              <a:gd name="connsiteX6" fmla="*/ 3611762 w 4812486"/>
              <a:gd name="connsiteY6" fmla="*/ 1880411 h 2637890"/>
              <a:gd name="connsiteX7" fmla="*/ 3427986 w 4812486"/>
              <a:gd name="connsiteY7" fmla="*/ 1986626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22545 w 4812486"/>
              <a:gd name="connsiteY5" fmla="*/ 1881209 h 2637890"/>
              <a:gd name="connsiteX6" fmla="*/ 3611762 w 4812486"/>
              <a:gd name="connsiteY6" fmla="*/ 1880411 h 2637890"/>
              <a:gd name="connsiteX7" fmla="*/ 3427986 w 4812486"/>
              <a:gd name="connsiteY7" fmla="*/ 1986626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22545 w 4812486"/>
              <a:gd name="connsiteY5" fmla="*/ 1881209 h 2637890"/>
              <a:gd name="connsiteX6" fmla="*/ 3611762 w 4812486"/>
              <a:gd name="connsiteY6" fmla="*/ 1880411 h 2637890"/>
              <a:gd name="connsiteX7" fmla="*/ 3427986 w 4812486"/>
              <a:gd name="connsiteY7" fmla="*/ 1986626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22545 w 4812486"/>
              <a:gd name="connsiteY5" fmla="*/ 1881209 h 2637890"/>
              <a:gd name="connsiteX6" fmla="*/ 3611762 w 4812486"/>
              <a:gd name="connsiteY6" fmla="*/ 1880411 h 2637890"/>
              <a:gd name="connsiteX7" fmla="*/ 3427986 w 4812486"/>
              <a:gd name="connsiteY7" fmla="*/ 1986626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11762 w 4812486"/>
              <a:gd name="connsiteY6" fmla="*/ 1880411 h 2637890"/>
              <a:gd name="connsiteX7" fmla="*/ 3427986 w 4812486"/>
              <a:gd name="connsiteY7" fmla="*/ 1986626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11762 w 4812486"/>
              <a:gd name="connsiteY6" fmla="*/ 1880411 h 2637890"/>
              <a:gd name="connsiteX7" fmla="*/ 3427986 w 4812486"/>
              <a:gd name="connsiteY7" fmla="*/ 1986626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11762 w 4812486"/>
              <a:gd name="connsiteY6" fmla="*/ 1880411 h 2637890"/>
              <a:gd name="connsiteX7" fmla="*/ 3427986 w 4812486"/>
              <a:gd name="connsiteY7" fmla="*/ 1986626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22116 w 4812486"/>
              <a:gd name="connsiteY6" fmla="*/ 1885203 h 2637890"/>
              <a:gd name="connsiteX7" fmla="*/ 3427986 w 4812486"/>
              <a:gd name="connsiteY7" fmla="*/ 1986626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22116 w 4812486"/>
              <a:gd name="connsiteY6" fmla="*/ 1885203 h 2637890"/>
              <a:gd name="connsiteX7" fmla="*/ 3420220 w 4812486"/>
              <a:gd name="connsiteY7" fmla="*/ 1984230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22116 w 4812486"/>
              <a:gd name="connsiteY6" fmla="*/ 1885203 h 2637890"/>
              <a:gd name="connsiteX7" fmla="*/ 3420220 w 4812486"/>
              <a:gd name="connsiteY7" fmla="*/ 1984230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42824 w 4812486"/>
              <a:gd name="connsiteY6" fmla="*/ 1889996 h 2637890"/>
              <a:gd name="connsiteX7" fmla="*/ 3420220 w 4812486"/>
              <a:gd name="connsiteY7" fmla="*/ 1984230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42824 w 4812486"/>
              <a:gd name="connsiteY6" fmla="*/ 1889996 h 2637890"/>
              <a:gd name="connsiteX7" fmla="*/ 3420220 w 4812486"/>
              <a:gd name="connsiteY7" fmla="*/ 1984230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42824 w 4812486"/>
              <a:gd name="connsiteY6" fmla="*/ 1889996 h 2637890"/>
              <a:gd name="connsiteX7" fmla="*/ 3420220 w 4812486"/>
              <a:gd name="connsiteY7" fmla="*/ 1984230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42824 w 4812486"/>
              <a:gd name="connsiteY6" fmla="*/ 1889996 h 2637890"/>
              <a:gd name="connsiteX7" fmla="*/ 3420220 w 4812486"/>
              <a:gd name="connsiteY7" fmla="*/ 1984230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42824 w 4812486"/>
              <a:gd name="connsiteY6" fmla="*/ 1889996 h 2637890"/>
              <a:gd name="connsiteX7" fmla="*/ 3420220 w 4812486"/>
              <a:gd name="connsiteY7" fmla="*/ 1984230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42824 w 4812486"/>
              <a:gd name="connsiteY6" fmla="*/ 1889996 h 2637890"/>
              <a:gd name="connsiteX7" fmla="*/ 3420220 w 4812486"/>
              <a:gd name="connsiteY7" fmla="*/ 1984230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42824 w 4812486"/>
              <a:gd name="connsiteY6" fmla="*/ 1889996 h 2637890"/>
              <a:gd name="connsiteX7" fmla="*/ 3433162 w 4812486"/>
              <a:gd name="connsiteY7" fmla="*/ 1974646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42824 w 4812486"/>
              <a:gd name="connsiteY6" fmla="*/ 1889996 h 2637890"/>
              <a:gd name="connsiteX7" fmla="*/ 3433162 w 4812486"/>
              <a:gd name="connsiteY7" fmla="*/ 1974646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42824 w 4812486"/>
              <a:gd name="connsiteY6" fmla="*/ 1889996 h 2637890"/>
              <a:gd name="connsiteX7" fmla="*/ 3433162 w 4812486"/>
              <a:gd name="connsiteY7" fmla="*/ 1974646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42824 w 4812486"/>
              <a:gd name="connsiteY6" fmla="*/ 1889996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42824 w 4812486"/>
              <a:gd name="connsiteY6" fmla="*/ 1889996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42824 w 4812486"/>
              <a:gd name="connsiteY6" fmla="*/ 1889996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91304 w 4812486"/>
              <a:gd name="connsiteY4" fmla="*/ 1132656 h 2637890"/>
              <a:gd name="connsiteX5" fmla="*/ 4145841 w 4812486"/>
              <a:gd name="connsiteY5" fmla="*/ 1883606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45841 w 4812486"/>
              <a:gd name="connsiteY5" fmla="*/ 1883606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45841 w 4812486"/>
              <a:gd name="connsiteY5" fmla="*/ 1883606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45841 w 4812486"/>
              <a:gd name="connsiteY5" fmla="*/ 1883606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19956 w 4812486"/>
              <a:gd name="connsiteY5" fmla="*/ 1859647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083719 w 4812486"/>
              <a:gd name="connsiteY5" fmla="*/ 1854856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083719 w 4812486"/>
              <a:gd name="connsiteY5" fmla="*/ 1854856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083719 w 4812486"/>
              <a:gd name="connsiteY5" fmla="*/ 1854856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07014 w 4812486"/>
              <a:gd name="connsiteY5" fmla="*/ 1893189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07014 w 4812486"/>
              <a:gd name="connsiteY5" fmla="*/ 1893189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07014 w 4812486"/>
              <a:gd name="connsiteY5" fmla="*/ 1893189 h 2637890"/>
              <a:gd name="connsiteX6" fmla="*/ 3632471 w 4812486"/>
              <a:gd name="connsiteY6" fmla="*/ 1885203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07014 w 4812486"/>
              <a:gd name="connsiteY5" fmla="*/ 1893189 h 2637890"/>
              <a:gd name="connsiteX6" fmla="*/ 3632471 w 4812486"/>
              <a:gd name="connsiteY6" fmla="*/ 1894787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07014 w 4812486"/>
              <a:gd name="connsiteY5" fmla="*/ 1893189 h 2637890"/>
              <a:gd name="connsiteX6" fmla="*/ 3632471 w 4812486"/>
              <a:gd name="connsiteY6" fmla="*/ 1894787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07014 w 4812486"/>
              <a:gd name="connsiteY5" fmla="*/ 1893189 h 2637890"/>
              <a:gd name="connsiteX6" fmla="*/ 3632471 w 4812486"/>
              <a:gd name="connsiteY6" fmla="*/ 1894787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07014 w 4812486"/>
              <a:gd name="connsiteY5" fmla="*/ 1893189 h 2637890"/>
              <a:gd name="connsiteX6" fmla="*/ 3632471 w 4812486"/>
              <a:gd name="connsiteY6" fmla="*/ 1894787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07014 w 4812486"/>
              <a:gd name="connsiteY5" fmla="*/ 1893189 h 2637890"/>
              <a:gd name="connsiteX6" fmla="*/ 3632471 w 4812486"/>
              <a:gd name="connsiteY6" fmla="*/ 1894787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07014 w 4812486"/>
              <a:gd name="connsiteY5" fmla="*/ 1893189 h 2637890"/>
              <a:gd name="connsiteX6" fmla="*/ 3632471 w 4812486"/>
              <a:gd name="connsiteY6" fmla="*/ 1894787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17368 w 4812486"/>
              <a:gd name="connsiteY5" fmla="*/ 1893189 h 2637890"/>
              <a:gd name="connsiteX6" fmla="*/ 3632471 w 4812486"/>
              <a:gd name="connsiteY6" fmla="*/ 1894787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17368 w 4812486"/>
              <a:gd name="connsiteY5" fmla="*/ 1893189 h 2637890"/>
              <a:gd name="connsiteX6" fmla="*/ 3632471 w 4812486"/>
              <a:gd name="connsiteY6" fmla="*/ 1894787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11330 w 4812486"/>
              <a:gd name="connsiteY5" fmla="*/ 1243117 h 2637890"/>
              <a:gd name="connsiteX6" fmla="*/ 4117368 w 4812486"/>
              <a:gd name="connsiteY6" fmla="*/ 1893189 h 2637890"/>
              <a:gd name="connsiteX7" fmla="*/ 3632471 w 4812486"/>
              <a:gd name="connsiteY7" fmla="*/ 1894787 h 2637890"/>
              <a:gd name="connsiteX8" fmla="*/ 3433162 w 4812486"/>
              <a:gd name="connsiteY8" fmla="*/ 1981834 h 2637890"/>
              <a:gd name="connsiteX9" fmla="*/ 3414825 w 4812486"/>
              <a:gd name="connsiteY9" fmla="*/ 2632468 h 2637890"/>
              <a:gd name="connsiteX10" fmla="*/ 3452 w 4812486"/>
              <a:gd name="connsiteY10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11330 w 4812486"/>
              <a:gd name="connsiteY5" fmla="*/ 1243117 h 2637890"/>
              <a:gd name="connsiteX6" fmla="*/ 4117368 w 4812486"/>
              <a:gd name="connsiteY6" fmla="*/ 1893189 h 2637890"/>
              <a:gd name="connsiteX7" fmla="*/ 3632471 w 4812486"/>
              <a:gd name="connsiteY7" fmla="*/ 1894787 h 2637890"/>
              <a:gd name="connsiteX8" fmla="*/ 3433162 w 4812486"/>
              <a:gd name="connsiteY8" fmla="*/ 1981834 h 2637890"/>
              <a:gd name="connsiteX9" fmla="*/ 3414825 w 4812486"/>
              <a:gd name="connsiteY9" fmla="*/ 2632468 h 2637890"/>
              <a:gd name="connsiteX10" fmla="*/ 3452 w 4812486"/>
              <a:gd name="connsiteY10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11330 w 4812486"/>
              <a:gd name="connsiteY5" fmla="*/ 1243117 h 2637890"/>
              <a:gd name="connsiteX6" fmla="*/ 4117368 w 4812486"/>
              <a:gd name="connsiteY6" fmla="*/ 1893189 h 2637890"/>
              <a:gd name="connsiteX7" fmla="*/ 3632471 w 4812486"/>
              <a:gd name="connsiteY7" fmla="*/ 1894787 h 2637890"/>
              <a:gd name="connsiteX8" fmla="*/ 3433162 w 4812486"/>
              <a:gd name="connsiteY8" fmla="*/ 1981834 h 2637890"/>
              <a:gd name="connsiteX9" fmla="*/ 3414825 w 4812486"/>
              <a:gd name="connsiteY9" fmla="*/ 2632468 h 2637890"/>
              <a:gd name="connsiteX10" fmla="*/ 3452 w 4812486"/>
              <a:gd name="connsiteY10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6 w 4812486"/>
              <a:gd name="connsiteY4" fmla="*/ 1127864 h 2637890"/>
              <a:gd name="connsiteX5" fmla="*/ 4111330 w 4812486"/>
              <a:gd name="connsiteY5" fmla="*/ 1243117 h 2637890"/>
              <a:gd name="connsiteX6" fmla="*/ 4117368 w 4812486"/>
              <a:gd name="connsiteY6" fmla="*/ 1893189 h 2637890"/>
              <a:gd name="connsiteX7" fmla="*/ 3632471 w 4812486"/>
              <a:gd name="connsiteY7" fmla="*/ 1894787 h 2637890"/>
              <a:gd name="connsiteX8" fmla="*/ 3433162 w 4812486"/>
              <a:gd name="connsiteY8" fmla="*/ 1981834 h 2637890"/>
              <a:gd name="connsiteX9" fmla="*/ 3414825 w 4812486"/>
              <a:gd name="connsiteY9" fmla="*/ 2632468 h 2637890"/>
              <a:gd name="connsiteX10" fmla="*/ 3452 w 4812486"/>
              <a:gd name="connsiteY10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5774 w 4812486"/>
              <a:gd name="connsiteY4" fmla="*/ 1127864 h 2637890"/>
              <a:gd name="connsiteX5" fmla="*/ 4111330 w 4812486"/>
              <a:gd name="connsiteY5" fmla="*/ 1243117 h 2637890"/>
              <a:gd name="connsiteX6" fmla="*/ 4117368 w 4812486"/>
              <a:gd name="connsiteY6" fmla="*/ 1893189 h 2637890"/>
              <a:gd name="connsiteX7" fmla="*/ 3632471 w 4812486"/>
              <a:gd name="connsiteY7" fmla="*/ 1894787 h 2637890"/>
              <a:gd name="connsiteX8" fmla="*/ 3433162 w 4812486"/>
              <a:gd name="connsiteY8" fmla="*/ 1981834 h 2637890"/>
              <a:gd name="connsiteX9" fmla="*/ 3414825 w 4812486"/>
              <a:gd name="connsiteY9" fmla="*/ 2632468 h 2637890"/>
              <a:gd name="connsiteX10" fmla="*/ 3452 w 4812486"/>
              <a:gd name="connsiteY10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5774 w 4812486"/>
              <a:gd name="connsiteY4" fmla="*/ 1127864 h 2637890"/>
              <a:gd name="connsiteX5" fmla="*/ 4116507 w 4812486"/>
              <a:gd name="connsiteY5" fmla="*/ 1204783 h 2637890"/>
              <a:gd name="connsiteX6" fmla="*/ 4117368 w 4812486"/>
              <a:gd name="connsiteY6" fmla="*/ 1893189 h 2637890"/>
              <a:gd name="connsiteX7" fmla="*/ 3632471 w 4812486"/>
              <a:gd name="connsiteY7" fmla="*/ 1894787 h 2637890"/>
              <a:gd name="connsiteX8" fmla="*/ 3433162 w 4812486"/>
              <a:gd name="connsiteY8" fmla="*/ 1981834 h 2637890"/>
              <a:gd name="connsiteX9" fmla="*/ 3414825 w 4812486"/>
              <a:gd name="connsiteY9" fmla="*/ 2632468 h 2637890"/>
              <a:gd name="connsiteX10" fmla="*/ 3452 w 4812486"/>
              <a:gd name="connsiteY10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5774 w 4812486"/>
              <a:gd name="connsiteY4" fmla="*/ 1127864 h 2637890"/>
              <a:gd name="connsiteX5" fmla="*/ 4121684 w 4812486"/>
              <a:gd name="connsiteY5" fmla="*/ 1228742 h 2637890"/>
              <a:gd name="connsiteX6" fmla="*/ 4117368 w 4812486"/>
              <a:gd name="connsiteY6" fmla="*/ 1893189 h 2637890"/>
              <a:gd name="connsiteX7" fmla="*/ 3632471 w 4812486"/>
              <a:gd name="connsiteY7" fmla="*/ 1894787 h 2637890"/>
              <a:gd name="connsiteX8" fmla="*/ 3433162 w 4812486"/>
              <a:gd name="connsiteY8" fmla="*/ 1981834 h 2637890"/>
              <a:gd name="connsiteX9" fmla="*/ 3414825 w 4812486"/>
              <a:gd name="connsiteY9" fmla="*/ 2632468 h 2637890"/>
              <a:gd name="connsiteX10" fmla="*/ 3452 w 4812486"/>
              <a:gd name="connsiteY10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7 w 4812486"/>
              <a:gd name="connsiteY4" fmla="*/ 1137447 h 2637890"/>
              <a:gd name="connsiteX5" fmla="*/ 4121684 w 4812486"/>
              <a:gd name="connsiteY5" fmla="*/ 1228742 h 2637890"/>
              <a:gd name="connsiteX6" fmla="*/ 4117368 w 4812486"/>
              <a:gd name="connsiteY6" fmla="*/ 1893189 h 2637890"/>
              <a:gd name="connsiteX7" fmla="*/ 3632471 w 4812486"/>
              <a:gd name="connsiteY7" fmla="*/ 1894787 h 2637890"/>
              <a:gd name="connsiteX8" fmla="*/ 3433162 w 4812486"/>
              <a:gd name="connsiteY8" fmla="*/ 1981834 h 2637890"/>
              <a:gd name="connsiteX9" fmla="*/ 3414825 w 4812486"/>
              <a:gd name="connsiteY9" fmla="*/ 2632468 h 2637890"/>
              <a:gd name="connsiteX10" fmla="*/ 3452 w 4812486"/>
              <a:gd name="connsiteY10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70597 w 4812486"/>
              <a:gd name="connsiteY4" fmla="*/ 1137447 h 2637890"/>
              <a:gd name="connsiteX5" fmla="*/ 4121684 w 4812486"/>
              <a:gd name="connsiteY5" fmla="*/ 1228742 h 2637890"/>
              <a:gd name="connsiteX6" fmla="*/ 4117368 w 4812486"/>
              <a:gd name="connsiteY6" fmla="*/ 1893189 h 2637890"/>
              <a:gd name="connsiteX7" fmla="*/ 3632471 w 4812486"/>
              <a:gd name="connsiteY7" fmla="*/ 1894787 h 2637890"/>
              <a:gd name="connsiteX8" fmla="*/ 3433162 w 4812486"/>
              <a:gd name="connsiteY8" fmla="*/ 1981834 h 2637890"/>
              <a:gd name="connsiteX9" fmla="*/ 3414825 w 4812486"/>
              <a:gd name="connsiteY9" fmla="*/ 2632468 h 2637890"/>
              <a:gd name="connsiteX10" fmla="*/ 3452 w 4812486"/>
              <a:gd name="connsiteY10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21684 w 4812486"/>
              <a:gd name="connsiteY4" fmla="*/ 1228742 h 2637890"/>
              <a:gd name="connsiteX5" fmla="*/ 4117368 w 4812486"/>
              <a:gd name="connsiteY5" fmla="*/ 1893189 h 2637890"/>
              <a:gd name="connsiteX6" fmla="*/ 3632471 w 4812486"/>
              <a:gd name="connsiteY6" fmla="*/ 1894787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21684 w 4812486"/>
              <a:gd name="connsiteY4" fmla="*/ 1228742 h 2637890"/>
              <a:gd name="connsiteX5" fmla="*/ 4117368 w 4812486"/>
              <a:gd name="connsiteY5" fmla="*/ 1893189 h 2637890"/>
              <a:gd name="connsiteX6" fmla="*/ 3632471 w 4812486"/>
              <a:gd name="connsiteY6" fmla="*/ 1894787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21684 w 4812486"/>
              <a:gd name="connsiteY4" fmla="*/ 1228742 h 2637890"/>
              <a:gd name="connsiteX5" fmla="*/ 4117368 w 4812486"/>
              <a:gd name="connsiteY5" fmla="*/ 1893189 h 2637890"/>
              <a:gd name="connsiteX6" fmla="*/ 3632471 w 4812486"/>
              <a:gd name="connsiteY6" fmla="*/ 1894787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21684 w 4812486"/>
              <a:gd name="connsiteY4" fmla="*/ 1228742 h 2637890"/>
              <a:gd name="connsiteX5" fmla="*/ 4117368 w 4812486"/>
              <a:gd name="connsiteY5" fmla="*/ 1893189 h 2637890"/>
              <a:gd name="connsiteX6" fmla="*/ 3632471 w 4812486"/>
              <a:gd name="connsiteY6" fmla="*/ 1894787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21684 w 4812486"/>
              <a:gd name="connsiteY4" fmla="*/ 1228742 h 2637890"/>
              <a:gd name="connsiteX5" fmla="*/ 4117368 w 4812486"/>
              <a:gd name="connsiteY5" fmla="*/ 1893189 h 2637890"/>
              <a:gd name="connsiteX6" fmla="*/ 3632471 w 4812486"/>
              <a:gd name="connsiteY6" fmla="*/ 1894787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12486"/>
              <a:gd name="connsiteY0" fmla="*/ 2629413 h 2637890"/>
              <a:gd name="connsiteX1" fmla="*/ 390 w 4812486"/>
              <a:gd name="connsiteY1" fmla="*/ 9642 h 2637890"/>
              <a:gd name="connsiteX2" fmla="*/ 4807501 w 4812486"/>
              <a:gd name="connsiteY2" fmla="*/ 0 h 2637890"/>
              <a:gd name="connsiteX3" fmla="*/ 4812486 w 4812486"/>
              <a:gd name="connsiteY3" fmla="*/ 1110350 h 2637890"/>
              <a:gd name="connsiteX4" fmla="*/ 4121684 w 4812486"/>
              <a:gd name="connsiteY4" fmla="*/ 1228742 h 2637890"/>
              <a:gd name="connsiteX5" fmla="*/ 4117368 w 4812486"/>
              <a:gd name="connsiteY5" fmla="*/ 1893189 h 2637890"/>
              <a:gd name="connsiteX6" fmla="*/ 3632471 w 4812486"/>
              <a:gd name="connsiteY6" fmla="*/ 1894787 h 2637890"/>
              <a:gd name="connsiteX7" fmla="*/ 3433162 w 4812486"/>
              <a:gd name="connsiteY7" fmla="*/ 1981834 h 2637890"/>
              <a:gd name="connsiteX8" fmla="*/ 3414825 w 4812486"/>
              <a:gd name="connsiteY8" fmla="*/ 2632468 h 2637890"/>
              <a:gd name="connsiteX9" fmla="*/ 3452 w 4812486"/>
              <a:gd name="connsiteY9" fmla="*/ 2629413 h 2637890"/>
              <a:gd name="connsiteX0" fmla="*/ 3452 w 4808090"/>
              <a:gd name="connsiteY0" fmla="*/ 2629413 h 2637890"/>
              <a:gd name="connsiteX1" fmla="*/ 390 w 4808090"/>
              <a:gd name="connsiteY1" fmla="*/ 9642 h 2637890"/>
              <a:gd name="connsiteX2" fmla="*/ 4807501 w 4808090"/>
              <a:gd name="connsiteY2" fmla="*/ 0 h 2637890"/>
              <a:gd name="connsiteX3" fmla="*/ 4807309 w 4808090"/>
              <a:gd name="connsiteY3" fmla="*/ 1105558 h 2637890"/>
              <a:gd name="connsiteX4" fmla="*/ 4121684 w 4808090"/>
              <a:gd name="connsiteY4" fmla="*/ 1228742 h 2637890"/>
              <a:gd name="connsiteX5" fmla="*/ 4117368 w 4808090"/>
              <a:gd name="connsiteY5" fmla="*/ 1893189 h 2637890"/>
              <a:gd name="connsiteX6" fmla="*/ 3632471 w 4808090"/>
              <a:gd name="connsiteY6" fmla="*/ 1894787 h 2637890"/>
              <a:gd name="connsiteX7" fmla="*/ 3433162 w 4808090"/>
              <a:gd name="connsiteY7" fmla="*/ 1981834 h 2637890"/>
              <a:gd name="connsiteX8" fmla="*/ 3414825 w 4808090"/>
              <a:gd name="connsiteY8" fmla="*/ 2632468 h 2637890"/>
              <a:gd name="connsiteX9" fmla="*/ 3452 w 4808090"/>
              <a:gd name="connsiteY9" fmla="*/ 2629413 h 2637890"/>
              <a:gd name="connsiteX0" fmla="*/ 3452 w 4807807"/>
              <a:gd name="connsiteY0" fmla="*/ 2629413 h 2637890"/>
              <a:gd name="connsiteX1" fmla="*/ 390 w 4807807"/>
              <a:gd name="connsiteY1" fmla="*/ 9642 h 2637890"/>
              <a:gd name="connsiteX2" fmla="*/ 4807501 w 4807807"/>
              <a:gd name="connsiteY2" fmla="*/ 0 h 2637890"/>
              <a:gd name="connsiteX3" fmla="*/ 4802133 w 4807807"/>
              <a:gd name="connsiteY3" fmla="*/ 1100767 h 2637890"/>
              <a:gd name="connsiteX4" fmla="*/ 4121684 w 4807807"/>
              <a:gd name="connsiteY4" fmla="*/ 1228742 h 2637890"/>
              <a:gd name="connsiteX5" fmla="*/ 4117368 w 4807807"/>
              <a:gd name="connsiteY5" fmla="*/ 1893189 h 2637890"/>
              <a:gd name="connsiteX6" fmla="*/ 3632471 w 4807807"/>
              <a:gd name="connsiteY6" fmla="*/ 1894787 h 2637890"/>
              <a:gd name="connsiteX7" fmla="*/ 3433162 w 4807807"/>
              <a:gd name="connsiteY7" fmla="*/ 1981834 h 2637890"/>
              <a:gd name="connsiteX8" fmla="*/ 3414825 w 4807807"/>
              <a:gd name="connsiteY8" fmla="*/ 2632468 h 2637890"/>
              <a:gd name="connsiteX9" fmla="*/ 3452 w 4807807"/>
              <a:gd name="connsiteY9" fmla="*/ 2629413 h 2637890"/>
              <a:gd name="connsiteX0" fmla="*/ 3452 w 4807807"/>
              <a:gd name="connsiteY0" fmla="*/ 2629413 h 2637890"/>
              <a:gd name="connsiteX1" fmla="*/ 390 w 4807807"/>
              <a:gd name="connsiteY1" fmla="*/ 9642 h 2637890"/>
              <a:gd name="connsiteX2" fmla="*/ 4807501 w 4807807"/>
              <a:gd name="connsiteY2" fmla="*/ 0 h 2637890"/>
              <a:gd name="connsiteX3" fmla="*/ 4802133 w 4807807"/>
              <a:gd name="connsiteY3" fmla="*/ 1100767 h 2637890"/>
              <a:gd name="connsiteX4" fmla="*/ 4111330 w 4807807"/>
              <a:gd name="connsiteY4" fmla="*/ 1166451 h 2637890"/>
              <a:gd name="connsiteX5" fmla="*/ 4117368 w 4807807"/>
              <a:gd name="connsiteY5" fmla="*/ 1893189 h 2637890"/>
              <a:gd name="connsiteX6" fmla="*/ 3632471 w 4807807"/>
              <a:gd name="connsiteY6" fmla="*/ 1894787 h 2637890"/>
              <a:gd name="connsiteX7" fmla="*/ 3433162 w 4807807"/>
              <a:gd name="connsiteY7" fmla="*/ 1981834 h 2637890"/>
              <a:gd name="connsiteX8" fmla="*/ 3414825 w 4807807"/>
              <a:gd name="connsiteY8" fmla="*/ 2632468 h 2637890"/>
              <a:gd name="connsiteX9" fmla="*/ 3452 w 4807807"/>
              <a:gd name="connsiteY9" fmla="*/ 2629413 h 2637890"/>
              <a:gd name="connsiteX0" fmla="*/ 3452 w 4807807"/>
              <a:gd name="connsiteY0" fmla="*/ 2629413 h 2637890"/>
              <a:gd name="connsiteX1" fmla="*/ 390 w 4807807"/>
              <a:gd name="connsiteY1" fmla="*/ 9642 h 2637890"/>
              <a:gd name="connsiteX2" fmla="*/ 4807501 w 4807807"/>
              <a:gd name="connsiteY2" fmla="*/ 0 h 2637890"/>
              <a:gd name="connsiteX3" fmla="*/ 4802133 w 4807807"/>
              <a:gd name="connsiteY3" fmla="*/ 1100767 h 2637890"/>
              <a:gd name="connsiteX4" fmla="*/ 4111330 w 4807807"/>
              <a:gd name="connsiteY4" fmla="*/ 1166451 h 2637890"/>
              <a:gd name="connsiteX5" fmla="*/ 4117368 w 4807807"/>
              <a:gd name="connsiteY5" fmla="*/ 1893189 h 2637890"/>
              <a:gd name="connsiteX6" fmla="*/ 3632471 w 4807807"/>
              <a:gd name="connsiteY6" fmla="*/ 1894787 h 2637890"/>
              <a:gd name="connsiteX7" fmla="*/ 3433162 w 4807807"/>
              <a:gd name="connsiteY7" fmla="*/ 1981834 h 2637890"/>
              <a:gd name="connsiteX8" fmla="*/ 3414825 w 4807807"/>
              <a:gd name="connsiteY8" fmla="*/ 2632468 h 2637890"/>
              <a:gd name="connsiteX9" fmla="*/ 3452 w 4807807"/>
              <a:gd name="connsiteY9" fmla="*/ 2629413 h 2637890"/>
              <a:gd name="connsiteX0" fmla="*/ 3452 w 4807807"/>
              <a:gd name="connsiteY0" fmla="*/ 2629413 h 2637890"/>
              <a:gd name="connsiteX1" fmla="*/ 390 w 4807807"/>
              <a:gd name="connsiteY1" fmla="*/ 9642 h 2637890"/>
              <a:gd name="connsiteX2" fmla="*/ 4807501 w 4807807"/>
              <a:gd name="connsiteY2" fmla="*/ 0 h 2637890"/>
              <a:gd name="connsiteX3" fmla="*/ 4802133 w 4807807"/>
              <a:gd name="connsiteY3" fmla="*/ 1100767 h 2637890"/>
              <a:gd name="connsiteX4" fmla="*/ 4142391 w 4807807"/>
              <a:gd name="connsiteY4" fmla="*/ 1171242 h 2637890"/>
              <a:gd name="connsiteX5" fmla="*/ 4117368 w 4807807"/>
              <a:gd name="connsiteY5" fmla="*/ 1893189 h 2637890"/>
              <a:gd name="connsiteX6" fmla="*/ 3632471 w 4807807"/>
              <a:gd name="connsiteY6" fmla="*/ 1894787 h 2637890"/>
              <a:gd name="connsiteX7" fmla="*/ 3433162 w 4807807"/>
              <a:gd name="connsiteY7" fmla="*/ 1981834 h 2637890"/>
              <a:gd name="connsiteX8" fmla="*/ 3414825 w 4807807"/>
              <a:gd name="connsiteY8" fmla="*/ 2632468 h 2637890"/>
              <a:gd name="connsiteX9" fmla="*/ 3452 w 4807807"/>
              <a:gd name="connsiteY9" fmla="*/ 2629413 h 2637890"/>
              <a:gd name="connsiteX0" fmla="*/ 3452 w 4807807"/>
              <a:gd name="connsiteY0" fmla="*/ 2629413 h 2637890"/>
              <a:gd name="connsiteX1" fmla="*/ 390 w 4807807"/>
              <a:gd name="connsiteY1" fmla="*/ 9642 h 2637890"/>
              <a:gd name="connsiteX2" fmla="*/ 4807501 w 4807807"/>
              <a:gd name="connsiteY2" fmla="*/ 0 h 2637890"/>
              <a:gd name="connsiteX3" fmla="*/ 4802133 w 4807807"/>
              <a:gd name="connsiteY3" fmla="*/ 1100767 h 2637890"/>
              <a:gd name="connsiteX4" fmla="*/ 4142391 w 4807807"/>
              <a:gd name="connsiteY4" fmla="*/ 1171242 h 2637890"/>
              <a:gd name="connsiteX5" fmla="*/ 4117368 w 4807807"/>
              <a:gd name="connsiteY5" fmla="*/ 1893189 h 2637890"/>
              <a:gd name="connsiteX6" fmla="*/ 3632471 w 4807807"/>
              <a:gd name="connsiteY6" fmla="*/ 1894787 h 2637890"/>
              <a:gd name="connsiteX7" fmla="*/ 3433162 w 4807807"/>
              <a:gd name="connsiteY7" fmla="*/ 1981834 h 2637890"/>
              <a:gd name="connsiteX8" fmla="*/ 3414825 w 4807807"/>
              <a:gd name="connsiteY8" fmla="*/ 2632468 h 2637890"/>
              <a:gd name="connsiteX9" fmla="*/ 3452 w 4807807"/>
              <a:gd name="connsiteY9" fmla="*/ 2629413 h 2637890"/>
              <a:gd name="connsiteX0" fmla="*/ 3452 w 4807807"/>
              <a:gd name="connsiteY0" fmla="*/ 2629413 h 2637890"/>
              <a:gd name="connsiteX1" fmla="*/ 390 w 4807807"/>
              <a:gd name="connsiteY1" fmla="*/ 9642 h 2637890"/>
              <a:gd name="connsiteX2" fmla="*/ 4807501 w 4807807"/>
              <a:gd name="connsiteY2" fmla="*/ 0 h 2637890"/>
              <a:gd name="connsiteX3" fmla="*/ 4802133 w 4807807"/>
              <a:gd name="connsiteY3" fmla="*/ 1100767 h 2637890"/>
              <a:gd name="connsiteX4" fmla="*/ 4142391 w 4807807"/>
              <a:gd name="connsiteY4" fmla="*/ 1171242 h 2637890"/>
              <a:gd name="connsiteX5" fmla="*/ 4127722 w 4807807"/>
              <a:gd name="connsiteY5" fmla="*/ 1888397 h 2637890"/>
              <a:gd name="connsiteX6" fmla="*/ 3632471 w 4807807"/>
              <a:gd name="connsiteY6" fmla="*/ 1894787 h 2637890"/>
              <a:gd name="connsiteX7" fmla="*/ 3433162 w 4807807"/>
              <a:gd name="connsiteY7" fmla="*/ 1981834 h 2637890"/>
              <a:gd name="connsiteX8" fmla="*/ 3414825 w 4807807"/>
              <a:gd name="connsiteY8" fmla="*/ 2632468 h 2637890"/>
              <a:gd name="connsiteX9" fmla="*/ 3452 w 4807807"/>
              <a:gd name="connsiteY9" fmla="*/ 2629413 h 2637890"/>
              <a:gd name="connsiteX0" fmla="*/ 3452 w 4807807"/>
              <a:gd name="connsiteY0" fmla="*/ 2629413 h 2637890"/>
              <a:gd name="connsiteX1" fmla="*/ 390 w 4807807"/>
              <a:gd name="connsiteY1" fmla="*/ 9642 h 2637890"/>
              <a:gd name="connsiteX2" fmla="*/ 4807501 w 4807807"/>
              <a:gd name="connsiteY2" fmla="*/ 0 h 2637890"/>
              <a:gd name="connsiteX3" fmla="*/ 4802133 w 4807807"/>
              <a:gd name="connsiteY3" fmla="*/ 1100767 h 2637890"/>
              <a:gd name="connsiteX4" fmla="*/ 4142391 w 4807807"/>
              <a:gd name="connsiteY4" fmla="*/ 1171242 h 2637890"/>
              <a:gd name="connsiteX5" fmla="*/ 4127722 w 4807807"/>
              <a:gd name="connsiteY5" fmla="*/ 1888397 h 2637890"/>
              <a:gd name="connsiteX6" fmla="*/ 3632471 w 4807807"/>
              <a:gd name="connsiteY6" fmla="*/ 1894787 h 2637890"/>
              <a:gd name="connsiteX7" fmla="*/ 3433162 w 4807807"/>
              <a:gd name="connsiteY7" fmla="*/ 1981834 h 2637890"/>
              <a:gd name="connsiteX8" fmla="*/ 3414825 w 4807807"/>
              <a:gd name="connsiteY8" fmla="*/ 2632468 h 2637890"/>
              <a:gd name="connsiteX9" fmla="*/ 3452 w 4807807"/>
              <a:gd name="connsiteY9" fmla="*/ 2629413 h 2637890"/>
              <a:gd name="connsiteX0" fmla="*/ 3452 w 4807807"/>
              <a:gd name="connsiteY0" fmla="*/ 2629413 h 2637890"/>
              <a:gd name="connsiteX1" fmla="*/ 390 w 4807807"/>
              <a:gd name="connsiteY1" fmla="*/ 9642 h 2637890"/>
              <a:gd name="connsiteX2" fmla="*/ 4807501 w 4807807"/>
              <a:gd name="connsiteY2" fmla="*/ 0 h 2637890"/>
              <a:gd name="connsiteX3" fmla="*/ 4802133 w 4807807"/>
              <a:gd name="connsiteY3" fmla="*/ 1100767 h 2637890"/>
              <a:gd name="connsiteX4" fmla="*/ 4142391 w 4807807"/>
              <a:gd name="connsiteY4" fmla="*/ 1171242 h 2637890"/>
              <a:gd name="connsiteX5" fmla="*/ 4127722 w 4807807"/>
              <a:gd name="connsiteY5" fmla="*/ 1888397 h 2637890"/>
              <a:gd name="connsiteX6" fmla="*/ 3632471 w 4807807"/>
              <a:gd name="connsiteY6" fmla="*/ 1894787 h 2637890"/>
              <a:gd name="connsiteX7" fmla="*/ 3433162 w 4807807"/>
              <a:gd name="connsiteY7" fmla="*/ 1981834 h 2637890"/>
              <a:gd name="connsiteX8" fmla="*/ 3414825 w 4807807"/>
              <a:gd name="connsiteY8" fmla="*/ 2632468 h 2637890"/>
              <a:gd name="connsiteX9" fmla="*/ 3452 w 4807807"/>
              <a:gd name="connsiteY9" fmla="*/ 2629413 h 2637890"/>
              <a:gd name="connsiteX0" fmla="*/ 3452 w 4807807"/>
              <a:gd name="connsiteY0" fmla="*/ 2629413 h 2637890"/>
              <a:gd name="connsiteX1" fmla="*/ 390 w 4807807"/>
              <a:gd name="connsiteY1" fmla="*/ 9642 h 2637890"/>
              <a:gd name="connsiteX2" fmla="*/ 4807501 w 4807807"/>
              <a:gd name="connsiteY2" fmla="*/ 0 h 2637890"/>
              <a:gd name="connsiteX3" fmla="*/ 4802133 w 4807807"/>
              <a:gd name="connsiteY3" fmla="*/ 1100767 h 2637890"/>
              <a:gd name="connsiteX4" fmla="*/ 4152745 w 4807807"/>
              <a:gd name="connsiteY4" fmla="*/ 1147284 h 2637890"/>
              <a:gd name="connsiteX5" fmla="*/ 4127722 w 4807807"/>
              <a:gd name="connsiteY5" fmla="*/ 1888397 h 2637890"/>
              <a:gd name="connsiteX6" fmla="*/ 3632471 w 4807807"/>
              <a:gd name="connsiteY6" fmla="*/ 1894787 h 2637890"/>
              <a:gd name="connsiteX7" fmla="*/ 3433162 w 4807807"/>
              <a:gd name="connsiteY7" fmla="*/ 1981834 h 2637890"/>
              <a:gd name="connsiteX8" fmla="*/ 3414825 w 4807807"/>
              <a:gd name="connsiteY8" fmla="*/ 2632468 h 2637890"/>
              <a:gd name="connsiteX9" fmla="*/ 3452 w 4807807"/>
              <a:gd name="connsiteY9" fmla="*/ 2629413 h 2637890"/>
              <a:gd name="connsiteX0" fmla="*/ 3452 w 4807807"/>
              <a:gd name="connsiteY0" fmla="*/ 2629413 h 2637890"/>
              <a:gd name="connsiteX1" fmla="*/ 390 w 4807807"/>
              <a:gd name="connsiteY1" fmla="*/ 9642 h 2637890"/>
              <a:gd name="connsiteX2" fmla="*/ 4807501 w 4807807"/>
              <a:gd name="connsiteY2" fmla="*/ 0 h 2637890"/>
              <a:gd name="connsiteX3" fmla="*/ 4802133 w 4807807"/>
              <a:gd name="connsiteY3" fmla="*/ 1100767 h 2637890"/>
              <a:gd name="connsiteX4" fmla="*/ 4152745 w 4807807"/>
              <a:gd name="connsiteY4" fmla="*/ 1147284 h 2637890"/>
              <a:gd name="connsiteX5" fmla="*/ 4127722 w 4807807"/>
              <a:gd name="connsiteY5" fmla="*/ 1888397 h 2637890"/>
              <a:gd name="connsiteX6" fmla="*/ 3632471 w 4807807"/>
              <a:gd name="connsiteY6" fmla="*/ 1894787 h 2637890"/>
              <a:gd name="connsiteX7" fmla="*/ 3433162 w 4807807"/>
              <a:gd name="connsiteY7" fmla="*/ 1981834 h 2637890"/>
              <a:gd name="connsiteX8" fmla="*/ 3414825 w 4807807"/>
              <a:gd name="connsiteY8" fmla="*/ 2632468 h 2637890"/>
              <a:gd name="connsiteX9" fmla="*/ 3452 w 4807807"/>
              <a:gd name="connsiteY9" fmla="*/ 2629413 h 2637890"/>
              <a:gd name="connsiteX0" fmla="*/ 3452 w 4807807"/>
              <a:gd name="connsiteY0" fmla="*/ 2629413 h 2637890"/>
              <a:gd name="connsiteX1" fmla="*/ 390 w 4807807"/>
              <a:gd name="connsiteY1" fmla="*/ 9642 h 2637890"/>
              <a:gd name="connsiteX2" fmla="*/ 4807501 w 4807807"/>
              <a:gd name="connsiteY2" fmla="*/ 0 h 2637890"/>
              <a:gd name="connsiteX3" fmla="*/ 4802133 w 4807807"/>
              <a:gd name="connsiteY3" fmla="*/ 1100767 h 2637890"/>
              <a:gd name="connsiteX4" fmla="*/ 4152745 w 4807807"/>
              <a:gd name="connsiteY4" fmla="*/ 1147284 h 2637890"/>
              <a:gd name="connsiteX5" fmla="*/ 4127722 w 4807807"/>
              <a:gd name="connsiteY5" fmla="*/ 1888397 h 2637890"/>
              <a:gd name="connsiteX6" fmla="*/ 3632471 w 4807807"/>
              <a:gd name="connsiteY6" fmla="*/ 1894787 h 2637890"/>
              <a:gd name="connsiteX7" fmla="*/ 3433162 w 4807807"/>
              <a:gd name="connsiteY7" fmla="*/ 1981834 h 2637890"/>
              <a:gd name="connsiteX8" fmla="*/ 3414825 w 4807807"/>
              <a:gd name="connsiteY8" fmla="*/ 2632468 h 2637890"/>
              <a:gd name="connsiteX9" fmla="*/ 3452 w 4807807"/>
              <a:gd name="connsiteY9" fmla="*/ 2629413 h 2637890"/>
              <a:gd name="connsiteX0" fmla="*/ 3452 w 4807807"/>
              <a:gd name="connsiteY0" fmla="*/ 2629413 h 2637890"/>
              <a:gd name="connsiteX1" fmla="*/ 390 w 4807807"/>
              <a:gd name="connsiteY1" fmla="*/ 9642 h 2637890"/>
              <a:gd name="connsiteX2" fmla="*/ 4807501 w 4807807"/>
              <a:gd name="connsiteY2" fmla="*/ 0 h 2637890"/>
              <a:gd name="connsiteX3" fmla="*/ 4802133 w 4807807"/>
              <a:gd name="connsiteY3" fmla="*/ 1100767 h 2637890"/>
              <a:gd name="connsiteX4" fmla="*/ 4152745 w 4807807"/>
              <a:gd name="connsiteY4" fmla="*/ 1147284 h 2637890"/>
              <a:gd name="connsiteX5" fmla="*/ 4127722 w 4807807"/>
              <a:gd name="connsiteY5" fmla="*/ 1888397 h 2637890"/>
              <a:gd name="connsiteX6" fmla="*/ 3632471 w 4807807"/>
              <a:gd name="connsiteY6" fmla="*/ 1894787 h 2637890"/>
              <a:gd name="connsiteX7" fmla="*/ 3433162 w 4807807"/>
              <a:gd name="connsiteY7" fmla="*/ 1981834 h 2637890"/>
              <a:gd name="connsiteX8" fmla="*/ 3414825 w 4807807"/>
              <a:gd name="connsiteY8" fmla="*/ 2632468 h 2637890"/>
              <a:gd name="connsiteX9" fmla="*/ 3452 w 4807807"/>
              <a:gd name="connsiteY9" fmla="*/ 2629413 h 2637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807807" h="2637890">
                <a:moveTo>
                  <a:pt x="3452" y="2629413"/>
                </a:moveTo>
                <a:cubicBezTo>
                  <a:pt x="-1246" y="1773758"/>
                  <a:pt x="122" y="438542"/>
                  <a:pt x="390" y="9642"/>
                </a:cubicBezTo>
                <a:lnTo>
                  <a:pt x="4807501" y="0"/>
                </a:lnTo>
                <a:cubicBezTo>
                  <a:pt x="4809618" y="468508"/>
                  <a:pt x="4800016" y="632259"/>
                  <a:pt x="4802133" y="1100767"/>
                </a:cubicBezTo>
                <a:cubicBezTo>
                  <a:pt x="4610179" y="1118682"/>
                  <a:pt x="4175322" y="1071459"/>
                  <a:pt x="4152745" y="1147284"/>
                </a:cubicBezTo>
                <a:cubicBezTo>
                  <a:pt x="4107122" y="1300509"/>
                  <a:pt x="4122114" y="1755827"/>
                  <a:pt x="4127722" y="1888397"/>
                </a:cubicBezTo>
                <a:lnTo>
                  <a:pt x="3632471" y="1894787"/>
                </a:lnTo>
                <a:cubicBezTo>
                  <a:pt x="3501183" y="1893989"/>
                  <a:pt x="3467976" y="1910705"/>
                  <a:pt x="3433162" y="1981834"/>
                </a:cubicBezTo>
                <a:cubicBezTo>
                  <a:pt x="3405076" y="2092880"/>
                  <a:pt x="3413556" y="2321288"/>
                  <a:pt x="3414825" y="2632468"/>
                </a:cubicBezTo>
                <a:cubicBezTo>
                  <a:pt x="2282879" y="2645824"/>
                  <a:pt x="1140576" y="2630431"/>
                  <a:pt x="3452" y="2629413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6" name="laptop picture">
            <a:extLst>
              <a:ext uri="{FF2B5EF4-FFF2-40B4-BE49-F238E27FC236}">
                <a16:creationId xmlns:a16="http://schemas.microsoft.com/office/drawing/2014/main" id="{BE71543C-A06E-48FE-F480-8B8CA09D35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711936" y="3083566"/>
            <a:ext cx="3341806" cy="2352355"/>
          </a:xfrm>
          <a:custGeom>
            <a:avLst/>
            <a:gdLst>
              <a:gd name="connsiteX0" fmla="*/ 0 w 3341806"/>
              <a:gd name="connsiteY0" fmla="*/ 63026 h 2344735"/>
              <a:gd name="connsiteX1" fmla="*/ 63026 w 3341806"/>
              <a:gd name="connsiteY1" fmla="*/ 0 h 2344735"/>
              <a:gd name="connsiteX2" fmla="*/ 3278780 w 3341806"/>
              <a:gd name="connsiteY2" fmla="*/ 0 h 2344735"/>
              <a:gd name="connsiteX3" fmla="*/ 3341806 w 3341806"/>
              <a:gd name="connsiteY3" fmla="*/ 63026 h 2344735"/>
              <a:gd name="connsiteX4" fmla="*/ 3341806 w 3341806"/>
              <a:gd name="connsiteY4" fmla="*/ 2281709 h 2344735"/>
              <a:gd name="connsiteX5" fmla="*/ 3278780 w 3341806"/>
              <a:gd name="connsiteY5" fmla="*/ 2344735 h 2344735"/>
              <a:gd name="connsiteX6" fmla="*/ 63026 w 3341806"/>
              <a:gd name="connsiteY6" fmla="*/ 2344735 h 2344735"/>
              <a:gd name="connsiteX7" fmla="*/ 0 w 3341806"/>
              <a:gd name="connsiteY7" fmla="*/ 2281709 h 2344735"/>
              <a:gd name="connsiteX8" fmla="*/ 0 w 3341806"/>
              <a:gd name="connsiteY8" fmla="*/ 63026 h 234473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23046 w 3341806"/>
              <a:gd name="connsiteY6" fmla="*/ 2352355 h 2352355"/>
              <a:gd name="connsiteX7" fmla="*/ 0 w 3341806"/>
              <a:gd name="connsiteY7" fmla="*/ 2281709 h 2352355"/>
              <a:gd name="connsiteX8" fmla="*/ 0 w 3341806"/>
              <a:gd name="connsiteY8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23046 w 3341806"/>
              <a:gd name="connsiteY6" fmla="*/ 2352355 h 2352355"/>
              <a:gd name="connsiteX7" fmla="*/ 0 w 3341806"/>
              <a:gd name="connsiteY7" fmla="*/ 551969 h 2352355"/>
              <a:gd name="connsiteX8" fmla="*/ 0 w 3341806"/>
              <a:gd name="connsiteY8" fmla="*/ 63026 h 2352355"/>
              <a:gd name="connsiteX0" fmla="*/ 68614 w 3410420"/>
              <a:gd name="connsiteY0" fmla="*/ 63026 h 2352355"/>
              <a:gd name="connsiteX1" fmla="*/ 131640 w 3410420"/>
              <a:gd name="connsiteY1" fmla="*/ 0 h 2352355"/>
              <a:gd name="connsiteX2" fmla="*/ 3347394 w 3410420"/>
              <a:gd name="connsiteY2" fmla="*/ 0 h 2352355"/>
              <a:gd name="connsiteX3" fmla="*/ 3410420 w 3410420"/>
              <a:gd name="connsiteY3" fmla="*/ 63026 h 2352355"/>
              <a:gd name="connsiteX4" fmla="*/ 3410420 w 3410420"/>
              <a:gd name="connsiteY4" fmla="*/ 2281709 h 2352355"/>
              <a:gd name="connsiteX5" fmla="*/ 3347394 w 3410420"/>
              <a:gd name="connsiteY5" fmla="*/ 2344735 h 2352355"/>
              <a:gd name="connsiteX6" fmla="*/ 291660 w 3410420"/>
              <a:gd name="connsiteY6" fmla="*/ 2352355 h 2352355"/>
              <a:gd name="connsiteX7" fmla="*/ 98598 w 3410420"/>
              <a:gd name="connsiteY7" fmla="*/ 833114 h 2352355"/>
              <a:gd name="connsiteX8" fmla="*/ 68614 w 3410420"/>
              <a:gd name="connsiteY8" fmla="*/ 551969 h 2352355"/>
              <a:gd name="connsiteX9" fmla="*/ 68614 w 3410420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23046 w 3341806"/>
              <a:gd name="connsiteY6" fmla="*/ 2352355 h 2352355"/>
              <a:gd name="connsiteX7" fmla="*/ 289064 w 3341806"/>
              <a:gd name="connsiteY7" fmla="*/ 741674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23046 w 3341806"/>
              <a:gd name="connsiteY6" fmla="*/ 2352355 h 2352355"/>
              <a:gd name="connsiteX7" fmla="*/ 289064 w 3341806"/>
              <a:gd name="connsiteY7" fmla="*/ 741674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23046 w 3341806"/>
              <a:gd name="connsiteY6" fmla="*/ 2352355 h 2352355"/>
              <a:gd name="connsiteX7" fmla="*/ 289064 w 3341806"/>
              <a:gd name="connsiteY7" fmla="*/ 741674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23046 w 3341806"/>
              <a:gd name="connsiteY6" fmla="*/ 2352355 h 2352355"/>
              <a:gd name="connsiteX7" fmla="*/ 270014 w 3341806"/>
              <a:gd name="connsiteY7" fmla="*/ 832161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7361 w 3349167"/>
              <a:gd name="connsiteY0" fmla="*/ 63026 h 2352356"/>
              <a:gd name="connsiteX1" fmla="*/ 70387 w 3349167"/>
              <a:gd name="connsiteY1" fmla="*/ 0 h 2352356"/>
              <a:gd name="connsiteX2" fmla="*/ 3286141 w 3349167"/>
              <a:gd name="connsiteY2" fmla="*/ 0 h 2352356"/>
              <a:gd name="connsiteX3" fmla="*/ 3349167 w 3349167"/>
              <a:gd name="connsiteY3" fmla="*/ 63026 h 2352356"/>
              <a:gd name="connsiteX4" fmla="*/ 3349167 w 3349167"/>
              <a:gd name="connsiteY4" fmla="*/ 2281709 h 2352356"/>
              <a:gd name="connsiteX5" fmla="*/ 3286141 w 3349167"/>
              <a:gd name="connsiteY5" fmla="*/ 2344735 h 2352356"/>
              <a:gd name="connsiteX6" fmla="*/ 230407 w 3349167"/>
              <a:gd name="connsiteY6" fmla="*/ 2352355 h 2352356"/>
              <a:gd name="connsiteX7" fmla="*/ 277375 w 3349167"/>
              <a:gd name="connsiteY7" fmla="*/ 832161 h 2352356"/>
              <a:gd name="connsiteX8" fmla="*/ 7361 w 3349167"/>
              <a:gd name="connsiteY8" fmla="*/ 551969 h 2352356"/>
              <a:gd name="connsiteX9" fmla="*/ 7361 w 3349167"/>
              <a:gd name="connsiteY9" fmla="*/ 63026 h 2352356"/>
              <a:gd name="connsiteX0" fmla="*/ 0 w 3341806"/>
              <a:gd name="connsiteY0" fmla="*/ 63026 h 2801684"/>
              <a:gd name="connsiteX1" fmla="*/ 63026 w 3341806"/>
              <a:gd name="connsiteY1" fmla="*/ 0 h 2801684"/>
              <a:gd name="connsiteX2" fmla="*/ 3278780 w 3341806"/>
              <a:gd name="connsiteY2" fmla="*/ 0 h 2801684"/>
              <a:gd name="connsiteX3" fmla="*/ 3341806 w 3341806"/>
              <a:gd name="connsiteY3" fmla="*/ 63026 h 2801684"/>
              <a:gd name="connsiteX4" fmla="*/ 3341806 w 3341806"/>
              <a:gd name="connsiteY4" fmla="*/ 2281709 h 2801684"/>
              <a:gd name="connsiteX5" fmla="*/ 3278780 w 3341806"/>
              <a:gd name="connsiteY5" fmla="*/ 2344735 h 2801684"/>
              <a:gd name="connsiteX6" fmla="*/ 223046 w 3341806"/>
              <a:gd name="connsiteY6" fmla="*/ 2352355 h 2801684"/>
              <a:gd name="connsiteX7" fmla="*/ 270014 w 3341806"/>
              <a:gd name="connsiteY7" fmla="*/ 832161 h 2801684"/>
              <a:gd name="connsiteX8" fmla="*/ 0 w 3341806"/>
              <a:gd name="connsiteY8" fmla="*/ 551969 h 2801684"/>
              <a:gd name="connsiteX9" fmla="*/ 0 w 3341806"/>
              <a:gd name="connsiteY9" fmla="*/ 63026 h 2801684"/>
              <a:gd name="connsiteX0" fmla="*/ 0 w 3341806"/>
              <a:gd name="connsiteY0" fmla="*/ 63026 h 2801684"/>
              <a:gd name="connsiteX1" fmla="*/ 63026 w 3341806"/>
              <a:gd name="connsiteY1" fmla="*/ 0 h 2801684"/>
              <a:gd name="connsiteX2" fmla="*/ 3278780 w 3341806"/>
              <a:gd name="connsiteY2" fmla="*/ 0 h 2801684"/>
              <a:gd name="connsiteX3" fmla="*/ 3341806 w 3341806"/>
              <a:gd name="connsiteY3" fmla="*/ 63026 h 2801684"/>
              <a:gd name="connsiteX4" fmla="*/ 3341806 w 3341806"/>
              <a:gd name="connsiteY4" fmla="*/ 2281709 h 2801684"/>
              <a:gd name="connsiteX5" fmla="*/ 3278780 w 3341806"/>
              <a:gd name="connsiteY5" fmla="*/ 2344735 h 2801684"/>
              <a:gd name="connsiteX6" fmla="*/ 223046 w 3341806"/>
              <a:gd name="connsiteY6" fmla="*/ 2352355 h 2801684"/>
              <a:gd name="connsiteX7" fmla="*/ 270014 w 3341806"/>
              <a:gd name="connsiteY7" fmla="*/ 832161 h 2801684"/>
              <a:gd name="connsiteX8" fmla="*/ 0 w 3341806"/>
              <a:gd name="connsiteY8" fmla="*/ 551969 h 2801684"/>
              <a:gd name="connsiteX9" fmla="*/ 0 w 3341806"/>
              <a:gd name="connsiteY9" fmla="*/ 63026 h 2801684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23046 w 3341806"/>
              <a:gd name="connsiteY6" fmla="*/ 2352355 h 2352355"/>
              <a:gd name="connsiteX7" fmla="*/ 270014 w 3341806"/>
              <a:gd name="connsiteY7" fmla="*/ 832161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0014 w 3341806"/>
              <a:gd name="connsiteY7" fmla="*/ 832161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0014 w 3341806"/>
              <a:gd name="connsiteY7" fmla="*/ 832161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4777 w 3341806"/>
              <a:gd name="connsiteY7" fmla="*/ 803586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4777 w 3341806"/>
              <a:gd name="connsiteY7" fmla="*/ 803586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4777 w 3341806"/>
              <a:gd name="connsiteY7" fmla="*/ 803586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4777 w 3341806"/>
              <a:gd name="connsiteY7" fmla="*/ 803586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4777 w 3341806"/>
              <a:gd name="connsiteY7" fmla="*/ 803586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817873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93827 w 3341806"/>
              <a:gd name="connsiteY7" fmla="*/ 789298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0 w 3341806"/>
              <a:gd name="connsiteY8" fmla="*/ 55196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9525 w 3341806"/>
              <a:gd name="connsiteY8" fmla="*/ 542444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9525 w 3341806"/>
              <a:gd name="connsiteY8" fmla="*/ 53291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9525 w 3341806"/>
              <a:gd name="connsiteY8" fmla="*/ 532919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4762 w 3341806"/>
              <a:gd name="connsiteY8" fmla="*/ 537681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4762 w 3341806"/>
              <a:gd name="connsiteY8" fmla="*/ 537681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4762 w 3341806"/>
              <a:gd name="connsiteY8" fmla="*/ 537681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19050 w 3341806"/>
              <a:gd name="connsiteY8" fmla="*/ 537681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4762 w 3341806"/>
              <a:gd name="connsiteY8" fmla="*/ 537681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4762 w 3341806"/>
              <a:gd name="connsiteY8" fmla="*/ 537681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789298 h 2352355"/>
              <a:gd name="connsiteX8" fmla="*/ 4762 w 3341806"/>
              <a:gd name="connsiteY8" fmla="*/ 537681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822636 h 2352355"/>
              <a:gd name="connsiteX8" fmla="*/ 4762 w 3341806"/>
              <a:gd name="connsiteY8" fmla="*/ 537681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80196 w 3341806"/>
              <a:gd name="connsiteY6" fmla="*/ 2352355 h 2352355"/>
              <a:gd name="connsiteX7" fmla="*/ 279539 w 3341806"/>
              <a:gd name="connsiteY7" fmla="*/ 822636 h 2352355"/>
              <a:gd name="connsiteX8" fmla="*/ 4762 w 3341806"/>
              <a:gd name="connsiteY8" fmla="*/ 537681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65909 w 3341806"/>
              <a:gd name="connsiteY6" fmla="*/ 2352355 h 2352355"/>
              <a:gd name="connsiteX7" fmla="*/ 279539 w 3341806"/>
              <a:gd name="connsiteY7" fmla="*/ 822636 h 2352355"/>
              <a:gd name="connsiteX8" fmla="*/ 4762 w 3341806"/>
              <a:gd name="connsiteY8" fmla="*/ 537681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65909 w 3341806"/>
              <a:gd name="connsiteY6" fmla="*/ 2352355 h 2352355"/>
              <a:gd name="connsiteX7" fmla="*/ 279539 w 3341806"/>
              <a:gd name="connsiteY7" fmla="*/ 822636 h 2352355"/>
              <a:gd name="connsiteX8" fmla="*/ 4762 w 3341806"/>
              <a:gd name="connsiteY8" fmla="*/ 537681 h 2352355"/>
              <a:gd name="connsiteX9" fmla="*/ 0 w 3341806"/>
              <a:gd name="connsiteY9" fmla="*/ 63026 h 2352355"/>
              <a:gd name="connsiteX0" fmla="*/ 0 w 3341806"/>
              <a:gd name="connsiteY0" fmla="*/ 63026 h 2352355"/>
              <a:gd name="connsiteX1" fmla="*/ 63026 w 3341806"/>
              <a:gd name="connsiteY1" fmla="*/ 0 h 2352355"/>
              <a:gd name="connsiteX2" fmla="*/ 3278780 w 3341806"/>
              <a:gd name="connsiteY2" fmla="*/ 0 h 2352355"/>
              <a:gd name="connsiteX3" fmla="*/ 3341806 w 3341806"/>
              <a:gd name="connsiteY3" fmla="*/ 63026 h 2352355"/>
              <a:gd name="connsiteX4" fmla="*/ 3341806 w 3341806"/>
              <a:gd name="connsiteY4" fmla="*/ 2281709 h 2352355"/>
              <a:gd name="connsiteX5" fmla="*/ 3278780 w 3341806"/>
              <a:gd name="connsiteY5" fmla="*/ 2344735 h 2352355"/>
              <a:gd name="connsiteX6" fmla="*/ 265909 w 3341806"/>
              <a:gd name="connsiteY6" fmla="*/ 2352355 h 2352355"/>
              <a:gd name="connsiteX7" fmla="*/ 279539 w 3341806"/>
              <a:gd name="connsiteY7" fmla="*/ 822636 h 2352355"/>
              <a:gd name="connsiteX8" fmla="*/ 4762 w 3341806"/>
              <a:gd name="connsiteY8" fmla="*/ 537681 h 2352355"/>
              <a:gd name="connsiteX9" fmla="*/ 0 w 3341806"/>
              <a:gd name="connsiteY9" fmla="*/ 63026 h 2352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341806" h="2352355">
                <a:moveTo>
                  <a:pt x="0" y="63026"/>
                </a:moveTo>
                <a:cubicBezTo>
                  <a:pt x="0" y="28218"/>
                  <a:pt x="28218" y="0"/>
                  <a:pt x="63026" y="0"/>
                </a:cubicBezTo>
                <a:lnTo>
                  <a:pt x="3278780" y="0"/>
                </a:lnTo>
                <a:cubicBezTo>
                  <a:pt x="3313588" y="0"/>
                  <a:pt x="3341806" y="28218"/>
                  <a:pt x="3341806" y="63026"/>
                </a:cubicBezTo>
                <a:lnTo>
                  <a:pt x="3341806" y="2281709"/>
                </a:lnTo>
                <a:cubicBezTo>
                  <a:pt x="3341806" y="2316517"/>
                  <a:pt x="3313588" y="2344735"/>
                  <a:pt x="3278780" y="2344735"/>
                </a:cubicBezTo>
                <a:lnTo>
                  <a:pt x="265909" y="2352355"/>
                </a:lnTo>
                <a:cubicBezTo>
                  <a:pt x="266622" y="1734631"/>
                  <a:pt x="264326" y="1146512"/>
                  <a:pt x="279539" y="822636"/>
                </a:cubicBezTo>
                <a:cubicBezTo>
                  <a:pt x="256652" y="541622"/>
                  <a:pt x="209784" y="546966"/>
                  <a:pt x="4762" y="537681"/>
                </a:cubicBezTo>
                <a:cubicBezTo>
                  <a:pt x="3175" y="379463"/>
                  <a:pt x="1587" y="221244"/>
                  <a:pt x="0" y="63026"/>
                </a:cubicBezTo>
                <a:close/>
              </a:path>
            </a:pathLst>
          </a:cu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endParaRPr lang="en-DE" dirty="0"/>
          </a:p>
        </p:txBody>
      </p:sp>
      <p:sp>
        <p:nvSpPr>
          <p:cNvPr id="7" name="mobile picture">
            <a:extLst>
              <a:ext uri="{FF2B5EF4-FFF2-40B4-BE49-F238E27FC236}">
                <a16:creationId xmlns:a16="http://schemas.microsoft.com/office/drawing/2014/main" id="{1EA704AB-C101-2CD3-DE90-0B40FD800C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900862" y="3686175"/>
            <a:ext cx="1028459" cy="2424113"/>
          </a:xfrm>
          <a:prstGeom prst="roundRect">
            <a:avLst>
              <a:gd name="adj" fmla="val 11275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/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2347969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24 : 3 icon-circles : 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CF0F75B6-3EDE-F843-4662-8A1F50C18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847B67F7-92A3-77BE-E39C-D6653DB0D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8A607CBA-1A2F-48DC-062D-E74D1128C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6" name="content 3">
            <a:extLst>
              <a:ext uri="{FF2B5EF4-FFF2-40B4-BE49-F238E27FC236}">
                <a16:creationId xmlns:a16="http://schemas.microsoft.com/office/drawing/2014/main" id="{B5886103-0D8E-5D01-3B87-1FDDA2E05BE4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299890" y="3420000"/>
            <a:ext cx="2736000" cy="273650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1400" dirty="0"/>
            </a:lvl1pPr>
            <a:lvl2pPr algn="l">
              <a:defRPr lang="en-US" sz="1400" dirty="0"/>
            </a:lvl2pPr>
            <a:lvl3pPr algn="l">
              <a:defRPr lang="en-US" sz="1400" dirty="0"/>
            </a:lvl3pPr>
            <a:lvl4pPr algn="l">
              <a:defRPr lang="en-US" sz="1400" dirty="0"/>
            </a:lvl4pPr>
            <a:lvl5pPr algn="l">
              <a:defRPr lang="nl-NL" sz="1400" noProof="0" dirty="0"/>
            </a:lvl5pPr>
            <a:lvl6pPr algn="l">
              <a:defRPr lang="nl-NL" sz="1400" noProof="0" dirty="0"/>
            </a:lvl6pPr>
            <a:lvl7pPr algn="l">
              <a:defRPr lang="nl-NL" sz="1400" noProof="0" dirty="0"/>
            </a:lvl7pPr>
            <a:lvl8pPr algn="l">
              <a:defRPr lang="nl-NL" sz="1400" noProof="0" dirty="0"/>
            </a:lvl8pPr>
            <a:lvl9pPr algn="l">
              <a:defRPr lang="nl-NL" sz="1400" noProof="0" dirty="0"/>
            </a:lvl9pPr>
          </a:lstStyle>
          <a:p>
            <a:pPr lvl="0"/>
            <a:endParaRPr lang="en-US" dirty="0"/>
          </a:p>
        </p:txBody>
      </p:sp>
      <p:sp>
        <p:nvSpPr>
          <p:cNvPr id="9" name="circle 3">
            <a:extLst>
              <a:ext uri="{FF2B5EF4-FFF2-40B4-BE49-F238E27FC236}">
                <a16:creationId xmlns:a16="http://schemas.microsoft.com/office/drawing/2014/main" id="{03E6616D-6BE5-1F0D-0C0A-EDEE8E74F894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9037890" y="1719500"/>
            <a:ext cx="1260000" cy="126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9" name="Icon-placeholder 3">
            <a:extLst>
              <a:ext uri="{FF2B5EF4-FFF2-40B4-BE49-F238E27FC236}">
                <a16:creationId xmlns:a16="http://schemas.microsoft.com/office/drawing/2014/main" id="{C60ADAF8-2C7E-52B4-A639-798B1160C64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397890" y="207965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4" name="content 2">
            <a:extLst>
              <a:ext uri="{FF2B5EF4-FFF2-40B4-BE49-F238E27FC236}">
                <a16:creationId xmlns:a16="http://schemas.microsoft.com/office/drawing/2014/main" id="{0F189F99-D754-4356-5E4B-0F553CC9C35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728000" y="3420000"/>
            <a:ext cx="2736000" cy="273650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1400" dirty="0"/>
            </a:lvl1pPr>
            <a:lvl2pPr algn="l">
              <a:defRPr lang="en-US" sz="1400" dirty="0"/>
            </a:lvl2pPr>
            <a:lvl3pPr algn="l">
              <a:defRPr lang="en-US" sz="1400" dirty="0"/>
            </a:lvl3pPr>
            <a:lvl4pPr algn="l">
              <a:defRPr lang="en-US" sz="1400" dirty="0"/>
            </a:lvl4pPr>
            <a:lvl5pPr algn="l">
              <a:defRPr lang="nl-NL" sz="1400" noProof="0" dirty="0"/>
            </a:lvl5pPr>
            <a:lvl6pPr algn="l">
              <a:defRPr lang="nl-NL" sz="1400" noProof="0" dirty="0"/>
            </a:lvl6pPr>
            <a:lvl7pPr algn="l">
              <a:defRPr lang="nl-NL" sz="1400" noProof="0" dirty="0"/>
            </a:lvl7pPr>
            <a:lvl8pPr algn="l">
              <a:defRPr lang="nl-NL" sz="1400" noProof="0" dirty="0"/>
            </a:lvl8pPr>
            <a:lvl9pPr algn="l">
              <a:defRPr lang="nl-NL" sz="1400" noProof="0" dirty="0"/>
            </a:lvl9pPr>
          </a:lstStyle>
          <a:p>
            <a:pPr lvl="0"/>
            <a:endParaRPr lang="en-US" dirty="0"/>
          </a:p>
        </p:txBody>
      </p:sp>
      <p:sp>
        <p:nvSpPr>
          <p:cNvPr id="11" name="circle 2">
            <a:extLst>
              <a:ext uri="{FF2B5EF4-FFF2-40B4-BE49-F238E27FC236}">
                <a16:creationId xmlns:a16="http://schemas.microsoft.com/office/drawing/2014/main" id="{734287B7-FF2C-081C-D1AE-E5AAC79579AE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5466000" y="1719500"/>
            <a:ext cx="1260000" cy="126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5" name="Icon-placeholder 2">
            <a:extLst>
              <a:ext uri="{FF2B5EF4-FFF2-40B4-BE49-F238E27FC236}">
                <a16:creationId xmlns:a16="http://schemas.microsoft.com/office/drawing/2014/main" id="{2E85AA86-5649-E89A-22E5-F7FE994FA4CF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5826000" y="207965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3" name="content 1">
            <a:extLst>
              <a:ext uri="{FF2B5EF4-FFF2-40B4-BE49-F238E27FC236}">
                <a16:creationId xmlns:a16="http://schemas.microsoft.com/office/drawing/2014/main" id="{77A29EE5-2B1C-3EC4-6F36-6ECBC9D69F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1156110" y="3420000"/>
            <a:ext cx="2736000" cy="2736500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Autofit/>
          </a:bodyPr>
          <a:lstStyle>
            <a:lvl1pPr algn="l">
              <a:defRPr lang="en-US" sz="1400" dirty="0"/>
            </a:lvl1pPr>
            <a:lvl2pPr algn="l">
              <a:defRPr lang="en-US" sz="1400" dirty="0"/>
            </a:lvl2pPr>
            <a:lvl3pPr algn="l">
              <a:defRPr lang="en-US" sz="1400" dirty="0"/>
            </a:lvl3pPr>
            <a:lvl4pPr algn="l">
              <a:defRPr lang="en-US" sz="1400" dirty="0"/>
            </a:lvl4pPr>
            <a:lvl5pPr algn="l">
              <a:defRPr lang="nl-NL" sz="1400" noProof="0" dirty="0"/>
            </a:lvl5pPr>
            <a:lvl6pPr algn="l">
              <a:defRPr lang="nl-NL" sz="1400" noProof="0" dirty="0"/>
            </a:lvl6pPr>
            <a:lvl7pPr algn="l">
              <a:defRPr lang="nl-NL" sz="1400" noProof="0" dirty="0"/>
            </a:lvl7pPr>
            <a:lvl8pPr algn="l">
              <a:defRPr lang="nl-NL" sz="1400" noProof="0" dirty="0"/>
            </a:lvl8pPr>
            <a:lvl9pPr algn="l">
              <a:defRPr lang="nl-NL" sz="1400" noProof="0" dirty="0"/>
            </a:lvl9pPr>
          </a:lstStyle>
          <a:p>
            <a:pPr lvl="0"/>
            <a:endParaRPr lang="en-US" dirty="0"/>
          </a:p>
        </p:txBody>
      </p:sp>
      <p:sp>
        <p:nvSpPr>
          <p:cNvPr id="16" name="circle 1">
            <a:extLst>
              <a:ext uri="{FF2B5EF4-FFF2-40B4-BE49-F238E27FC236}">
                <a16:creationId xmlns:a16="http://schemas.microsoft.com/office/drawing/2014/main" id="{CF9B3468-8D83-E9F3-7B03-E73CD41ECE15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1894110" y="1719500"/>
            <a:ext cx="1260000" cy="126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1" name="Icon-placeholder 1">
            <a:extLst>
              <a:ext uri="{FF2B5EF4-FFF2-40B4-BE49-F238E27FC236}">
                <a16:creationId xmlns:a16="http://schemas.microsoft.com/office/drawing/2014/main" id="{58129E42-8DEF-4ABF-4EC7-0503FD820234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254110" y="207965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26" name="navigation">
            <a:extLst>
              <a:ext uri="{FF2B5EF4-FFF2-40B4-BE49-F238E27FC236}">
                <a16:creationId xmlns:a16="http://schemas.microsoft.com/office/drawing/2014/main" id="{F987EC86-4A7D-30EF-A710-3B73466D18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5706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25 : 2 text circles 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>
            <a:extLst>
              <a:ext uri="{FF2B5EF4-FFF2-40B4-BE49-F238E27FC236}">
                <a16:creationId xmlns:a16="http://schemas.microsoft.com/office/drawing/2014/main" id="{C9BA3CE1-F4C3-2C3D-C372-01096BC0A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9C96A835-E90E-5839-1566-B47381500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61BC8F3A-DE2E-C831-0500-7FA96995A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4C7A74BA-677D-44AF-0C2A-FDAE4A7E81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09203" y="2628000"/>
            <a:ext cx="2160000" cy="3060000"/>
          </a:xfrm>
          <a:prstGeom prst="rect">
            <a:avLst/>
          </a:prstGeom>
          <a:noFill/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0"/>
            <a:endParaRPr lang="en-US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927C191B-A08F-85D5-D2F2-99828DB99C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880000" y="2628000"/>
            <a:ext cx="2160000" cy="3060000"/>
          </a:xfrm>
          <a:prstGeom prst="rect">
            <a:avLst/>
          </a:prstGeom>
          <a:noFill/>
          <a:effectLst/>
        </p:spPr>
        <p:txBody>
          <a:bodyPr vert="horz" lIns="0" tIns="0" rIns="0" bIns="0" rtlCol="0">
            <a:noAutofit/>
          </a:bodyPr>
          <a:lstStyle>
            <a:lvl1pPr>
              <a:defRPr lang="en-US" sz="1400" dirty="0"/>
            </a:lvl1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  <a:p>
            <a:pPr lvl="0"/>
            <a:endParaRPr lang="en-US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40CDE67-43E3-2705-8865-2677F3CF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0" name="navigation">
            <a:extLst>
              <a:ext uri="{FF2B5EF4-FFF2-40B4-BE49-F238E27FC236}">
                <a16:creationId xmlns:a16="http://schemas.microsoft.com/office/drawing/2014/main" id="{BC82E269-B945-9E98-D88A-B9E0B906BD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09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5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25 : 2 text boxes 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>
            <a:extLst>
              <a:ext uri="{FF2B5EF4-FFF2-40B4-BE49-F238E27FC236}">
                <a16:creationId xmlns:a16="http://schemas.microsoft.com/office/drawing/2014/main" id="{ABA98948-A9F9-1A69-FE42-43DC07F82A44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540000" y="1476000"/>
            <a:ext cx="11088000" cy="1440000"/>
          </a:xfrm>
          <a:prstGeom prst="roundRect">
            <a:avLst>
              <a:gd name="adj" fmla="val 5828"/>
            </a:avLst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0" tIns="288000" rIns="0" bIns="0" rtlCol="0" anchor="t" anchorCtr="1">
            <a:noAutofit/>
          </a:bodyPr>
          <a:lstStyle>
            <a:lvl1pPr>
              <a:defRPr lang="en-US" sz="1800">
                <a:solidFill>
                  <a:schemeClr val="bg1"/>
                </a:solidFill>
              </a:defRPr>
            </a:lvl1pPr>
          </a:lstStyle>
          <a:p>
            <a:pPr lvl="0" algn="ctr"/>
            <a:endParaRPr lang="en-US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C9BA3CE1-F4C3-2C3D-C372-01096BC0A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9C96A835-E90E-5839-1566-B47381500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61BC8F3A-DE2E-C831-0500-7FA96995A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4C7A74BA-677D-44AF-0C2A-FDAE4A7E81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0" y="2412000"/>
            <a:ext cx="396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tabLst>
                <a:tab pos="182563" algn="l"/>
              </a:tabLst>
            </a:pPr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0"/>
            <a:endParaRPr lang="en-US" dirty="0"/>
          </a:p>
        </p:txBody>
      </p:sp>
      <p:sp>
        <p:nvSpPr>
          <p:cNvPr id="24" name="icon 2">
            <a:extLst>
              <a:ext uri="{FF2B5EF4-FFF2-40B4-BE49-F238E27FC236}">
                <a16:creationId xmlns:a16="http://schemas.microsoft.com/office/drawing/2014/main" id="{59748B2D-BB1C-8085-B717-CE69ADE160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01805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en-US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en-US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927C191B-A08F-85D5-D2F2-99828DB99C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62898" y="2412000"/>
            <a:ext cx="396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lIns="180000" tIns="1044000" rIns="108000"/>
          <a:lstStyle>
            <a:lvl1pPr>
              <a:defRPr sz="1000">
                <a:latin typeface="+mn-lt"/>
              </a:defRPr>
            </a:lvl1pPr>
            <a:lvl2pPr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solidFill>
                  <a:schemeClr val="tx2"/>
                </a:solidFill>
                <a:latin typeface="+mn-lt"/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marL="0" lvl="4" indent="0" algn="l" defTabSz="914400" rtl="0"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tabLst>
                <a:tab pos="182563" algn="l"/>
              </a:tabLst>
            </a:pPr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0"/>
            <a:endParaRPr lang="en-US" dirty="0"/>
          </a:p>
        </p:txBody>
      </p:sp>
      <p:sp>
        <p:nvSpPr>
          <p:cNvPr id="18" name="icon 1">
            <a:extLst>
              <a:ext uri="{FF2B5EF4-FFF2-40B4-BE49-F238E27FC236}">
                <a16:creationId xmlns:a16="http://schemas.microsoft.com/office/drawing/2014/main" id="{BF2DF158-C122-E218-BDE2-5E6595D1B8CA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962900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en-US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40CDE67-43E3-2705-8865-2677F3CF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0" name="navigation">
            <a:extLst>
              <a:ext uri="{FF2B5EF4-FFF2-40B4-BE49-F238E27FC236}">
                <a16:creationId xmlns:a16="http://schemas.microsoft.com/office/drawing/2014/main" id="{BC82E269-B945-9E98-D88A-B9E0B906BD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56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5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25 : 3 text boxes 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>
            <a:extLst>
              <a:ext uri="{FF2B5EF4-FFF2-40B4-BE49-F238E27FC236}">
                <a16:creationId xmlns:a16="http://schemas.microsoft.com/office/drawing/2014/main" id="{C9BA3CE1-F4C3-2C3D-C372-01096BC0A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9C96A835-E90E-5839-1566-B47381500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61BC8F3A-DE2E-C831-0500-7FA96995A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A1FE09D6-F50B-58D0-9D25-2A26AF104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476000"/>
            <a:ext cx="11088000" cy="1440000"/>
          </a:xfrm>
          <a:prstGeom prst="roundRect">
            <a:avLst>
              <a:gd name="adj" fmla="val 5828"/>
            </a:avLst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0" tIns="288000" rIns="0" bIns="0" rtlCol="0" anchor="t" anchorCtr="1">
            <a:noAutofit/>
          </a:bodyPr>
          <a:lstStyle>
            <a:lvl1pPr>
              <a:defRPr lang="en-US" sz="1800">
                <a:solidFill>
                  <a:schemeClr val="bg1"/>
                </a:solidFill>
              </a:defRPr>
            </a:lvl1pPr>
          </a:lstStyle>
          <a:p>
            <a:pPr lvl="0" algn="ctr"/>
            <a:endParaRPr lang="en-US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4C7A74BA-677D-44AF-0C2A-FDAE4A7E81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113138" y="2412000"/>
            <a:ext cx="324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4" name="Icon 3">
            <a:extLst>
              <a:ext uri="{FF2B5EF4-FFF2-40B4-BE49-F238E27FC236}">
                <a16:creationId xmlns:a16="http://schemas.microsoft.com/office/drawing/2014/main" id="{59748B2D-BB1C-8085-B717-CE69ADE160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8309643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en-US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en-US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D45F2037-8D7A-7190-BD39-9CDAA247112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469558" y="2412000"/>
            <a:ext cx="324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9" name="Icon 2">
            <a:extLst>
              <a:ext uri="{FF2B5EF4-FFF2-40B4-BE49-F238E27FC236}">
                <a16:creationId xmlns:a16="http://schemas.microsoft.com/office/drawing/2014/main" id="{EAC3B973-5857-335C-D82C-09706AD0D92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4667028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en-US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en-US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927C191B-A08F-85D5-D2F2-99828DB99C6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25978" y="2412000"/>
            <a:ext cx="324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lIns="180000" tIns="1044000" rIns="108000"/>
          <a:lstStyle>
            <a:lvl1pPr>
              <a:defRPr sz="1000">
                <a:latin typeface="+mn-lt"/>
              </a:defRPr>
            </a:lvl1pPr>
            <a:lvl2pPr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solidFill>
                  <a:schemeClr val="tx2"/>
                </a:solidFill>
                <a:latin typeface="+mn-lt"/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8" name="Icon 1">
            <a:extLst>
              <a:ext uri="{FF2B5EF4-FFF2-40B4-BE49-F238E27FC236}">
                <a16:creationId xmlns:a16="http://schemas.microsoft.com/office/drawing/2014/main" id="{BF2DF158-C122-E218-BDE2-5E6595D1B8CA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025979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en-US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en-US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40CDE67-43E3-2705-8865-2677F3CF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0" name="navigation">
            <a:extLst>
              <a:ext uri="{FF2B5EF4-FFF2-40B4-BE49-F238E27FC236}">
                <a16:creationId xmlns:a16="http://schemas.microsoft.com/office/drawing/2014/main" id="{BC82E269-B945-9E98-D88A-B9E0B906BD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40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5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25 : 4 text boxes : Icons :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>
            <a:extLst>
              <a:ext uri="{FF2B5EF4-FFF2-40B4-BE49-F238E27FC236}">
                <a16:creationId xmlns:a16="http://schemas.microsoft.com/office/drawing/2014/main" id="{C9BA3CE1-F4C3-2C3D-C372-01096BC0A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9C96A835-E90E-5839-1566-B47381500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61BC8F3A-DE2E-C831-0500-7FA96995A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1FE09D6-F50B-58D0-9D25-2A26AF104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476000"/>
            <a:ext cx="11088000" cy="1440000"/>
          </a:xfrm>
          <a:prstGeom prst="roundRect">
            <a:avLst>
              <a:gd name="adj" fmla="val 5828"/>
            </a:avLst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0" tIns="288000" rIns="0" bIns="0" rtlCol="0" anchor="t" anchorCtr="1">
            <a:noAutofit/>
          </a:bodyPr>
          <a:lstStyle>
            <a:lvl1pPr>
              <a:defRPr lang="de-DE" sz="1800">
                <a:solidFill>
                  <a:schemeClr val="bg1"/>
                </a:solidFill>
              </a:defRPr>
            </a:lvl1pPr>
          </a:lstStyle>
          <a:p>
            <a:pPr lvl="0" algn="ctr"/>
            <a:endParaRPr lang="de-DE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766A6541-969C-FB7D-0491-0D3E07636CF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29180" y="2412000"/>
            <a:ext cx="234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5" name="Icon 4">
            <a:extLst>
              <a:ext uri="{FF2B5EF4-FFF2-40B4-BE49-F238E27FC236}">
                <a16:creationId xmlns:a16="http://schemas.microsoft.com/office/drawing/2014/main" id="{A69C5009-BBB2-3F4E-2F00-D126B2AA567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8928610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4C7A74BA-677D-44AF-0C2A-FDAE4A7E81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03454" y="2412000"/>
            <a:ext cx="234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4" name="Icon 3">
            <a:extLst>
              <a:ext uri="{FF2B5EF4-FFF2-40B4-BE49-F238E27FC236}">
                <a16:creationId xmlns:a16="http://schemas.microsoft.com/office/drawing/2014/main" id="{59748B2D-BB1C-8085-B717-CE69ADE160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407294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D45F2037-8D7A-7190-BD39-9CDAA247112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677727" y="2412000"/>
            <a:ext cx="234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9" name="Icon 2">
            <a:extLst>
              <a:ext uri="{FF2B5EF4-FFF2-40B4-BE49-F238E27FC236}">
                <a16:creationId xmlns:a16="http://schemas.microsoft.com/office/drawing/2014/main" id="{EAC3B973-5857-335C-D82C-09706AD0D92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885978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927C191B-A08F-85D5-D2F2-99828DB99C6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52000" y="2412000"/>
            <a:ext cx="234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lIns="180000" tIns="1044000" rIns="108000"/>
          <a:lstStyle>
            <a:lvl1pPr>
              <a:defRPr sz="1000">
                <a:latin typeface="+mn-lt"/>
              </a:defRPr>
            </a:lvl1pPr>
            <a:lvl2pPr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solidFill>
                  <a:schemeClr val="tx2"/>
                </a:solidFill>
                <a:latin typeface="+mn-lt"/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8" name="Icon 1">
            <a:extLst>
              <a:ext uri="{FF2B5EF4-FFF2-40B4-BE49-F238E27FC236}">
                <a16:creationId xmlns:a16="http://schemas.microsoft.com/office/drawing/2014/main" id="{BF2DF158-C122-E218-BDE2-5E6595D1B8CA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364662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40CDE67-43E3-2705-8865-2677F3CF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0" name="navigation">
            <a:extLst>
              <a:ext uri="{FF2B5EF4-FFF2-40B4-BE49-F238E27FC236}">
                <a16:creationId xmlns:a16="http://schemas.microsoft.com/office/drawing/2014/main" id="{BC82E269-B945-9E98-D88A-B9E0B906BD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040196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25 : 5 text boxes 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>
            <a:extLst>
              <a:ext uri="{FF2B5EF4-FFF2-40B4-BE49-F238E27FC236}">
                <a16:creationId xmlns:a16="http://schemas.microsoft.com/office/drawing/2014/main" id="{C9BA3CE1-F4C3-2C3D-C372-01096BC0A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9C96A835-E90E-5839-1566-B47381500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61BC8F3A-DE2E-C831-0500-7FA96995A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A1FE09D6-F50B-58D0-9D25-2A26AF104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476000"/>
            <a:ext cx="11088000" cy="1440000"/>
          </a:xfrm>
          <a:prstGeom prst="roundRect">
            <a:avLst>
              <a:gd name="adj" fmla="val 5828"/>
            </a:avLst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0" tIns="288000" rIns="0" bIns="0" rtlCol="0" anchor="t" anchorCtr="1">
            <a:noAutofit/>
          </a:bodyPr>
          <a:lstStyle>
            <a:lvl1pPr>
              <a:defRPr lang="de-DE" sz="1800">
                <a:solidFill>
                  <a:schemeClr val="bg1"/>
                </a:solidFill>
              </a:defRPr>
            </a:lvl1pPr>
          </a:lstStyle>
          <a:p>
            <a:pPr lvl="0" algn="ctr"/>
            <a:endParaRPr lang="de-DE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9728757F-0C7B-0318-7F5E-D0DC8E1253B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432000" y="2412000"/>
            <a:ext cx="198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3" name="Icon 5">
            <a:extLst>
              <a:ext uri="{FF2B5EF4-FFF2-40B4-BE49-F238E27FC236}">
                <a16:creationId xmlns:a16="http://schemas.microsoft.com/office/drawing/2014/main" id="{D6B1A58F-285B-F5A0-916D-E40954CC277F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9623572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766A6541-969C-FB7D-0491-0D3E07636CF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270966" y="2412000"/>
            <a:ext cx="198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5" name="Icon 4">
            <a:extLst>
              <a:ext uri="{FF2B5EF4-FFF2-40B4-BE49-F238E27FC236}">
                <a16:creationId xmlns:a16="http://schemas.microsoft.com/office/drawing/2014/main" id="{A69C5009-BBB2-3F4E-2F00-D126B2AA567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467809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4C7A74BA-677D-44AF-0C2A-FDAE4A7E81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109930" y="2412000"/>
            <a:ext cx="198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4" name="Icon 3">
            <a:extLst>
              <a:ext uri="{FF2B5EF4-FFF2-40B4-BE49-F238E27FC236}">
                <a16:creationId xmlns:a16="http://schemas.microsoft.com/office/drawing/2014/main" id="{59748B2D-BB1C-8085-B717-CE69ADE160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312046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D45F2037-8D7A-7190-BD39-9CDAA247112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948894" y="2412000"/>
            <a:ext cx="198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9" name="Icon 2">
            <a:extLst>
              <a:ext uri="{FF2B5EF4-FFF2-40B4-BE49-F238E27FC236}">
                <a16:creationId xmlns:a16="http://schemas.microsoft.com/office/drawing/2014/main" id="{EAC3B973-5857-335C-D82C-09706AD0D92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3156283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927C191B-A08F-85D5-D2F2-99828DB99C6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87858" y="2412000"/>
            <a:ext cx="198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lIns="180000" tIns="1044000" rIns="108000"/>
          <a:lstStyle>
            <a:lvl1pPr>
              <a:defRPr sz="1000">
                <a:latin typeface="+mn-lt"/>
              </a:defRPr>
            </a:lvl1pPr>
            <a:lvl2pPr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solidFill>
                  <a:schemeClr val="tx2"/>
                </a:solidFill>
                <a:latin typeface="+mn-lt"/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8" name="Icon 1">
            <a:extLst>
              <a:ext uri="{FF2B5EF4-FFF2-40B4-BE49-F238E27FC236}">
                <a16:creationId xmlns:a16="http://schemas.microsoft.com/office/drawing/2014/main" id="{BF2DF158-C122-E218-BDE2-5E6595D1B8CA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000520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40CDE67-43E3-2705-8865-2677F3CF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0" name="navigation">
            <a:extLst>
              <a:ext uri="{FF2B5EF4-FFF2-40B4-BE49-F238E27FC236}">
                <a16:creationId xmlns:a16="http://schemas.microsoft.com/office/drawing/2014/main" id="{BC82E269-B945-9E98-D88A-B9E0B906BD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60064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25 : 6 text boxes 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>
            <a:extLst>
              <a:ext uri="{FF2B5EF4-FFF2-40B4-BE49-F238E27FC236}">
                <a16:creationId xmlns:a16="http://schemas.microsoft.com/office/drawing/2014/main" id="{C9BA3CE1-F4C3-2C3D-C372-01096BC0A0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9C96A835-E90E-5839-1566-B473815009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61BC8F3A-DE2E-C831-0500-7FA96995AB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A1FE09D6-F50B-58D0-9D25-2A26AF104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476000"/>
            <a:ext cx="11088000" cy="1440000"/>
          </a:xfrm>
          <a:prstGeom prst="roundRect">
            <a:avLst>
              <a:gd name="adj" fmla="val 5828"/>
            </a:avLst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0" tIns="288000" rIns="0" bIns="0" rtlCol="0" anchor="t" anchorCtr="1">
            <a:noAutofit/>
          </a:bodyPr>
          <a:lstStyle>
            <a:lvl1pPr>
              <a:defRPr lang="de-DE" sz="1800">
                <a:solidFill>
                  <a:schemeClr val="bg1"/>
                </a:solidFill>
              </a:defRPr>
            </a:lvl1pPr>
          </a:lstStyle>
          <a:p>
            <a:pPr lvl="0" algn="ctr"/>
            <a:endParaRPr lang="de-DE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F1E1416F-35EF-1826-F874-B0AEF635D1AD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791479" y="2412000"/>
            <a:ext cx="162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6" name="Icon 6">
            <a:extLst>
              <a:ext uri="{FF2B5EF4-FFF2-40B4-BE49-F238E27FC236}">
                <a16:creationId xmlns:a16="http://schemas.microsoft.com/office/drawing/2014/main" id="{80B4EE96-7060-AB47-910C-6382FDF2697F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9983051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9728757F-0C7B-0318-7F5E-D0DC8E1253B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990754" y="2412000"/>
            <a:ext cx="162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3" name="Icon 5">
            <a:extLst>
              <a:ext uri="{FF2B5EF4-FFF2-40B4-BE49-F238E27FC236}">
                <a16:creationId xmlns:a16="http://schemas.microsoft.com/office/drawing/2014/main" id="{D6B1A58F-285B-F5A0-916D-E40954CC277F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8186544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766A6541-969C-FB7D-0491-0D3E07636CF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90030" y="2412000"/>
            <a:ext cx="162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5" name="Icon 4">
            <a:extLst>
              <a:ext uri="{FF2B5EF4-FFF2-40B4-BE49-F238E27FC236}">
                <a16:creationId xmlns:a16="http://schemas.microsoft.com/office/drawing/2014/main" id="{A69C5009-BBB2-3F4E-2F00-D126B2AA567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390038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4C7A74BA-677D-44AF-0C2A-FDAE4A7E81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389306" y="2412000"/>
            <a:ext cx="162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24" name="Icon 3">
            <a:extLst>
              <a:ext uri="{FF2B5EF4-FFF2-40B4-BE49-F238E27FC236}">
                <a16:creationId xmlns:a16="http://schemas.microsoft.com/office/drawing/2014/main" id="{59748B2D-BB1C-8085-B717-CE69ADE160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593532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D45F2037-8D7A-7190-BD39-9CDAA247112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88582" y="2412000"/>
            <a:ext cx="162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180000" tIns="1044000" rIns="108000" bIns="0" rtlCol="0">
            <a:noAutofit/>
          </a:bodyPr>
          <a:lstStyle>
            <a:lvl1pPr>
              <a:defRPr lang="en-US" sz="1000" dirty="0" smtClean="0"/>
            </a:lvl1pPr>
            <a:lvl2pPr>
              <a:defRPr lang="en-US" sz="1000" dirty="0" smtClean="0"/>
            </a:lvl2pPr>
            <a:lvl3pPr>
              <a:defRPr lang="en-US" sz="1000" dirty="0" smtClean="0"/>
            </a:lvl3pPr>
            <a:lvl4pPr>
              <a:defRPr lang="en-US" sz="1000" dirty="0" smtClean="0">
                <a:solidFill>
                  <a:schemeClr val="tx2"/>
                </a:solidFill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dirty="0" smtClean="0">
                <a:solidFill>
                  <a:schemeClr val="tx2"/>
                </a:solidFill>
                <a:ea typeface="+mn-ea"/>
                <a:cs typeface="+mn-cs"/>
              </a:defRPr>
            </a:lvl6pPr>
            <a:lvl7pPr>
              <a:defRPr lang="en-US" sz="1000" b="0" baseline="0" dirty="0" smtClean="0"/>
            </a:lvl7pPr>
            <a:lvl8pPr>
              <a:defRPr lang="en-US" sz="1000" b="0" baseline="0" dirty="0" smtClean="0"/>
            </a:lvl8pPr>
            <a:lvl9pPr>
              <a:defRPr lang="en-US" sz="1000" b="0" dirty="0" smtClean="0">
                <a:latin typeface="+mn-lt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9" name="Icon 2">
            <a:extLst>
              <a:ext uri="{FF2B5EF4-FFF2-40B4-BE49-F238E27FC236}">
                <a16:creationId xmlns:a16="http://schemas.microsoft.com/office/drawing/2014/main" id="{EAC3B973-5857-335C-D82C-09706AD0D92F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797026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927C191B-A08F-85D5-D2F2-99828DB99C6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87858" y="2412000"/>
            <a:ext cx="1620000" cy="360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ln w="6350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lIns="180000" tIns="1044000" rIns="108000"/>
          <a:lstStyle>
            <a:lvl1pPr>
              <a:defRPr sz="1000">
                <a:latin typeface="+mn-lt"/>
              </a:defRPr>
            </a:lvl1pPr>
            <a:lvl2pPr>
              <a:defRPr sz="1000">
                <a:latin typeface="+mn-lt"/>
              </a:defRPr>
            </a:lvl2pPr>
            <a:lvl3pPr>
              <a:defRPr sz="1000">
                <a:latin typeface="+mn-lt"/>
              </a:defRPr>
            </a:lvl3pPr>
            <a:lvl4pPr>
              <a:defRPr sz="1000">
                <a:solidFill>
                  <a:schemeClr val="tx2"/>
                </a:solidFill>
                <a:latin typeface="+mn-lt"/>
              </a:defRPr>
            </a:lvl4pPr>
            <a:lvl5pPr>
              <a:defRPr lang="en-US" sz="1400" b="0" kern="1200" spc="40" baseline="0" noProof="0" smtClean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>
              <a:defRPr lang="en-US" sz="1000" b="0" kern="1200" baseline="0" noProof="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8" name="Icon 1">
            <a:extLst>
              <a:ext uri="{FF2B5EF4-FFF2-40B4-BE49-F238E27FC236}">
                <a16:creationId xmlns:a16="http://schemas.microsoft.com/office/drawing/2014/main" id="{BF2DF158-C122-E218-BDE2-5E6595D1B8CA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000520" y="2628000"/>
            <a:ext cx="540000" cy="540000"/>
          </a:xfrm>
          <a:noFill/>
          <a:ln>
            <a:noFill/>
          </a:ln>
        </p:spPr>
        <p:txBody>
          <a:bodyPr vert="horz" lIns="0" tIns="0" rIns="0" bIns="0" rtlCol="0">
            <a:noAutofit/>
          </a:bodyPr>
          <a:lstStyle>
            <a:lvl1pPr>
              <a:defRPr lang="de-DE" sz="1000">
                <a:ln>
                  <a:noFill/>
                </a:ln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>
              <a:lnSpc>
                <a:spcPts val="1400"/>
              </a:lnSpc>
            </a:pPr>
            <a:endParaRPr lang="de-DE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40CDE67-43E3-2705-8865-2677F3CF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0" name="navigation">
            <a:extLst>
              <a:ext uri="{FF2B5EF4-FFF2-40B4-BE49-F238E27FC236}">
                <a16:creationId xmlns:a16="http://schemas.microsoft.com/office/drawing/2014/main" id="{BC82E269-B945-9E98-D88A-B9E0B906BD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314210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26 : 4 text boxes : stripes 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B9492336-CEEE-F1F6-EB67-C0FD8117F7E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D7B5DC5B-6873-43DB-ADC7-B15ACCE0DFDB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2853ECF7-9BA7-47FD-D388-0D604768BFA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r"/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E4F504A5-C2FF-F075-304E-8F3F4F67FDD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April 26, 2024</a:t>
            </a:r>
            <a:endParaRPr lang="de-DE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766A6541-969C-FB7D-0491-0D3E07636CF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72200" y="4093350"/>
            <a:ext cx="5184000" cy="198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720000" rIns="28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b="0" kern="1200" spc="40" baseline="0" noProof="0" dirty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4" name="Icon 4">
            <a:extLst>
              <a:ext uri="{FF2B5EF4-FFF2-40B4-BE49-F238E27FC236}">
                <a16:creationId xmlns:a16="http://schemas.microsoft.com/office/drawing/2014/main" id="{A9B14E53-0A29-DC6D-5E5B-C26B98579E86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6480000" y="4212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8" name="stripe 4">
            <a:extLst>
              <a:ext uri="{FF2B5EF4-FFF2-40B4-BE49-F238E27FC236}">
                <a16:creationId xmlns:a16="http://schemas.microsoft.com/office/drawing/2014/main" id="{7CC9292E-D1C0-7FB2-ADBC-0F439AF18BB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rot="16200000">
            <a:off x="5220000" y="5028696"/>
            <a:ext cx="1980000" cy="108000"/>
          </a:xfrm>
          <a:prstGeom prst="round2SameRect">
            <a:avLst>
              <a:gd name="adj1" fmla="val 35379"/>
              <a:gd name="adj2" fmla="val 0"/>
            </a:avLst>
          </a:prstGeom>
          <a:solidFill>
            <a:schemeClr val="accent4"/>
          </a:soli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US" dirty="0"/>
              <a:t> </a:t>
            </a:r>
            <a:endParaRPr lang="en-DE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D45F2037-8D7A-7190-BD39-9CDAA247112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2200" y="4093350"/>
            <a:ext cx="5184000" cy="198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720000" rIns="28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b="0" kern="1200" spc="40" baseline="0" noProof="0" dirty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2" name="Icon 3">
            <a:extLst>
              <a:ext uri="{FF2B5EF4-FFF2-40B4-BE49-F238E27FC236}">
                <a16:creationId xmlns:a16="http://schemas.microsoft.com/office/drawing/2014/main" id="{49A6B266-7DA1-A0D2-8985-DEA29D0B305D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1076900" y="4212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10" name="stripe 3">
            <a:extLst>
              <a:ext uri="{FF2B5EF4-FFF2-40B4-BE49-F238E27FC236}">
                <a16:creationId xmlns:a16="http://schemas.microsoft.com/office/drawing/2014/main" id="{0352636D-11BE-E07A-85A4-C8B6208288F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 rot="16200000">
            <a:off x="-161110" y="5028696"/>
            <a:ext cx="1980000" cy="108000"/>
          </a:xfrm>
          <a:prstGeom prst="round2SameRect">
            <a:avLst>
              <a:gd name="adj1" fmla="val 35379"/>
              <a:gd name="adj2" fmla="val 0"/>
            </a:avLst>
          </a:prstGeom>
          <a:solidFill>
            <a:schemeClr val="accent4"/>
          </a:soli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US" dirty="0"/>
              <a:t> </a:t>
            </a:r>
            <a:endParaRPr lang="en-DE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4C7A74BA-677D-44AF-0C2A-FDAE4A7E81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172200" y="1933350"/>
            <a:ext cx="5184000" cy="198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720000" rIns="28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b="0" kern="1200" spc="40" baseline="0" noProof="0" dirty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3" name="Icon 2">
            <a:extLst>
              <a:ext uri="{FF2B5EF4-FFF2-40B4-BE49-F238E27FC236}">
                <a16:creationId xmlns:a16="http://schemas.microsoft.com/office/drawing/2014/main" id="{17A2DFA9-CAF3-9122-B3B4-2A81162C706D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6480000" y="2052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11" name="stripe 2">
            <a:extLst>
              <a:ext uri="{FF2B5EF4-FFF2-40B4-BE49-F238E27FC236}">
                <a16:creationId xmlns:a16="http://schemas.microsoft.com/office/drawing/2014/main" id="{3AED919A-A460-1FBE-CC32-C1BA8F224FD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 rot="16200000">
            <a:off x="5220000" y="2862666"/>
            <a:ext cx="1980000" cy="108000"/>
          </a:xfrm>
          <a:prstGeom prst="round2SameRect">
            <a:avLst>
              <a:gd name="adj1" fmla="val 35379"/>
              <a:gd name="adj2" fmla="val 0"/>
            </a:avLst>
          </a:prstGeom>
          <a:solidFill>
            <a:schemeClr val="accent4"/>
          </a:solidFill>
        </p:spPr>
        <p:txBody>
          <a:bodyPr vert="horz" lIns="0" tIns="0" rIns="0" bIns="0" rtlCol="0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en-US" dirty="0"/>
              <a:t> </a:t>
            </a:r>
            <a:endParaRPr lang="en-DE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927C191B-A08F-85D5-D2F2-99828DB99C6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72200" y="1933350"/>
            <a:ext cx="5184000" cy="1980000"/>
          </a:xfrm>
          <a:prstGeom prst="roundRect">
            <a:avLst>
              <a:gd name="adj" fmla="val 2115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720000" rIns="28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b="0" kern="1200" spc="40" baseline="0" noProof="0" dirty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8" name="Icon 1">
            <a:extLst>
              <a:ext uri="{FF2B5EF4-FFF2-40B4-BE49-F238E27FC236}">
                <a16:creationId xmlns:a16="http://schemas.microsoft.com/office/drawing/2014/main" id="{BF2DF158-C122-E218-BDE2-5E6595D1B8CA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1080000" y="2052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12" name="stripe 1">
            <a:extLst>
              <a:ext uri="{FF2B5EF4-FFF2-40B4-BE49-F238E27FC236}">
                <a16:creationId xmlns:a16="http://schemas.microsoft.com/office/drawing/2014/main" id="{63A8CB15-E7DE-9A80-F79D-1CA66C1AFA7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rot="16200000">
            <a:off x="-161110" y="2862665"/>
            <a:ext cx="1980000" cy="108000"/>
          </a:xfrm>
          <a:prstGeom prst="round2SameRect">
            <a:avLst>
              <a:gd name="adj1" fmla="val 35379"/>
              <a:gd name="adj2" fmla="val 0"/>
            </a:avLst>
          </a:prstGeom>
          <a:solidFill>
            <a:schemeClr val="accent4"/>
          </a:solidFill>
        </p:spPr>
        <p:txBody>
          <a:bodyPr/>
          <a:lstStyle/>
          <a:p>
            <a:pPr lvl="0"/>
            <a:r>
              <a:rPr lang="en-US" dirty="0"/>
              <a:t> </a:t>
            </a:r>
            <a:endParaRPr lang="en-DE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40CDE67-43E3-2705-8865-2677F3CF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7" name="navigation">
            <a:extLst>
              <a:ext uri="{FF2B5EF4-FFF2-40B4-BE49-F238E27FC236}">
                <a16:creationId xmlns:a16="http://schemas.microsoft.com/office/drawing/2014/main" id="{27B7097F-82FC-0128-1177-513F0F1B2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41259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83">
          <p15:clr>
            <a:srgbClr val="FBAE40"/>
          </p15:clr>
        </p15:guide>
        <p15:guide id="2" orient="horz" pos="1207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26a : 5 contents : 1 centered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7587F319-9817-5E8C-3267-E8B5F5655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F5CDEDD9-5767-BF78-73FE-C497E4578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184078D7-3AA4-7E7A-E9A2-747978251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0" name="circle middle">
            <a:extLst>
              <a:ext uri="{FF2B5EF4-FFF2-40B4-BE49-F238E27FC236}">
                <a16:creationId xmlns:a16="http://schemas.microsoft.com/office/drawing/2014/main" id="{C55C91DE-FADF-8FDE-29DF-E013C062B8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734000" y="2480663"/>
            <a:ext cx="2700000" cy="270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6" name="content 4">
            <a:extLst>
              <a:ext uri="{FF2B5EF4-FFF2-40B4-BE49-F238E27FC236}">
                <a16:creationId xmlns:a16="http://schemas.microsoft.com/office/drawing/2014/main" id="{B5886103-0D8E-5D01-3B87-1FDDA2E05BE4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308000" y="4007558"/>
            <a:ext cx="4320000" cy="2160000"/>
          </a:xfrm>
          <a:prstGeom prst="rect">
            <a:avLst/>
          </a:prstGeom>
          <a:noFill/>
        </p:spPr>
        <p:txBody>
          <a:bodyPr vert="horz" lIns="180000" tIns="0" rIns="0" bIns="0" rtlCol="0">
            <a:noAutofit/>
          </a:bodyPr>
          <a:lstStyle>
            <a:lvl1pPr>
              <a:defRPr lang="en-US" sz="1200" smtClean="0"/>
            </a:lvl1pPr>
            <a:lvl2pPr>
              <a:defRPr lang="en-US" sz="1200" smtClean="0"/>
            </a:lvl2pPr>
            <a:lvl3pPr>
              <a:defRPr lang="en-US" sz="1200" smtClean="0"/>
            </a:lvl3pPr>
            <a:lvl4pPr>
              <a:defRPr lang="en-US" sz="1200" smtClean="0"/>
            </a:lvl4pPr>
            <a:lvl5pPr>
              <a:defRPr lang="en-US" smtClean="0"/>
            </a:lvl5pPr>
            <a:lvl6pPr>
              <a:defRPr lang="en-US" sz="1200" smtClean="0"/>
            </a:lvl6pPr>
            <a:lvl7pPr>
              <a:defRPr lang="en-US" sz="1200" smtClean="0"/>
            </a:lvl7pPr>
            <a:lvl8pPr>
              <a:defRPr lang="en-US" sz="1200" smtClean="0"/>
            </a:lvl8pPr>
            <a:lvl9pPr>
              <a:defRPr lang="en-US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content 3">
            <a:extLst>
              <a:ext uri="{FF2B5EF4-FFF2-40B4-BE49-F238E27FC236}">
                <a16:creationId xmlns:a16="http://schemas.microsoft.com/office/drawing/2014/main" id="{0F189F99-D754-4356-5E4B-0F553CC9C35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40000" y="4007558"/>
            <a:ext cx="4320000" cy="216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smtClean="0"/>
            </a:lvl1pPr>
            <a:lvl2pPr>
              <a:defRPr lang="en-US" sz="1200" smtClean="0"/>
            </a:lvl2pPr>
            <a:lvl3pPr>
              <a:defRPr lang="en-US" sz="1200" smtClean="0"/>
            </a:lvl3pPr>
            <a:lvl4pPr>
              <a:defRPr lang="en-US" sz="1200" smtClean="0"/>
            </a:lvl4pPr>
            <a:lvl5pPr>
              <a:defRPr lang="en-US" smtClean="0"/>
            </a:lvl5pPr>
            <a:lvl6pPr>
              <a:defRPr lang="en-US" sz="1200" smtClean="0"/>
            </a:lvl6pPr>
            <a:lvl7pPr>
              <a:defRPr lang="en-US" sz="1200" smtClean="0"/>
            </a:lvl7pPr>
            <a:lvl8pPr>
              <a:defRPr lang="en-US" sz="1200" smtClean="0"/>
            </a:lvl8pPr>
            <a:lvl9pPr>
              <a:defRPr lang="en-US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content 2">
            <a:extLst>
              <a:ext uri="{FF2B5EF4-FFF2-40B4-BE49-F238E27FC236}">
                <a16:creationId xmlns:a16="http://schemas.microsoft.com/office/drawing/2014/main" id="{77A29EE5-2B1C-3EC4-6F36-6ECBC9D69F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7308000" y="1484314"/>
            <a:ext cx="4320000" cy="2160000"/>
          </a:xfrm>
          <a:prstGeom prst="rect">
            <a:avLst/>
          </a:prstGeom>
          <a:noFill/>
        </p:spPr>
        <p:txBody>
          <a:bodyPr vert="horz" lIns="180000" tIns="0" rIns="0" bIns="0" rtlCol="0">
            <a:noAutofit/>
          </a:bodyPr>
          <a:lstStyle>
            <a:lvl1pPr>
              <a:defRPr lang="en-US" sz="1200" smtClean="0"/>
            </a:lvl1pPr>
            <a:lvl2pPr>
              <a:defRPr lang="en-US" sz="1200" smtClean="0"/>
            </a:lvl2pPr>
            <a:lvl3pPr>
              <a:defRPr lang="en-US" sz="1200" smtClean="0"/>
            </a:lvl3pPr>
            <a:lvl4pPr>
              <a:defRPr lang="en-US" sz="1200" smtClean="0"/>
            </a:lvl4pPr>
            <a:lvl5pPr>
              <a:defRPr lang="en-US" smtClean="0"/>
            </a:lvl5pPr>
            <a:lvl6pPr>
              <a:defRPr lang="en-US" sz="1200" smtClean="0"/>
            </a:lvl6pPr>
            <a:lvl7pPr>
              <a:defRPr lang="en-US" sz="1200" smtClean="0"/>
            </a:lvl7pPr>
            <a:lvl8pPr>
              <a:defRPr lang="en-US" sz="1200" smtClean="0"/>
            </a:lvl8pPr>
            <a:lvl9pPr>
              <a:defRPr lang="en-US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84805"/>
            <a:ext cx="4320000" cy="216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dirty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9" name="main in the miiddle">
            <a:extLst>
              <a:ext uri="{FF2B5EF4-FFF2-40B4-BE49-F238E27FC236}">
                <a16:creationId xmlns:a16="http://schemas.microsoft.com/office/drawing/2014/main" id="{AA3ACE44-5641-3F61-A3CF-F1F630AC864C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968000" y="2714663"/>
            <a:ext cx="2232000" cy="2232000"/>
          </a:xfrm>
          <a:noFill/>
        </p:spPr>
        <p:txBody>
          <a:bodyPr vert="horz" lIns="0" tIns="0" rIns="0" bIns="0" rtlCol="0" anchor="ctr">
            <a:noAutofit/>
          </a:bodyPr>
          <a:lstStyle>
            <a:lvl1pPr algn="ctr">
              <a:defRPr lang="en-US" sz="1200" smtClean="0"/>
            </a:lvl1pPr>
            <a:lvl2pPr algn="ctr">
              <a:defRPr lang="en-US" sz="1200" smtClean="0"/>
            </a:lvl2pPr>
            <a:lvl3pPr algn="ctr">
              <a:defRPr lang="en-US" sz="1200" smtClean="0"/>
            </a:lvl3pPr>
            <a:lvl4pPr algn="ctr">
              <a:defRPr lang="en-US" sz="1200" smtClean="0"/>
            </a:lvl4pPr>
            <a:lvl5pPr algn="ctr">
              <a:defRPr lang="en-US" smtClean="0"/>
            </a:lvl5pPr>
            <a:lvl6pPr algn="ctr">
              <a:defRPr lang="en-US" sz="1200" smtClean="0"/>
            </a:lvl6pPr>
            <a:lvl7pPr algn="ctr">
              <a:defRPr lang="en-US" sz="1200" smtClean="0"/>
            </a:lvl7pPr>
            <a:lvl8pPr algn="ctr">
              <a:defRPr lang="en-US" sz="1200" smtClean="0"/>
            </a:lvl8pPr>
            <a:lvl9pPr algn="ctr">
              <a:defRPr lang="en-US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navigation">
            <a:extLst>
              <a:ext uri="{FF2B5EF4-FFF2-40B4-BE49-F238E27FC236}">
                <a16:creationId xmlns:a16="http://schemas.microsoft.com/office/drawing/2014/main" id="{E2DB2781-02B7-8F48-880C-0864DAF6A9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180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27 : 5 content-circles : 5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CF0F75B6-3EDE-F843-4662-8A1F50C18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847B67F7-92A3-77BE-E39C-D6653DB0D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8A607CBA-1A2F-48DC-062D-E74D1128C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5" name="content 5">
            <a:extLst>
              <a:ext uri="{FF2B5EF4-FFF2-40B4-BE49-F238E27FC236}">
                <a16:creationId xmlns:a16="http://schemas.microsoft.com/office/drawing/2014/main" id="{2A0D5407-F643-F9E8-6739-DC94AEDEB3C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9658863" y="3429000"/>
            <a:ext cx="2160000" cy="2736500"/>
          </a:xfrm>
          <a:prstGeom prst="rect">
            <a:avLst/>
          </a:prstGeom>
          <a:noFill/>
        </p:spPr>
        <p:txBody>
          <a:bodyPr vert="horz" lIns="0" tIns="0" rIns="360000" bIns="0" rtlCol="0" anchor="t" anchorCtr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nl-NL" sz="1400" noProof="0" dirty="0"/>
            </a:lvl5pPr>
            <a:lvl6pPr>
              <a:defRPr lang="nl-NL" sz="1400" noProof="0" dirty="0"/>
            </a:lvl6pPr>
            <a:lvl7pPr>
              <a:defRPr lang="nl-NL" sz="1400" noProof="0" dirty="0"/>
            </a:lvl7pPr>
            <a:lvl8pPr>
              <a:defRPr lang="nl-NL" sz="1400" noProof="0" dirty="0"/>
            </a:lvl8pPr>
            <a:lvl9pPr>
              <a:defRPr lang="nl-NL" sz="1400" noProof="0" dirty="0"/>
            </a:lvl9pPr>
          </a:lstStyle>
          <a:p>
            <a:pPr lvl="0"/>
            <a:endParaRPr lang="en-US" dirty="0"/>
          </a:p>
        </p:txBody>
      </p:sp>
      <p:sp>
        <p:nvSpPr>
          <p:cNvPr id="40" name="circle 5">
            <a:extLst>
              <a:ext uri="{FF2B5EF4-FFF2-40B4-BE49-F238E27FC236}">
                <a16:creationId xmlns:a16="http://schemas.microsoft.com/office/drawing/2014/main" id="{9B320BE7-2C37-0A5C-A03A-78FDCDE8E160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9605567" y="1719500"/>
            <a:ext cx="1260000" cy="1260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3" name="Icon 5">
            <a:extLst>
              <a:ext uri="{FF2B5EF4-FFF2-40B4-BE49-F238E27FC236}">
                <a16:creationId xmlns:a16="http://schemas.microsoft.com/office/drawing/2014/main" id="{B808016F-4B16-4650-0C2E-264DB5011B3F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9965568" y="20795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6" name="content 4">
            <a:extLst>
              <a:ext uri="{FF2B5EF4-FFF2-40B4-BE49-F238E27FC236}">
                <a16:creationId xmlns:a16="http://schemas.microsoft.com/office/drawing/2014/main" id="{B5886103-0D8E-5D01-3B87-1FDDA2E05BE4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379148" y="3429000"/>
            <a:ext cx="2160000" cy="2736500"/>
          </a:xfrm>
          <a:prstGeom prst="rect">
            <a:avLst/>
          </a:prstGeom>
          <a:noFill/>
        </p:spPr>
        <p:txBody>
          <a:bodyPr vert="horz" lIns="0" tIns="0" rIns="360000" bIns="0" rtlCol="0" anchor="t" anchorCtr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nl-NL" sz="1400" noProof="0" dirty="0"/>
            </a:lvl5pPr>
            <a:lvl6pPr>
              <a:defRPr lang="nl-NL" sz="1400" noProof="0" dirty="0"/>
            </a:lvl6pPr>
            <a:lvl7pPr>
              <a:defRPr lang="nl-NL" sz="1400" noProof="0" dirty="0"/>
            </a:lvl7pPr>
            <a:lvl8pPr>
              <a:defRPr lang="nl-NL" sz="1400" noProof="0" dirty="0"/>
            </a:lvl8pPr>
            <a:lvl9pPr>
              <a:defRPr lang="nl-NL" sz="1400" noProof="0" dirty="0"/>
            </a:lvl9pPr>
          </a:lstStyle>
          <a:p>
            <a:pPr lvl="0"/>
            <a:endParaRPr lang="en-US" dirty="0"/>
          </a:p>
        </p:txBody>
      </p:sp>
      <p:sp>
        <p:nvSpPr>
          <p:cNvPr id="39" name="circle 4">
            <a:extLst>
              <a:ext uri="{FF2B5EF4-FFF2-40B4-BE49-F238E27FC236}">
                <a16:creationId xmlns:a16="http://schemas.microsoft.com/office/drawing/2014/main" id="{B384D12F-6EC3-A163-D4A1-06E336F9D48C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7337453" y="1719500"/>
            <a:ext cx="1260000" cy="1260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1" name="Icon 4">
            <a:extLst>
              <a:ext uri="{FF2B5EF4-FFF2-40B4-BE49-F238E27FC236}">
                <a16:creationId xmlns:a16="http://schemas.microsoft.com/office/drawing/2014/main" id="{785B09EF-B8C5-9434-9255-D57FC85E64E4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7697453" y="20795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4" name="content 3">
            <a:extLst>
              <a:ext uri="{FF2B5EF4-FFF2-40B4-BE49-F238E27FC236}">
                <a16:creationId xmlns:a16="http://schemas.microsoft.com/office/drawing/2014/main" id="{0F189F99-D754-4356-5E4B-0F553CC9C35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099432" y="3429000"/>
            <a:ext cx="2160000" cy="2736500"/>
          </a:xfrm>
          <a:prstGeom prst="rect">
            <a:avLst/>
          </a:prstGeom>
          <a:noFill/>
        </p:spPr>
        <p:txBody>
          <a:bodyPr vert="horz" lIns="0" tIns="0" rIns="360000" bIns="0" rtlCol="0" anchor="t" anchorCtr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nl-NL" sz="1400" noProof="0" dirty="0"/>
            </a:lvl5pPr>
            <a:lvl6pPr>
              <a:defRPr lang="nl-NL" sz="1400" noProof="0" dirty="0"/>
            </a:lvl6pPr>
            <a:lvl7pPr>
              <a:defRPr lang="nl-NL" sz="1400" noProof="0" dirty="0"/>
            </a:lvl7pPr>
            <a:lvl8pPr>
              <a:defRPr lang="nl-NL" sz="1400" noProof="0" dirty="0"/>
            </a:lvl8pPr>
            <a:lvl9pPr>
              <a:defRPr lang="nl-NL" sz="1400" noProof="0" dirty="0"/>
            </a:lvl9pPr>
          </a:lstStyle>
          <a:p>
            <a:pPr lvl="0"/>
            <a:endParaRPr lang="en-US" dirty="0"/>
          </a:p>
        </p:txBody>
      </p:sp>
      <p:sp>
        <p:nvSpPr>
          <p:cNvPr id="38" name="circle 3">
            <a:extLst>
              <a:ext uri="{FF2B5EF4-FFF2-40B4-BE49-F238E27FC236}">
                <a16:creationId xmlns:a16="http://schemas.microsoft.com/office/drawing/2014/main" id="{89F90057-16C4-BBA7-D79B-D697902D98B6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5069339" y="1719500"/>
            <a:ext cx="1260000" cy="1260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9" name="Icon 3">
            <a:extLst>
              <a:ext uri="{FF2B5EF4-FFF2-40B4-BE49-F238E27FC236}">
                <a16:creationId xmlns:a16="http://schemas.microsoft.com/office/drawing/2014/main" id="{FF7919E9-EC30-DE68-47FE-20E3D3DB9A12}"/>
              </a:ext>
            </a:extLst>
          </p:cNvPr>
          <p:cNvSpPr>
            <a:spLocks noGrp="1"/>
          </p:cNvSpPr>
          <p:nvPr>
            <p:ph sz="quarter" idx="36"/>
          </p:nvPr>
        </p:nvSpPr>
        <p:spPr>
          <a:xfrm>
            <a:off x="5429339" y="20795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3" name="content 2">
            <a:extLst>
              <a:ext uri="{FF2B5EF4-FFF2-40B4-BE49-F238E27FC236}">
                <a16:creationId xmlns:a16="http://schemas.microsoft.com/office/drawing/2014/main" id="{77A29EE5-2B1C-3EC4-6F36-6ECBC9D69F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819716" y="3429000"/>
            <a:ext cx="2160000" cy="2736500"/>
          </a:xfrm>
          <a:prstGeom prst="rect">
            <a:avLst/>
          </a:prstGeom>
          <a:noFill/>
        </p:spPr>
        <p:txBody>
          <a:bodyPr vert="horz" lIns="0" tIns="0" rIns="360000" bIns="0" rtlCol="0" anchor="t" anchorCtr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nl-NL" sz="1400" noProof="0" dirty="0"/>
            </a:lvl5pPr>
            <a:lvl6pPr>
              <a:defRPr lang="nl-NL" sz="1400" noProof="0" dirty="0"/>
            </a:lvl6pPr>
            <a:lvl7pPr>
              <a:defRPr lang="nl-NL" sz="1400" noProof="0" dirty="0"/>
            </a:lvl7pPr>
            <a:lvl8pPr>
              <a:defRPr lang="nl-NL" sz="1400" noProof="0" dirty="0"/>
            </a:lvl8pPr>
            <a:lvl9pPr>
              <a:defRPr lang="nl-NL" sz="1400" noProof="0" dirty="0"/>
            </a:lvl9pPr>
          </a:lstStyle>
          <a:p>
            <a:pPr lvl="0"/>
            <a:endParaRPr lang="en-US" dirty="0"/>
          </a:p>
        </p:txBody>
      </p:sp>
      <p:sp>
        <p:nvSpPr>
          <p:cNvPr id="37" name="circle 2">
            <a:extLst>
              <a:ext uri="{FF2B5EF4-FFF2-40B4-BE49-F238E27FC236}">
                <a16:creationId xmlns:a16="http://schemas.microsoft.com/office/drawing/2014/main" id="{188DCCB7-D30D-6A78-25B3-813B9C6565CD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2795041" y="1719500"/>
            <a:ext cx="1260000" cy="1260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7" name="Icon 2">
            <a:extLst>
              <a:ext uri="{FF2B5EF4-FFF2-40B4-BE49-F238E27FC236}">
                <a16:creationId xmlns:a16="http://schemas.microsoft.com/office/drawing/2014/main" id="{C9CB027B-6FB1-929F-2755-CF600835D968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3161225" y="20795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3429000"/>
            <a:ext cx="2160000" cy="2736500"/>
          </a:xfrm>
          <a:prstGeom prst="rect">
            <a:avLst/>
          </a:prstGeom>
          <a:noFill/>
        </p:spPr>
        <p:txBody>
          <a:bodyPr vert="horz" lIns="0" tIns="0" rIns="360000" bIns="0" rtlCol="0" anchor="t" anchorCtr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nl-NL" sz="1400" noProof="0" dirty="0"/>
            </a:lvl5pPr>
            <a:lvl6pPr>
              <a:defRPr lang="nl-NL" sz="1400" noProof="0" dirty="0"/>
            </a:lvl6pPr>
            <a:lvl7pPr>
              <a:defRPr lang="nl-NL" sz="1400" noProof="0" dirty="0"/>
            </a:lvl7pPr>
            <a:lvl8pPr>
              <a:defRPr lang="nl-NL" sz="1400" noProof="0" dirty="0"/>
            </a:lvl8pPr>
            <a:lvl9pPr>
              <a:defRPr lang="nl-NL" sz="1400" noProof="0" dirty="0"/>
            </a:lvl9pPr>
          </a:lstStyle>
          <a:p>
            <a:pPr lvl="0"/>
            <a:endParaRPr lang="en-US" dirty="0"/>
          </a:p>
        </p:txBody>
      </p:sp>
      <p:sp>
        <p:nvSpPr>
          <p:cNvPr id="35" name="circle 1">
            <a:extLst>
              <a:ext uri="{FF2B5EF4-FFF2-40B4-BE49-F238E27FC236}">
                <a16:creationId xmlns:a16="http://schemas.microsoft.com/office/drawing/2014/main" id="{C3CDCE4D-5523-DB5C-6233-DE77CE958ED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3688" y="1719500"/>
            <a:ext cx="1260000" cy="126000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6" name="Icon 1">
            <a:extLst>
              <a:ext uri="{FF2B5EF4-FFF2-40B4-BE49-F238E27FC236}">
                <a16:creationId xmlns:a16="http://schemas.microsoft.com/office/drawing/2014/main" id="{EA206033-AF1D-4F6B-EBBB-9E451AFAC80E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913688" y="20795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44" name="navigation">
            <a:extLst>
              <a:ext uri="{FF2B5EF4-FFF2-40B4-BE49-F238E27FC236}">
                <a16:creationId xmlns:a16="http://schemas.microsoft.com/office/drawing/2014/main" id="{027F0ADA-ECE0-BF51-E59D-D5E2DE1087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2049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28 : 5 circles : 5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CF0F75B6-3EDE-F843-4662-8A1F50C18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847B67F7-92A3-77BE-E39C-D6653DB0D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8A607CBA-1A2F-48DC-062D-E74D1128C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5" name="content 5">
            <a:extLst>
              <a:ext uri="{FF2B5EF4-FFF2-40B4-BE49-F238E27FC236}">
                <a16:creationId xmlns:a16="http://schemas.microsoft.com/office/drawing/2014/main" id="{2A0D5407-F643-F9E8-6739-DC94AEDEB3C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9464637" y="3429000"/>
            <a:ext cx="2160000" cy="2160000"/>
          </a:xfrm>
          <a:prstGeom prst="rect">
            <a:avLst/>
          </a:prstGeo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9" name="link 5">
            <a:extLst>
              <a:ext uri="{FF2B5EF4-FFF2-40B4-BE49-F238E27FC236}">
                <a16:creationId xmlns:a16="http://schemas.microsoft.com/office/drawing/2014/main" id="{58B636E4-B277-9A8D-4357-FE69B41C28B6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9464637" y="5587388"/>
            <a:ext cx="1440000" cy="36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4B4B"/>
              </a:gs>
              <a:gs pos="100000">
                <a:srgbClr val="FF744F"/>
              </a:gs>
            </a:gsLst>
            <a:lin ang="18900000" scaled="0"/>
          </a:gradFill>
        </p:spPr>
        <p:txBody>
          <a:bodyPr vert="horz" lIns="108000" tIns="0" rIns="108000" bIns="36000" rtlCol="0" anchor="ctr">
            <a:noAutofit/>
          </a:bodyPr>
          <a:lstStyle>
            <a:lvl1pPr algn="ctr">
              <a:defRPr lang="en-DE" sz="1100" cap="all" spc="4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 algn="ctr"/>
            <a:endParaRPr lang="de-DE" dirty="0"/>
          </a:p>
        </p:txBody>
      </p:sp>
      <p:sp>
        <p:nvSpPr>
          <p:cNvPr id="25" name="text circle 5">
            <a:extLst>
              <a:ext uri="{FF2B5EF4-FFF2-40B4-BE49-F238E27FC236}">
                <a16:creationId xmlns:a16="http://schemas.microsoft.com/office/drawing/2014/main" id="{E2E8AA2E-12D5-23F0-BA8A-BFC104887115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549600" y="1450612"/>
            <a:ext cx="1800000" cy="1800000"/>
          </a:xfrm>
          <a:prstGeom prst="flowChartConnector">
            <a:avLst/>
          </a:prstGeom>
          <a:solidFill>
            <a:schemeClr val="accent1">
              <a:lumMod val="75000"/>
            </a:schemeClr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wrap="square" lIns="0" tIns="0" rIns="0" bIns="0" rtlCol="0" anchor="ctr" anchorCtr="1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kumimoji="0" lang="en-US" sz="4800" u="none" strike="noStrike" cap="none" spc="0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 algn="ctr"/>
            <a:r>
              <a:rPr lang="en-US" dirty="0"/>
              <a:t>x</a:t>
            </a:r>
          </a:p>
        </p:txBody>
      </p:sp>
      <p:sp>
        <p:nvSpPr>
          <p:cNvPr id="6" name="content 4">
            <a:extLst>
              <a:ext uri="{FF2B5EF4-FFF2-40B4-BE49-F238E27FC236}">
                <a16:creationId xmlns:a16="http://schemas.microsoft.com/office/drawing/2014/main" id="{B5886103-0D8E-5D01-3B87-1FDDA2E05BE4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7241625" y="3429000"/>
            <a:ext cx="2160000" cy="2160000"/>
          </a:xfrm>
          <a:prstGeom prst="rect">
            <a:avLst/>
          </a:prstGeo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6" name="link 4">
            <a:extLst>
              <a:ext uri="{FF2B5EF4-FFF2-40B4-BE49-F238E27FC236}">
                <a16:creationId xmlns:a16="http://schemas.microsoft.com/office/drawing/2014/main" id="{BDC855DD-EA5F-6356-D604-18B600DA56E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7241625" y="5587388"/>
            <a:ext cx="1440000" cy="36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4B4B"/>
              </a:gs>
              <a:gs pos="100000">
                <a:srgbClr val="FF744F"/>
              </a:gs>
            </a:gsLst>
            <a:lin ang="18900000" scaled="0"/>
          </a:gradFill>
        </p:spPr>
        <p:txBody>
          <a:bodyPr vert="horz" lIns="108000" tIns="0" rIns="108000" bIns="36000" rtlCol="0" anchor="ctr">
            <a:noAutofit/>
          </a:bodyPr>
          <a:lstStyle>
            <a:lvl1pPr algn="ctr">
              <a:defRPr lang="en-DE" sz="1100" cap="all" spc="4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 algn="ctr"/>
            <a:endParaRPr lang="de-DE" dirty="0"/>
          </a:p>
        </p:txBody>
      </p:sp>
      <p:sp>
        <p:nvSpPr>
          <p:cNvPr id="23" name="text circle 4">
            <a:extLst>
              <a:ext uri="{FF2B5EF4-FFF2-40B4-BE49-F238E27FC236}">
                <a16:creationId xmlns:a16="http://schemas.microsoft.com/office/drawing/2014/main" id="{738E42BE-60E4-A207-F932-E4C0D977BF3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7241625" y="1704737"/>
            <a:ext cx="1260000" cy="1260000"/>
          </a:xfrm>
          <a:prstGeom prst="flowChartConnector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wrap="square" lIns="0" tIns="0" rIns="0" bIns="0" rtlCol="0" anchor="ctr" anchorCtr="1">
            <a:noAutofit/>
          </a:bodyPr>
          <a:lstStyle>
            <a:lvl1pPr>
              <a:defRPr kumimoji="0" lang="en-US" sz="1600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 algn="ctr"/>
            <a:r>
              <a:rPr lang="en-US" dirty="0"/>
              <a:t>x</a:t>
            </a:r>
          </a:p>
        </p:txBody>
      </p:sp>
      <p:sp>
        <p:nvSpPr>
          <p:cNvPr id="4" name="content 3">
            <a:extLst>
              <a:ext uri="{FF2B5EF4-FFF2-40B4-BE49-F238E27FC236}">
                <a16:creationId xmlns:a16="http://schemas.microsoft.com/office/drawing/2014/main" id="{0F189F99-D754-4356-5E4B-0F553CC9C35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007750" y="3429000"/>
            <a:ext cx="2160000" cy="2160000"/>
          </a:xfrm>
          <a:prstGeom prst="rect">
            <a:avLst/>
          </a:prstGeo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8" name="link 3">
            <a:extLst>
              <a:ext uri="{FF2B5EF4-FFF2-40B4-BE49-F238E27FC236}">
                <a16:creationId xmlns:a16="http://schemas.microsoft.com/office/drawing/2014/main" id="{B0C82A71-5B20-0482-E7F0-02D1BF1323FC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007750" y="5587388"/>
            <a:ext cx="1440000" cy="36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4B4B"/>
              </a:gs>
              <a:gs pos="100000">
                <a:srgbClr val="FF744F"/>
              </a:gs>
            </a:gsLst>
            <a:lin ang="18900000" scaled="0"/>
          </a:gradFill>
        </p:spPr>
        <p:txBody>
          <a:bodyPr vert="horz" lIns="108000" tIns="0" rIns="108000" bIns="36000" rtlCol="0" anchor="ctr">
            <a:noAutofit/>
          </a:bodyPr>
          <a:lstStyle>
            <a:lvl1pPr algn="ctr">
              <a:defRPr lang="en-DE" sz="1100" cap="all" spc="4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 algn="ctr"/>
            <a:endParaRPr lang="de-DE" dirty="0"/>
          </a:p>
        </p:txBody>
      </p:sp>
      <p:sp>
        <p:nvSpPr>
          <p:cNvPr id="22" name="text circle 3">
            <a:extLst>
              <a:ext uri="{FF2B5EF4-FFF2-40B4-BE49-F238E27FC236}">
                <a16:creationId xmlns:a16="http://schemas.microsoft.com/office/drawing/2014/main" id="{31A0DEB0-F29F-1B24-2604-AC3A4FE8A667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5011371" y="1719500"/>
            <a:ext cx="1260000" cy="1260000"/>
          </a:xfrm>
          <a:prstGeom prst="flowChartConnector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wrap="square" lIns="0" tIns="0" rIns="0" bIns="0" rtlCol="0" anchor="ctr" anchorCtr="1">
            <a:noAutofit/>
          </a:bodyPr>
          <a:lstStyle>
            <a:lvl1pPr>
              <a:defRPr kumimoji="0" lang="en-US" sz="1600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 algn="ctr"/>
            <a:r>
              <a:rPr lang="en-US" dirty="0"/>
              <a:t>x</a:t>
            </a:r>
          </a:p>
        </p:txBody>
      </p:sp>
      <p:sp>
        <p:nvSpPr>
          <p:cNvPr id="3" name="content 2">
            <a:extLst>
              <a:ext uri="{FF2B5EF4-FFF2-40B4-BE49-F238E27FC236}">
                <a16:creationId xmlns:a16="http://schemas.microsoft.com/office/drawing/2014/main" id="{77A29EE5-2B1C-3EC4-6F36-6ECBC9D69F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2773875" y="3429000"/>
            <a:ext cx="2160000" cy="2160000"/>
          </a:xfrm>
          <a:prstGeom prst="rect">
            <a:avLst/>
          </a:prstGeo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1" name="link 2">
            <a:extLst>
              <a:ext uri="{FF2B5EF4-FFF2-40B4-BE49-F238E27FC236}">
                <a16:creationId xmlns:a16="http://schemas.microsoft.com/office/drawing/2014/main" id="{E3666165-8F8C-18B4-AFFC-54488115975A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2773875" y="5587388"/>
            <a:ext cx="1440000" cy="36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4B4B"/>
              </a:gs>
              <a:gs pos="100000">
                <a:srgbClr val="FF744F"/>
              </a:gs>
            </a:gsLst>
            <a:lin ang="18900000" scaled="0"/>
          </a:gradFill>
        </p:spPr>
        <p:txBody>
          <a:bodyPr vert="horz" lIns="108000" tIns="0" rIns="108000" bIns="36000" rtlCol="0" anchor="ctr">
            <a:noAutofit/>
          </a:bodyPr>
          <a:lstStyle>
            <a:lvl1pPr algn="ctr">
              <a:defRPr lang="en-DE" sz="1100" cap="all" spc="4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 algn="ctr"/>
            <a:endParaRPr lang="de-DE" dirty="0"/>
          </a:p>
        </p:txBody>
      </p:sp>
      <p:sp>
        <p:nvSpPr>
          <p:cNvPr id="21" name="text circle 2">
            <a:extLst>
              <a:ext uri="{FF2B5EF4-FFF2-40B4-BE49-F238E27FC236}">
                <a16:creationId xmlns:a16="http://schemas.microsoft.com/office/drawing/2014/main" id="{E35B51C2-1268-8F36-C4B9-7E08FC0E57B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2781117" y="1719500"/>
            <a:ext cx="1260000" cy="1260000"/>
          </a:xfrm>
          <a:prstGeom prst="flowChartConnector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wrap="square" lIns="0" tIns="0" rIns="0" bIns="0" rtlCol="0" anchor="ctr" anchorCtr="1">
            <a:noAutofit/>
          </a:bodyPr>
          <a:lstStyle>
            <a:lvl1pPr>
              <a:defRPr kumimoji="0" lang="en-US" sz="1600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 algn="ctr"/>
            <a:r>
              <a:rPr lang="en-US" dirty="0"/>
              <a:t>x</a:t>
            </a:r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8742" y="3429000"/>
            <a:ext cx="2160000" cy="2160000"/>
          </a:xfrm>
          <a:prstGeom prst="rect">
            <a:avLst/>
          </a:prstGeom>
          <a:noFill/>
        </p:spPr>
        <p:txBody>
          <a:bodyPr vert="horz" lIns="0" tIns="0" rIns="360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7" name="link 1">
            <a:extLst>
              <a:ext uri="{FF2B5EF4-FFF2-40B4-BE49-F238E27FC236}">
                <a16:creationId xmlns:a16="http://schemas.microsoft.com/office/drawing/2014/main" id="{BD7A9EB7-93BF-0208-FDA5-BECF4C309E1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528742" y="5587388"/>
            <a:ext cx="1440000" cy="36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4B4B"/>
              </a:gs>
              <a:gs pos="100000">
                <a:srgbClr val="FF744F"/>
              </a:gs>
            </a:gsLst>
            <a:lin ang="18900000" scaled="0"/>
          </a:gradFill>
        </p:spPr>
        <p:txBody>
          <a:bodyPr vert="horz" lIns="108000" tIns="0" rIns="108000" bIns="36000" rtlCol="0" anchor="ctr">
            <a:noAutofit/>
          </a:bodyPr>
          <a:lstStyle>
            <a:lvl1pPr algn="ctr">
              <a:defRPr lang="en-DE" sz="1100" cap="all" spc="4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 algn="ctr"/>
            <a:endParaRPr lang="de-DE" dirty="0"/>
          </a:p>
        </p:txBody>
      </p:sp>
      <p:sp>
        <p:nvSpPr>
          <p:cNvPr id="20" name="text circle 1">
            <a:extLst>
              <a:ext uri="{FF2B5EF4-FFF2-40B4-BE49-F238E27FC236}">
                <a16:creationId xmlns:a16="http://schemas.microsoft.com/office/drawing/2014/main" id="{73670A57-F5B2-BA34-5084-3C22ED17AE6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0863" y="1719500"/>
            <a:ext cx="1260000" cy="1260000"/>
          </a:xfrm>
          <a:prstGeom prst="flowChartConnector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wrap="square" lIns="0" tIns="0" rIns="0" bIns="0" rtlCol="0" anchor="ctr" anchorCtr="1">
            <a:noAutofit/>
          </a:bodyPr>
          <a:lstStyle>
            <a:lvl1pPr>
              <a:defRPr kumimoji="0" lang="en-US" sz="1600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 algn="ctr"/>
            <a:r>
              <a:rPr lang="en-US" dirty="0"/>
              <a:t>x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5" name="navigation">
            <a:extLst>
              <a:ext uri="{FF2B5EF4-FFF2-40B4-BE49-F238E27FC236}">
                <a16:creationId xmlns:a16="http://schemas.microsoft.com/office/drawing/2014/main" id="{A6D39FE2-7901-BEA4-2CE4-41092E454D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8554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8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29 : 5 circles : 5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B9492336-CEEE-F1F6-EB67-C0FD8117F7E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D7B5DC5B-6873-43DB-ADC7-B15ACCE0DFDB}" type="slidenum">
              <a:rPr lang="de-DE" smtClean="0"/>
              <a:pPr algn="r"/>
              <a:t>‹Nr.›</a:t>
            </a:fld>
            <a:endParaRPr lang="de-DE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2853ECF7-9BA7-47FD-D388-0D604768BFA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pPr algn="r"/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E4F504A5-C2FF-F075-304E-8F3F4F67FDD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April 26, 2024</a:t>
            </a:r>
            <a:endParaRPr lang="de-DE" dirty="0"/>
          </a:p>
        </p:txBody>
      </p:sp>
      <p:sp>
        <p:nvSpPr>
          <p:cNvPr id="2" name="subheadtext">
            <a:extLst>
              <a:ext uri="{FF2B5EF4-FFF2-40B4-BE49-F238E27FC236}">
                <a16:creationId xmlns:a16="http://schemas.microsoft.com/office/drawing/2014/main" id="{AFFFB742-B10B-0D15-44C8-E99A247A6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44000" y="1476000"/>
            <a:ext cx="10080000" cy="1440000"/>
          </a:xfrm>
          <a:prstGeom prst="roundRect">
            <a:avLst>
              <a:gd name="adj" fmla="val 5828"/>
            </a:avLst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0" tIns="288000" rIns="0" bIns="0" rtlCol="0" anchor="t" anchorCtr="1">
            <a:noAutofit/>
          </a:bodyPr>
          <a:lstStyle>
            <a:lvl1pPr>
              <a:defRPr lang="en-US" sz="1800" dirty="0">
                <a:latin typeface="+mj-lt"/>
              </a:defRPr>
            </a:lvl1pPr>
          </a:lstStyle>
          <a:p>
            <a:pPr lvl="0" algn="ctr"/>
            <a:endParaRPr lang="de-DE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9EFB0297-91B9-C787-A29D-305F68820D1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652600" y="4089400"/>
            <a:ext cx="1440000" cy="2088000"/>
          </a:xfrm>
          <a:prstGeom prst="roundRect">
            <a:avLst>
              <a:gd name="adj" fmla="val 2115"/>
            </a:avLst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8" name="text circle 5">
            <a:extLst>
              <a:ext uri="{FF2B5EF4-FFF2-40B4-BE49-F238E27FC236}">
                <a16:creationId xmlns:a16="http://schemas.microsoft.com/office/drawing/2014/main" id="{FABE7E6A-BF03-372B-5B31-B9FBC3E1E07D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8411943" y="2165187"/>
            <a:ext cx="1800000" cy="1800000"/>
          </a:xfrm>
          <a:prstGeom prst="flowChartConnector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kumimoji="0" lang="en-US" sz="1600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 algn="ctr"/>
            <a:endParaRPr lang="de-DE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072465EB-964A-CCDC-E03B-170348ADBC1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14300" y="4089400"/>
            <a:ext cx="1440000" cy="2088000"/>
          </a:xfrm>
          <a:prstGeom prst="roundRect">
            <a:avLst>
              <a:gd name="adj" fmla="val 2115"/>
            </a:avLst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1" name="text circle 4">
            <a:extLst>
              <a:ext uri="{FF2B5EF4-FFF2-40B4-BE49-F238E27FC236}">
                <a16:creationId xmlns:a16="http://schemas.microsoft.com/office/drawing/2014/main" id="{A073C660-9F3A-EE16-2520-17302DED04C5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6737182" y="2165187"/>
            <a:ext cx="1800000" cy="1800000"/>
          </a:xfrm>
          <a:prstGeom prst="flowChartConnector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kumimoji="0" lang="en-US" sz="1600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 algn="ctr"/>
            <a:endParaRPr lang="de-DE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CE5BF05-1D55-486C-94FC-B2C0FB9737B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364000" y="4089400"/>
            <a:ext cx="1440000" cy="2088000"/>
          </a:xfrm>
          <a:prstGeom prst="roundRect">
            <a:avLst>
              <a:gd name="adj" fmla="val 2115"/>
            </a:avLst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3" name="text circle 3">
            <a:extLst>
              <a:ext uri="{FF2B5EF4-FFF2-40B4-BE49-F238E27FC236}">
                <a16:creationId xmlns:a16="http://schemas.microsoft.com/office/drawing/2014/main" id="{657D6E94-6A9B-35BC-05D1-502A23AB1453}"/>
              </a:ext>
            </a:extLst>
          </p:cNvPr>
          <p:cNvSpPr>
            <a:spLocks noGrp="1"/>
          </p:cNvSpPr>
          <p:nvPr>
            <p:ph type="body" idx="48"/>
          </p:nvPr>
        </p:nvSpPr>
        <p:spPr>
          <a:xfrm>
            <a:off x="5200088" y="2165187"/>
            <a:ext cx="1800000" cy="1800000"/>
          </a:xfrm>
          <a:prstGeom prst="flowChartConnector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kumimoji="0" lang="en-US" sz="1600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 algn="ctr"/>
            <a:endParaRPr lang="de-DE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CA323031-E7FC-6846-D1AF-EA43A32FE7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737700" y="4089400"/>
            <a:ext cx="1440000" cy="2088000"/>
          </a:xfrm>
          <a:prstGeom prst="roundRect">
            <a:avLst>
              <a:gd name="adj" fmla="val 2115"/>
            </a:avLst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5" name="text circle 2">
            <a:extLst>
              <a:ext uri="{FF2B5EF4-FFF2-40B4-BE49-F238E27FC236}">
                <a16:creationId xmlns:a16="http://schemas.microsoft.com/office/drawing/2014/main" id="{35997B90-A84B-966D-BB88-521A53250391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3525327" y="2165187"/>
            <a:ext cx="1800000" cy="1800000"/>
          </a:xfrm>
          <a:prstGeom prst="flowChartConnector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kumimoji="0" lang="en-US" sz="1600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 algn="ctr"/>
            <a:endParaRPr lang="de-DE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AEA5AF2-08DD-68A5-BFCE-006BE2BF24E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099400" y="4089400"/>
            <a:ext cx="1440000" cy="2088000"/>
          </a:xfrm>
          <a:prstGeom prst="roundRect">
            <a:avLst>
              <a:gd name="adj" fmla="val 2115"/>
            </a:avLst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7" name="text circle 1">
            <a:extLst>
              <a:ext uri="{FF2B5EF4-FFF2-40B4-BE49-F238E27FC236}">
                <a16:creationId xmlns:a16="http://schemas.microsoft.com/office/drawing/2014/main" id="{D01E4CCB-8917-A90D-C93D-6F1BF9310279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1919400" y="2165187"/>
            <a:ext cx="1800000" cy="1800000"/>
          </a:xfrm>
          <a:prstGeom prst="flowChartConnector">
            <a:avLst/>
          </a:prstGeom>
          <a:solidFill>
            <a:schemeClr val="bg1"/>
          </a:solidFill>
          <a:ln w="6350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defRPr kumimoji="0" lang="en-US" sz="1600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 algn="ctr"/>
            <a:endParaRPr lang="de-DE" dirty="0"/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A40CDE67-43E3-2705-8865-2677F3CF4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31" name="navigation">
            <a:extLst>
              <a:ext uri="{FF2B5EF4-FFF2-40B4-BE49-F238E27FC236}">
                <a16:creationId xmlns:a16="http://schemas.microsoft.com/office/drawing/2014/main" id="{B3E5848C-38B7-C489-C91D-BB9E809479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798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30 : citiation : 5 Icons : 5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48C3DE89-47DA-5C90-A5BD-987089A0B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1" name="footer">
            <a:extLst>
              <a:ext uri="{FF2B5EF4-FFF2-40B4-BE49-F238E27FC236}">
                <a16:creationId xmlns:a16="http://schemas.microsoft.com/office/drawing/2014/main" id="{0F951A03-A258-5D0C-346C-9EDFA0422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22" name="date">
            <a:extLst>
              <a:ext uri="{FF2B5EF4-FFF2-40B4-BE49-F238E27FC236}">
                <a16:creationId xmlns:a16="http://schemas.microsoft.com/office/drawing/2014/main" id="{3BDB30AE-0771-9262-1869-36B5E00FE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6" name="content 6">
            <a:extLst>
              <a:ext uri="{FF2B5EF4-FFF2-40B4-BE49-F238E27FC236}">
                <a16:creationId xmlns:a16="http://schemas.microsoft.com/office/drawing/2014/main" id="{89C522B1-6801-8B41-4F5D-6C85B8AEBC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218863" y="4536000"/>
            <a:ext cx="3420000" cy="1656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18" name="Icon 6">
            <a:extLst>
              <a:ext uri="{FF2B5EF4-FFF2-40B4-BE49-F238E27FC236}">
                <a16:creationId xmlns:a16="http://schemas.microsoft.com/office/drawing/2014/main" id="{49D83825-0292-3B29-C602-F353CE1D6DDF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218863" y="3924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10" name="content 5">
            <a:extLst>
              <a:ext uri="{FF2B5EF4-FFF2-40B4-BE49-F238E27FC236}">
                <a16:creationId xmlns:a16="http://schemas.microsoft.com/office/drawing/2014/main" id="{38904F9D-F12D-C1A2-7570-9DC56D6DD69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379432" y="4536000"/>
            <a:ext cx="3420000" cy="1656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nl-NL" noProof="0" dirty="0"/>
          </a:p>
        </p:txBody>
      </p:sp>
      <p:sp>
        <p:nvSpPr>
          <p:cNvPr id="19" name="Icon 5">
            <a:extLst>
              <a:ext uri="{FF2B5EF4-FFF2-40B4-BE49-F238E27FC236}">
                <a16:creationId xmlns:a16="http://schemas.microsoft.com/office/drawing/2014/main" id="{8733BC2E-04A1-0E30-9605-EAFAC19E888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379432" y="3924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11" name="content 4">
            <a:extLst>
              <a:ext uri="{FF2B5EF4-FFF2-40B4-BE49-F238E27FC236}">
                <a16:creationId xmlns:a16="http://schemas.microsoft.com/office/drawing/2014/main" id="{16D0781B-9A31-08E8-DACA-4F56FD0EAC1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40000" y="4536000"/>
            <a:ext cx="3420000" cy="1656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20" name="Icon 4">
            <a:extLst>
              <a:ext uri="{FF2B5EF4-FFF2-40B4-BE49-F238E27FC236}">
                <a16:creationId xmlns:a16="http://schemas.microsoft.com/office/drawing/2014/main" id="{454BDB5F-930C-C204-3745-6B675B0D1FED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40000" y="3924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4" name="content 3">
            <a:extLst>
              <a:ext uri="{FF2B5EF4-FFF2-40B4-BE49-F238E27FC236}">
                <a16:creationId xmlns:a16="http://schemas.microsoft.com/office/drawing/2014/main" id="{0F189F99-D754-4356-5E4B-0F553CC9C35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218863" y="2088000"/>
            <a:ext cx="3420000" cy="1656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16" name="Icon 3">
            <a:extLst>
              <a:ext uri="{FF2B5EF4-FFF2-40B4-BE49-F238E27FC236}">
                <a16:creationId xmlns:a16="http://schemas.microsoft.com/office/drawing/2014/main" id="{778D2EDF-3B43-FFAE-82A8-D3282374085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218863" y="1476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3" name="content 2">
            <a:extLst>
              <a:ext uri="{FF2B5EF4-FFF2-40B4-BE49-F238E27FC236}">
                <a16:creationId xmlns:a16="http://schemas.microsoft.com/office/drawing/2014/main" id="{77A29EE5-2B1C-3EC4-6F36-6ECBC9D69F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379432" y="2088000"/>
            <a:ext cx="3420000" cy="1656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nl-NL" noProof="0" dirty="0"/>
          </a:p>
        </p:txBody>
      </p:sp>
      <p:sp>
        <p:nvSpPr>
          <p:cNvPr id="12" name="Icon 2">
            <a:extLst>
              <a:ext uri="{FF2B5EF4-FFF2-40B4-BE49-F238E27FC236}">
                <a16:creationId xmlns:a16="http://schemas.microsoft.com/office/drawing/2014/main" id="{233BAFF2-9C91-CD91-2A3C-35502D80CD1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379432" y="1476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8" name="text box">
            <a:extLst>
              <a:ext uri="{FF2B5EF4-FFF2-40B4-BE49-F238E27FC236}">
                <a16:creationId xmlns:a16="http://schemas.microsoft.com/office/drawing/2014/main" id="{550C29E5-AD0A-1A38-3A54-79902F148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136" y="1484313"/>
            <a:ext cx="3420001" cy="2251782"/>
          </a:xfrm>
          <a:prstGeom prst="roundRect">
            <a:avLst>
              <a:gd name="adj" fmla="val 3067"/>
            </a:avLst>
          </a:prstGeom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2700000" scaled="1"/>
          </a:gradFill>
          <a:effectLst/>
        </p:spPr>
        <p:txBody>
          <a:bodyPr vert="horz" lIns="360000" tIns="180000" rIns="360000" bIns="180000" rtlCol="0" anchor="ctr" anchorCtr="0">
            <a:noAutofit/>
          </a:bodyPr>
          <a:lstStyle>
            <a:lvl1pPr algn="ctr">
              <a:defRPr lang="de-DE" sz="2000">
                <a:solidFill>
                  <a:schemeClr val="bg1"/>
                </a:solidFill>
                <a:latin typeface="+mj-lt"/>
              </a:defRPr>
            </a:lvl1pPr>
          </a:lstStyle>
          <a:p>
            <a: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de-DE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2" name="navigation">
            <a:extLst>
              <a:ext uri="{FF2B5EF4-FFF2-40B4-BE49-F238E27FC236}">
                <a16:creationId xmlns:a16="http://schemas.microsoft.com/office/drawing/2014/main" id="{B55024EE-ED41-23E4-D6DF-B61F42B219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27628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31 : 6 Icons : 6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>
            <a:extLst>
              <a:ext uri="{FF2B5EF4-FFF2-40B4-BE49-F238E27FC236}">
                <a16:creationId xmlns:a16="http://schemas.microsoft.com/office/drawing/2014/main" id="{A9ACF289-960C-B8A3-3AC1-922A39C90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2" name="footer">
            <a:extLst>
              <a:ext uri="{FF2B5EF4-FFF2-40B4-BE49-F238E27FC236}">
                <a16:creationId xmlns:a16="http://schemas.microsoft.com/office/drawing/2014/main" id="{DD39A238-34E5-2DB6-20D5-CE2C12F85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23" name="date">
            <a:extLst>
              <a:ext uri="{FF2B5EF4-FFF2-40B4-BE49-F238E27FC236}">
                <a16:creationId xmlns:a16="http://schemas.microsoft.com/office/drawing/2014/main" id="{C5DA8D53-50E2-9231-9FA6-A534CC5BA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6" name="content 6">
            <a:extLst>
              <a:ext uri="{FF2B5EF4-FFF2-40B4-BE49-F238E27FC236}">
                <a16:creationId xmlns:a16="http://schemas.microsoft.com/office/drawing/2014/main" id="{89C522B1-6801-8B41-4F5D-6C85B8AEBCC7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8218863" y="4536000"/>
            <a:ext cx="3420000" cy="1656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18" name="Icon 6">
            <a:extLst>
              <a:ext uri="{FF2B5EF4-FFF2-40B4-BE49-F238E27FC236}">
                <a16:creationId xmlns:a16="http://schemas.microsoft.com/office/drawing/2014/main" id="{49D83825-0292-3B29-C602-F353CE1D6DDF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218863" y="3924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10" name="content 5">
            <a:extLst>
              <a:ext uri="{FF2B5EF4-FFF2-40B4-BE49-F238E27FC236}">
                <a16:creationId xmlns:a16="http://schemas.microsoft.com/office/drawing/2014/main" id="{38904F9D-F12D-C1A2-7570-9DC56D6DD69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379432" y="4536000"/>
            <a:ext cx="3420000" cy="1656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nl-NL" noProof="0" dirty="0"/>
          </a:p>
        </p:txBody>
      </p:sp>
      <p:sp>
        <p:nvSpPr>
          <p:cNvPr id="19" name="Icon 5">
            <a:extLst>
              <a:ext uri="{FF2B5EF4-FFF2-40B4-BE49-F238E27FC236}">
                <a16:creationId xmlns:a16="http://schemas.microsoft.com/office/drawing/2014/main" id="{8733BC2E-04A1-0E30-9605-EAFAC19E888D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379432" y="3924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11" name="content 4">
            <a:extLst>
              <a:ext uri="{FF2B5EF4-FFF2-40B4-BE49-F238E27FC236}">
                <a16:creationId xmlns:a16="http://schemas.microsoft.com/office/drawing/2014/main" id="{16D0781B-9A31-08E8-DACA-4F56FD0EAC1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40000" y="4536000"/>
            <a:ext cx="3420000" cy="1656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20" name="Icon 4">
            <a:extLst>
              <a:ext uri="{FF2B5EF4-FFF2-40B4-BE49-F238E27FC236}">
                <a16:creationId xmlns:a16="http://schemas.microsoft.com/office/drawing/2014/main" id="{454BDB5F-930C-C204-3745-6B675B0D1FED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40000" y="3924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4" name="content 3">
            <a:extLst>
              <a:ext uri="{FF2B5EF4-FFF2-40B4-BE49-F238E27FC236}">
                <a16:creationId xmlns:a16="http://schemas.microsoft.com/office/drawing/2014/main" id="{0F189F99-D754-4356-5E4B-0F553CC9C35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218863" y="2088000"/>
            <a:ext cx="3420000" cy="1656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16" name="Icon 3">
            <a:extLst>
              <a:ext uri="{FF2B5EF4-FFF2-40B4-BE49-F238E27FC236}">
                <a16:creationId xmlns:a16="http://schemas.microsoft.com/office/drawing/2014/main" id="{778D2EDF-3B43-FFAE-82A8-D32823740850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218863" y="1476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3" name="content 2">
            <a:extLst>
              <a:ext uri="{FF2B5EF4-FFF2-40B4-BE49-F238E27FC236}">
                <a16:creationId xmlns:a16="http://schemas.microsoft.com/office/drawing/2014/main" id="{77A29EE5-2B1C-3EC4-6F36-6ECBC9D69F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379432" y="2088000"/>
            <a:ext cx="3420000" cy="1656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nl-NL" noProof="0" dirty="0"/>
          </a:p>
        </p:txBody>
      </p:sp>
      <p:sp>
        <p:nvSpPr>
          <p:cNvPr id="12" name="Icon 2">
            <a:extLst>
              <a:ext uri="{FF2B5EF4-FFF2-40B4-BE49-F238E27FC236}">
                <a16:creationId xmlns:a16="http://schemas.microsoft.com/office/drawing/2014/main" id="{233BAFF2-9C91-CD91-2A3C-35502D80CD15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379432" y="1476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2088000"/>
            <a:ext cx="3420000" cy="1656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9" name="Icon 1">
            <a:extLst>
              <a:ext uri="{FF2B5EF4-FFF2-40B4-BE49-F238E27FC236}">
                <a16:creationId xmlns:a16="http://schemas.microsoft.com/office/drawing/2014/main" id="{33EE2071-A4F9-F16E-515D-B338908F809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40000" y="1476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8" name="navigation">
            <a:extLst>
              <a:ext uri="{FF2B5EF4-FFF2-40B4-BE49-F238E27FC236}">
                <a16:creationId xmlns:a16="http://schemas.microsoft.com/office/drawing/2014/main" id="{8E79C167-0DDF-C758-833F-88131E67FD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51751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31a : 6 Icons : 6 contents vertical : 5 c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>
            <a:extLst>
              <a:ext uri="{FF2B5EF4-FFF2-40B4-BE49-F238E27FC236}">
                <a16:creationId xmlns:a16="http://schemas.microsoft.com/office/drawing/2014/main" id="{A9ACF289-960C-B8A3-3AC1-922A39C904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2" name="footer">
            <a:extLst>
              <a:ext uri="{FF2B5EF4-FFF2-40B4-BE49-F238E27FC236}">
                <a16:creationId xmlns:a16="http://schemas.microsoft.com/office/drawing/2014/main" id="{DD39A238-34E5-2DB6-20D5-CE2C12F85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23" name="date">
            <a:extLst>
              <a:ext uri="{FF2B5EF4-FFF2-40B4-BE49-F238E27FC236}">
                <a16:creationId xmlns:a16="http://schemas.microsoft.com/office/drawing/2014/main" id="{C5DA8D53-50E2-9231-9FA6-A534CC5BA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4" name="content 6">
            <a:extLst>
              <a:ext uri="{FF2B5EF4-FFF2-40B4-BE49-F238E27FC236}">
                <a16:creationId xmlns:a16="http://schemas.microsoft.com/office/drawing/2014/main" id="{F7A4AFB9-B2C3-2648-FA1E-F5404C982FDF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9840687" y="2205850"/>
            <a:ext cx="1800000" cy="396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35" name="Icon 6">
            <a:extLst>
              <a:ext uri="{FF2B5EF4-FFF2-40B4-BE49-F238E27FC236}">
                <a16:creationId xmlns:a16="http://schemas.microsoft.com/office/drawing/2014/main" id="{822B3CB8-ED61-1808-6266-0634F5404102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9840687" y="1476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2" name="content 5">
            <a:extLst>
              <a:ext uri="{FF2B5EF4-FFF2-40B4-BE49-F238E27FC236}">
                <a16:creationId xmlns:a16="http://schemas.microsoft.com/office/drawing/2014/main" id="{7061A03E-E0D3-4843-278C-9A6825A05BE3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7980548" y="2205850"/>
            <a:ext cx="1800000" cy="396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33" name="Icon 5">
            <a:extLst>
              <a:ext uri="{FF2B5EF4-FFF2-40B4-BE49-F238E27FC236}">
                <a16:creationId xmlns:a16="http://schemas.microsoft.com/office/drawing/2014/main" id="{00EFF7EE-7A3C-08F8-A84B-FB932F1FB1DC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7980548" y="1476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0" name="content 4">
            <a:extLst>
              <a:ext uri="{FF2B5EF4-FFF2-40B4-BE49-F238E27FC236}">
                <a16:creationId xmlns:a16="http://schemas.microsoft.com/office/drawing/2014/main" id="{92E5967C-C1AC-3474-98B8-8B39D5A9BC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120411" y="2205850"/>
            <a:ext cx="1800000" cy="396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31" name="Icon 4">
            <a:extLst>
              <a:ext uri="{FF2B5EF4-FFF2-40B4-BE49-F238E27FC236}">
                <a16:creationId xmlns:a16="http://schemas.microsoft.com/office/drawing/2014/main" id="{62186A82-1AD6-577A-F072-1A5465E3718B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120411" y="1476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8" name="content 3">
            <a:extLst>
              <a:ext uri="{FF2B5EF4-FFF2-40B4-BE49-F238E27FC236}">
                <a16:creationId xmlns:a16="http://schemas.microsoft.com/office/drawing/2014/main" id="{88D8A0D9-6C1D-B75B-D0E5-0E8334FDD092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4260274" y="2205850"/>
            <a:ext cx="1800000" cy="396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29" name="Icon 3">
            <a:extLst>
              <a:ext uri="{FF2B5EF4-FFF2-40B4-BE49-F238E27FC236}">
                <a16:creationId xmlns:a16="http://schemas.microsoft.com/office/drawing/2014/main" id="{43C6AD31-445E-CEFF-4D01-A97B0D022B4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4260274" y="1476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6" name="content 2">
            <a:extLst>
              <a:ext uri="{FF2B5EF4-FFF2-40B4-BE49-F238E27FC236}">
                <a16:creationId xmlns:a16="http://schemas.microsoft.com/office/drawing/2014/main" id="{925AF7DB-133B-617C-8686-E2FB5878406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2400137" y="2205850"/>
            <a:ext cx="1800000" cy="396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27" name="Icon 2">
            <a:extLst>
              <a:ext uri="{FF2B5EF4-FFF2-40B4-BE49-F238E27FC236}">
                <a16:creationId xmlns:a16="http://schemas.microsoft.com/office/drawing/2014/main" id="{FCB99B04-0957-6FB6-09DD-3D6F211329D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400137" y="1476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2205850"/>
            <a:ext cx="1800000" cy="396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9" name="Icon 1">
            <a:extLst>
              <a:ext uri="{FF2B5EF4-FFF2-40B4-BE49-F238E27FC236}">
                <a16:creationId xmlns:a16="http://schemas.microsoft.com/office/drawing/2014/main" id="{33EE2071-A4F9-F16E-515D-B338908F809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540000" y="1476000"/>
            <a:ext cx="540000" cy="54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8" name="navigation">
            <a:extLst>
              <a:ext uri="{FF2B5EF4-FFF2-40B4-BE49-F238E27FC236}">
                <a16:creationId xmlns:a16="http://schemas.microsoft.com/office/drawing/2014/main" id="{8E79C167-0DDF-C758-833F-88131E67FD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22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32 : map : 8 contents be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CF0F75B6-3EDE-F843-4662-8A1F50C18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847B67F7-92A3-77BE-E39C-D6653DB0D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8A607CBA-1A2F-48DC-062D-E74D1128C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8" name="content 8">
            <a:extLst>
              <a:ext uri="{FF2B5EF4-FFF2-40B4-BE49-F238E27FC236}">
                <a16:creationId xmlns:a16="http://schemas.microsoft.com/office/drawing/2014/main" id="{518B5815-FAF1-382A-90D5-5E2A36D98686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10536343" y="4191000"/>
            <a:ext cx="1296000" cy="19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6" name="content 7">
            <a:extLst>
              <a:ext uri="{FF2B5EF4-FFF2-40B4-BE49-F238E27FC236}">
                <a16:creationId xmlns:a16="http://schemas.microsoft.com/office/drawing/2014/main" id="{B5886103-0D8E-5D01-3B87-1FDDA2E05BE4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9108291" y="4191000"/>
            <a:ext cx="1296000" cy="19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0" name="content 6">
            <a:extLst>
              <a:ext uri="{FF2B5EF4-FFF2-40B4-BE49-F238E27FC236}">
                <a16:creationId xmlns:a16="http://schemas.microsoft.com/office/drawing/2014/main" id="{1F4D443D-5AA5-A727-9590-E25C5752F890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7680242" y="4191000"/>
            <a:ext cx="1296000" cy="19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4" name="content 5">
            <a:extLst>
              <a:ext uri="{FF2B5EF4-FFF2-40B4-BE49-F238E27FC236}">
                <a16:creationId xmlns:a16="http://schemas.microsoft.com/office/drawing/2014/main" id="{0F189F99-D754-4356-5E4B-0F553CC9C353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252193" y="4191000"/>
            <a:ext cx="1296000" cy="19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1" name="content 4">
            <a:extLst>
              <a:ext uri="{FF2B5EF4-FFF2-40B4-BE49-F238E27FC236}">
                <a16:creationId xmlns:a16="http://schemas.microsoft.com/office/drawing/2014/main" id="{BBC2B3C5-519E-7447-E8AE-4CE6264B827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4824144" y="4191000"/>
            <a:ext cx="1296000" cy="19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3" name="content 3">
            <a:extLst>
              <a:ext uri="{FF2B5EF4-FFF2-40B4-BE49-F238E27FC236}">
                <a16:creationId xmlns:a16="http://schemas.microsoft.com/office/drawing/2014/main" id="{77A29EE5-2B1C-3EC4-6F36-6ECBC9D69F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396095" y="4191000"/>
            <a:ext cx="1296000" cy="19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5" name="content 2">
            <a:extLst>
              <a:ext uri="{FF2B5EF4-FFF2-40B4-BE49-F238E27FC236}">
                <a16:creationId xmlns:a16="http://schemas.microsoft.com/office/drawing/2014/main" id="{B8111F2A-6B01-4671-279E-B12FFC0DADB1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968046" y="4191000"/>
            <a:ext cx="1296000" cy="19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9997" y="4191000"/>
            <a:ext cx="1296000" cy="19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  <a:lvl6pPr>
              <a:defRPr lang="en-US" sz="1200" dirty="0"/>
            </a:lvl6pPr>
            <a:lvl7pPr>
              <a:defRPr lang="en-US" sz="1200" dirty="0"/>
            </a:lvl7pPr>
            <a:lvl8pPr>
              <a:defRPr lang="en-US" sz="1200" dirty="0"/>
            </a:lvl8pPr>
            <a:lvl9pPr>
              <a:defRPr lang="en-US" sz="1200" dirty="0"/>
            </a:lvl9pPr>
          </a:lstStyle>
          <a:p>
            <a:pPr lvl="0"/>
            <a:endParaRPr lang="en-US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9" name="navigation">
            <a:extLst>
              <a:ext uri="{FF2B5EF4-FFF2-40B4-BE49-F238E27FC236}">
                <a16:creationId xmlns:a16="http://schemas.microsoft.com/office/drawing/2014/main" id="{BFD5A645-E5C2-F278-8E1C-0D187B6EAC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50742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33 : 8  logo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CF0F75B6-3EDE-F843-4662-8A1F50C18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847B67F7-92A3-77BE-E39C-D6653DB0D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8A607CBA-1A2F-48DC-062D-E74D1128C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22" name="shadow 8">
            <a:extLst>
              <a:ext uri="{FF2B5EF4-FFF2-40B4-BE49-F238E27FC236}">
                <a16:creationId xmlns:a16="http://schemas.microsoft.com/office/drawing/2014/main" id="{6308BA18-E79D-6AF0-DD88-2CB7D71039F8}"/>
              </a:ext>
            </a:extLst>
          </p:cNvPr>
          <p:cNvSpPr txBox="1"/>
          <p:nvPr/>
        </p:nvSpPr>
        <p:spPr bwMode="auto">
          <a:xfrm>
            <a:off x="9108000" y="4720074"/>
            <a:ext cx="2520000" cy="1440000"/>
          </a:xfrm>
          <a:prstGeom prst="roundRect">
            <a:avLst>
              <a:gd name="adj" fmla="val 3619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B813425A-0B5A-A6C1-9B5C-BA7BF0CBC71A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9684000" y="5170074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1" name="shadow 7">
            <a:extLst>
              <a:ext uri="{FF2B5EF4-FFF2-40B4-BE49-F238E27FC236}">
                <a16:creationId xmlns:a16="http://schemas.microsoft.com/office/drawing/2014/main" id="{E3690FE6-EE57-D29A-8461-8A8634B9A124}"/>
              </a:ext>
            </a:extLst>
          </p:cNvPr>
          <p:cNvSpPr txBox="1"/>
          <p:nvPr/>
        </p:nvSpPr>
        <p:spPr bwMode="auto">
          <a:xfrm>
            <a:off x="6255621" y="4720074"/>
            <a:ext cx="2520000" cy="1440000"/>
          </a:xfrm>
          <a:prstGeom prst="roundRect">
            <a:avLst>
              <a:gd name="adj" fmla="val 3619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39" name="picture placeholder 7">
            <a:extLst>
              <a:ext uri="{FF2B5EF4-FFF2-40B4-BE49-F238E27FC236}">
                <a16:creationId xmlns:a16="http://schemas.microsoft.com/office/drawing/2014/main" id="{2D846DC3-419F-48F8-0693-CE0C549D2F55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6831621" y="5170074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0" name="shadow 6">
            <a:extLst>
              <a:ext uri="{FF2B5EF4-FFF2-40B4-BE49-F238E27FC236}">
                <a16:creationId xmlns:a16="http://schemas.microsoft.com/office/drawing/2014/main" id="{C01EFD8A-CF76-DE2B-2523-5EF4DFD6DB07}"/>
              </a:ext>
            </a:extLst>
          </p:cNvPr>
          <p:cNvSpPr txBox="1"/>
          <p:nvPr/>
        </p:nvSpPr>
        <p:spPr bwMode="auto">
          <a:xfrm>
            <a:off x="3400526" y="4720074"/>
            <a:ext cx="2520000" cy="1440000"/>
          </a:xfrm>
          <a:prstGeom prst="roundRect">
            <a:avLst>
              <a:gd name="adj" fmla="val 3619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97979B19-8D6D-216E-BB58-CC5DA169D861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3976526" y="5170074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9" name="shadow 5">
            <a:extLst>
              <a:ext uri="{FF2B5EF4-FFF2-40B4-BE49-F238E27FC236}">
                <a16:creationId xmlns:a16="http://schemas.microsoft.com/office/drawing/2014/main" id="{D28B9D1A-11CC-CB5F-E8CF-4A73B2A59A6A}"/>
              </a:ext>
            </a:extLst>
          </p:cNvPr>
          <p:cNvSpPr txBox="1">
            <a:spLocks/>
          </p:cNvSpPr>
          <p:nvPr/>
        </p:nvSpPr>
        <p:spPr bwMode="auto">
          <a:xfrm>
            <a:off x="540000" y="4720074"/>
            <a:ext cx="2520000" cy="1440000"/>
          </a:xfrm>
          <a:prstGeom prst="roundRect">
            <a:avLst>
              <a:gd name="adj" fmla="val 3619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41" name="picture placeholder 5">
            <a:extLst>
              <a:ext uri="{FF2B5EF4-FFF2-40B4-BE49-F238E27FC236}">
                <a16:creationId xmlns:a16="http://schemas.microsoft.com/office/drawing/2014/main" id="{6222EA8F-CAC8-E9BF-FF49-CFEA020DA8E9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1116000" y="5170074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8" name="shadow 4">
            <a:extLst>
              <a:ext uri="{FF2B5EF4-FFF2-40B4-BE49-F238E27FC236}">
                <a16:creationId xmlns:a16="http://schemas.microsoft.com/office/drawing/2014/main" id="{0C3D20FF-EC77-E7C4-6DA4-E6EE04EDE978}"/>
              </a:ext>
            </a:extLst>
          </p:cNvPr>
          <p:cNvSpPr txBox="1">
            <a:spLocks/>
          </p:cNvSpPr>
          <p:nvPr/>
        </p:nvSpPr>
        <p:spPr bwMode="auto">
          <a:xfrm>
            <a:off x="9108000" y="2952000"/>
            <a:ext cx="2520000" cy="1440000"/>
          </a:xfrm>
          <a:prstGeom prst="roundRect">
            <a:avLst>
              <a:gd name="adj" fmla="val 3619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32" name="picture placeholder 4">
            <a:extLst>
              <a:ext uri="{FF2B5EF4-FFF2-40B4-BE49-F238E27FC236}">
                <a16:creationId xmlns:a16="http://schemas.microsoft.com/office/drawing/2014/main" id="{3EE2F86D-F8F9-40C9-510F-6AF7734A98AC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684000" y="3402000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6" name="shadow 3">
            <a:extLst>
              <a:ext uri="{FF2B5EF4-FFF2-40B4-BE49-F238E27FC236}">
                <a16:creationId xmlns:a16="http://schemas.microsoft.com/office/drawing/2014/main" id="{C7E09556-4E10-4E8E-8F27-2E6FE9C3029A}"/>
              </a:ext>
            </a:extLst>
          </p:cNvPr>
          <p:cNvSpPr txBox="1">
            <a:spLocks/>
          </p:cNvSpPr>
          <p:nvPr/>
        </p:nvSpPr>
        <p:spPr bwMode="auto">
          <a:xfrm>
            <a:off x="6255621" y="2952000"/>
            <a:ext cx="2520000" cy="1440000"/>
          </a:xfrm>
          <a:prstGeom prst="roundRect">
            <a:avLst>
              <a:gd name="adj" fmla="val 3619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551825A6-BB31-1B00-F2F8-D25405DA9719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831621" y="3402000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shadow 2">
            <a:extLst>
              <a:ext uri="{FF2B5EF4-FFF2-40B4-BE49-F238E27FC236}">
                <a16:creationId xmlns:a16="http://schemas.microsoft.com/office/drawing/2014/main" id="{DA8B71D9-4655-7437-39E3-0AB1CA3B82A0}"/>
              </a:ext>
            </a:extLst>
          </p:cNvPr>
          <p:cNvSpPr txBox="1">
            <a:spLocks/>
          </p:cNvSpPr>
          <p:nvPr/>
        </p:nvSpPr>
        <p:spPr bwMode="auto">
          <a:xfrm>
            <a:off x="3400526" y="2952000"/>
            <a:ext cx="2520000" cy="1440000"/>
          </a:xfrm>
          <a:prstGeom prst="roundRect">
            <a:avLst>
              <a:gd name="adj" fmla="val 3619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B19C862-2460-7C26-7497-B8C83998F894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3976526" y="3402000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shadow 1">
            <a:extLst>
              <a:ext uri="{FF2B5EF4-FFF2-40B4-BE49-F238E27FC236}">
                <a16:creationId xmlns:a16="http://schemas.microsoft.com/office/drawing/2014/main" id="{C36CF54E-763F-7697-1224-2053F7A6814C}"/>
              </a:ext>
            </a:extLst>
          </p:cNvPr>
          <p:cNvSpPr txBox="1">
            <a:spLocks/>
          </p:cNvSpPr>
          <p:nvPr/>
        </p:nvSpPr>
        <p:spPr bwMode="auto">
          <a:xfrm>
            <a:off x="540000" y="2952000"/>
            <a:ext cx="2520000" cy="1440000"/>
          </a:xfrm>
          <a:prstGeom prst="roundRect">
            <a:avLst>
              <a:gd name="adj" fmla="val 3619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24" name="picture placeholder 1">
            <a:extLst>
              <a:ext uri="{FF2B5EF4-FFF2-40B4-BE49-F238E27FC236}">
                <a16:creationId xmlns:a16="http://schemas.microsoft.com/office/drawing/2014/main" id="{3E3BC991-7447-49F8-384D-316C6A6198A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1116000" y="3402000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0" name="navigation">
            <a:extLst>
              <a:ext uri="{FF2B5EF4-FFF2-40B4-BE49-F238E27FC236}">
                <a16:creationId xmlns:a16="http://schemas.microsoft.com/office/drawing/2014/main" id="{AFFAFC4B-F833-47D7-A550-B92E5B1DB6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11246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34 : 15  logo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>
            <a:extLst>
              <a:ext uri="{FF2B5EF4-FFF2-40B4-BE49-F238E27FC236}">
                <a16:creationId xmlns:a16="http://schemas.microsoft.com/office/drawing/2014/main" id="{CF0F75B6-3EDE-F843-4662-8A1F50C184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847B67F7-92A3-77BE-E39C-D6653DB0D1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8A607CBA-1A2F-48DC-062D-E74D1128C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5" name="shadow 15">
            <a:extLst>
              <a:ext uri="{FF2B5EF4-FFF2-40B4-BE49-F238E27FC236}">
                <a16:creationId xmlns:a16="http://schemas.microsoft.com/office/drawing/2014/main" id="{F7A327AE-B756-5909-A287-CE6816BF70A3}"/>
              </a:ext>
            </a:extLst>
          </p:cNvPr>
          <p:cNvSpPr txBox="1"/>
          <p:nvPr/>
        </p:nvSpPr>
        <p:spPr bwMode="auto">
          <a:xfrm>
            <a:off x="9624700" y="5019007"/>
            <a:ext cx="2016000" cy="1152000"/>
          </a:xfrm>
          <a:prstGeom prst="roundRect">
            <a:avLst>
              <a:gd name="adj" fmla="val 6099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23" name="picture placeholder 15">
            <a:extLst>
              <a:ext uri="{FF2B5EF4-FFF2-40B4-BE49-F238E27FC236}">
                <a16:creationId xmlns:a16="http://schemas.microsoft.com/office/drawing/2014/main" id="{2E890C8E-9507-C2EE-FD9D-070CE31733E2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948700" y="5325007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2" name="shadow 14">
            <a:extLst>
              <a:ext uri="{FF2B5EF4-FFF2-40B4-BE49-F238E27FC236}">
                <a16:creationId xmlns:a16="http://schemas.microsoft.com/office/drawing/2014/main" id="{6308BA18-E79D-6AF0-DD88-2CB7D71039F8}"/>
              </a:ext>
            </a:extLst>
          </p:cNvPr>
          <p:cNvSpPr txBox="1"/>
          <p:nvPr/>
        </p:nvSpPr>
        <p:spPr bwMode="auto">
          <a:xfrm>
            <a:off x="7353525" y="5019007"/>
            <a:ext cx="2016000" cy="1152000"/>
          </a:xfrm>
          <a:prstGeom prst="roundRect">
            <a:avLst>
              <a:gd name="adj" fmla="val 6616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38" name="picture placeholder 14">
            <a:extLst>
              <a:ext uri="{FF2B5EF4-FFF2-40B4-BE49-F238E27FC236}">
                <a16:creationId xmlns:a16="http://schemas.microsoft.com/office/drawing/2014/main" id="{B813425A-0B5A-A6C1-9B5C-BA7BF0CBC71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77525" y="5325007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1" name="shadow 13">
            <a:extLst>
              <a:ext uri="{FF2B5EF4-FFF2-40B4-BE49-F238E27FC236}">
                <a16:creationId xmlns:a16="http://schemas.microsoft.com/office/drawing/2014/main" id="{E3690FE6-EE57-D29A-8461-8A8634B9A124}"/>
              </a:ext>
            </a:extLst>
          </p:cNvPr>
          <p:cNvSpPr txBox="1"/>
          <p:nvPr/>
        </p:nvSpPr>
        <p:spPr bwMode="auto">
          <a:xfrm>
            <a:off x="5082350" y="5019007"/>
            <a:ext cx="2016000" cy="1152000"/>
          </a:xfrm>
          <a:prstGeom prst="roundRect">
            <a:avLst>
              <a:gd name="adj" fmla="val 6099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39" name="picture placeholder 13">
            <a:extLst>
              <a:ext uri="{FF2B5EF4-FFF2-40B4-BE49-F238E27FC236}">
                <a16:creationId xmlns:a16="http://schemas.microsoft.com/office/drawing/2014/main" id="{2D846DC3-419F-48F8-0693-CE0C549D2F5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406350" y="5325007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0" name="shadow 12">
            <a:extLst>
              <a:ext uri="{FF2B5EF4-FFF2-40B4-BE49-F238E27FC236}">
                <a16:creationId xmlns:a16="http://schemas.microsoft.com/office/drawing/2014/main" id="{C01EFD8A-CF76-DE2B-2523-5EF4DFD6DB07}"/>
              </a:ext>
            </a:extLst>
          </p:cNvPr>
          <p:cNvSpPr txBox="1"/>
          <p:nvPr/>
        </p:nvSpPr>
        <p:spPr bwMode="auto">
          <a:xfrm>
            <a:off x="2811175" y="5019007"/>
            <a:ext cx="2016000" cy="1152000"/>
          </a:xfrm>
          <a:prstGeom prst="roundRect">
            <a:avLst>
              <a:gd name="adj" fmla="val 5583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40" name="picture placeholder 12">
            <a:extLst>
              <a:ext uri="{FF2B5EF4-FFF2-40B4-BE49-F238E27FC236}">
                <a16:creationId xmlns:a16="http://schemas.microsoft.com/office/drawing/2014/main" id="{97979B19-8D6D-216E-BB58-CC5DA169D86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35175" y="5325007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9" name="shadow 11">
            <a:extLst>
              <a:ext uri="{FF2B5EF4-FFF2-40B4-BE49-F238E27FC236}">
                <a16:creationId xmlns:a16="http://schemas.microsoft.com/office/drawing/2014/main" id="{D28B9D1A-11CC-CB5F-E8CF-4A73B2A59A6A}"/>
              </a:ext>
            </a:extLst>
          </p:cNvPr>
          <p:cNvSpPr txBox="1">
            <a:spLocks/>
          </p:cNvSpPr>
          <p:nvPr/>
        </p:nvSpPr>
        <p:spPr bwMode="auto">
          <a:xfrm>
            <a:off x="540000" y="5019007"/>
            <a:ext cx="2016000" cy="1152000"/>
          </a:xfrm>
          <a:prstGeom prst="roundRect">
            <a:avLst>
              <a:gd name="adj" fmla="val 6410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41" name="picture placeholder 11">
            <a:extLst>
              <a:ext uri="{FF2B5EF4-FFF2-40B4-BE49-F238E27FC236}">
                <a16:creationId xmlns:a16="http://schemas.microsoft.com/office/drawing/2014/main" id="{6222EA8F-CAC8-E9BF-FF49-CFEA020DA8E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64000" y="5325007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3" name="shadow 10">
            <a:extLst>
              <a:ext uri="{FF2B5EF4-FFF2-40B4-BE49-F238E27FC236}">
                <a16:creationId xmlns:a16="http://schemas.microsoft.com/office/drawing/2014/main" id="{95C0B03C-55FB-C62C-E364-1556C724573A}"/>
              </a:ext>
            </a:extLst>
          </p:cNvPr>
          <p:cNvSpPr txBox="1"/>
          <p:nvPr/>
        </p:nvSpPr>
        <p:spPr bwMode="auto">
          <a:xfrm>
            <a:off x="9624700" y="3493130"/>
            <a:ext cx="2016000" cy="1152000"/>
          </a:xfrm>
          <a:prstGeom prst="roundRect">
            <a:avLst>
              <a:gd name="adj" fmla="val 6169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44" name="picture placeholder 10">
            <a:extLst>
              <a:ext uri="{FF2B5EF4-FFF2-40B4-BE49-F238E27FC236}">
                <a16:creationId xmlns:a16="http://schemas.microsoft.com/office/drawing/2014/main" id="{3415E750-564C-6C2E-8179-FB02127B1B2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948700" y="3799130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5" name="shadow 9">
            <a:extLst>
              <a:ext uri="{FF2B5EF4-FFF2-40B4-BE49-F238E27FC236}">
                <a16:creationId xmlns:a16="http://schemas.microsoft.com/office/drawing/2014/main" id="{E507B8D2-A0F0-5587-980E-3A659B8AC0A7}"/>
              </a:ext>
            </a:extLst>
          </p:cNvPr>
          <p:cNvSpPr txBox="1"/>
          <p:nvPr/>
        </p:nvSpPr>
        <p:spPr bwMode="auto">
          <a:xfrm>
            <a:off x="7353525" y="3493130"/>
            <a:ext cx="2016000" cy="1152000"/>
          </a:xfrm>
          <a:prstGeom prst="roundRect">
            <a:avLst>
              <a:gd name="adj" fmla="val 5947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EB0D8851-BDC9-F498-DD52-ED7CFE7E800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7677525" y="3799130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7" name="shadow 8">
            <a:extLst>
              <a:ext uri="{FF2B5EF4-FFF2-40B4-BE49-F238E27FC236}">
                <a16:creationId xmlns:a16="http://schemas.microsoft.com/office/drawing/2014/main" id="{D0426656-B4FC-5847-6338-9B9A8D7112CD}"/>
              </a:ext>
            </a:extLst>
          </p:cNvPr>
          <p:cNvSpPr txBox="1"/>
          <p:nvPr/>
        </p:nvSpPr>
        <p:spPr bwMode="auto">
          <a:xfrm>
            <a:off x="5082350" y="3493130"/>
            <a:ext cx="2016000" cy="1152000"/>
          </a:xfrm>
          <a:prstGeom prst="roundRect">
            <a:avLst>
              <a:gd name="adj" fmla="val 5836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B2560046-7EB6-BDC9-1F54-A3979746E08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5406350" y="3799130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9" name="shadow 7">
            <a:extLst>
              <a:ext uri="{FF2B5EF4-FFF2-40B4-BE49-F238E27FC236}">
                <a16:creationId xmlns:a16="http://schemas.microsoft.com/office/drawing/2014/main" id="{D2E766D9-38DC-248A-954A-4E74C064FF7F}"/>
              </a:ext>
            </a:extLst>
          </p:cNvPr>
          <p:cNvSpPr txBox="1"/>
          <p:nvPr/>
        </p:nvSpPr>
        <p:spPr bwMode="auto">
          <a:xfrm>
            <a:off x="2811175" y="3493130"/>
            <a:ext cx="2016000" cy="1152000"/>
          </a:xfrm>
          <a:prstGeom prst="roundRect">
            <a:avLst>
              <a:gd name="adj" fmla="val 5947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50" name="picture placeholder7">
            <a:extLst>
              <a:ext uri="{FF2B5EF4-FFF2-40B4-BE49-F238E27FC236}">
                <a16:creationId xmlns:a16="http://schemas.microsoft.com/office/drawing/2014/main" id="{F76487B9-F4AF-E6A5-4443-382BCEB2EA6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35175" y="3799130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51" name="shadow 6">
            <a:extLst>
              <a:ext uri="{FF2B5EF4-FFF2-40B4-BE49-F238E27FC236}">
                <a16:creationId xmlns:a16="http://schemas.microsoft.com/office/drawing/2014/main" id="{D56C3795-4207-D0AA-FC9E-144372B2EBD1}"/>
              </a:ext>
            </a:extLst>
          </p:cNvPr>
          <p:cNvSpPr txBox="1">
            <a:spLocks/>
          </p:cNvSpPr>
          <p:nvPr/>
        </p:nvSpPr>
        <p:spPr bwMode="auto">
          <a:xfrm>
            <a:off x="540000" y="3493130"/>
            <a:ext cx="2016000" cy="1152000"/>
          </a:xfrm>
          <a:prstGeom prst="roundRect">
            <a:avLst>
              <a:gd name="adj" fmla="val 5725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52" name="picture placeholder 6">
            <a:extLst>
              <a:ext uri="{FF2B5EF4-FFF2-40B4-BE49-F238E27FC236}">
                <a16:creationId xmlns:a16="http://schemas.microsoft.com/office/drawing/2014/main" id="{37E67FF7-7E9E-2FC2-5FA7-5201E3B205E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64000" y="3799130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6" name="shadow 5">
            <a:extLst>
              <a:ext uri="{FF2B5EF4-FFF2-40B4-BE49-F238E27FC236}">
                <a16:creationId xmlns:a16="http://schemas.microsoft.com/office/drawing/2014/main" id="{C79FA3F1-F561-3F99-2A55-D019E29194E5}"/>
              </a:ext>
            </a:extLst>
          </p:cNvPr>
          <p:cNvSpPr txBox="1"/>
          <p:nvPr/>
        </p:nvSpPr>
        <p:spPr bwMode="auto">
          <a:xfrm>
            <a:off x="9624700" y="1967254"/>
            <a:ext cx="2016000" cy="1152000"/>
          </a:xfrm>
          <a:prstGeom prst="roundRect">
            <a:avLst>
              <a:gd name="adj" fmla="val 6143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27" name="picture placeholder 5">
            <a:extLst>
              <a:ext uri="{FF2B5EF4-FFF2-40B4-BE49-F238E27FC236}">
                <a16:creationId xmlns:a16="http://schemas.microsoft.com/office/drawing/2014/main" id="{7CD0061E-2BC7-26C2-D8B4-92212BE5823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948700" y="2273254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29" name="shadow 4">
            <a:extLst>
              <a:ext uri="{FF2B5EF4-FFF2-40B4-BE49-F238E27FC236}">
                <a16:creationId xmlns:a16="http://schemas.microsoft.com/office/drawing/2014/main" id="{B22BAA3B-3BAF-7F6D-2E45-A7D965E2BCE5}"/>
              </a:ext>
            </a:extLst>
          </p:cNvPr>
          <p:cNvSpPr txBox="1"/>
          <p:nvPr/>
        </p:nvSpPr>
        <p:spPr bwMode="auto">
          <a:xfrm>
            <a:off x="7353525" y="1967254"/>
            <a:ext cx="2016000" cy="1152000"/>
          </a:xfrm>
          <a:prstGeom prst="roundRect">
            <a:avLst>
              <a:gd name="adj" fmla="val 5890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30" name="picture placeholder 4">
            <a:extLst>
              <a:ext uri="{FF2B5EF4-FFF2-40B4-BE49-F238E27FC236}">
                <a16:creationId xmlns:a16="http://schemas.microsoft.com/office/drawing/2014/main" id="{AB01EAA0-DDCA-971B-4B4E-DE2A18542BA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677525" y="2273254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3" name="shadow 3">
            <a:extLst>
              <a:ext uri="{FF2B5EF4-FFF2-40B4-BE49-F238E27FC236}">
                <a16:creationId xmlns:a16="http://schemas.microsoft.com/office/drawing/2014/main" id="{529FE05A-F57B-0FDA-0EBE-2F45E17F48A9}"/>
              </a:ext>
            </a:extLst>
          </p:cNvPr>
          <p:cNvSpPr txBox="1"/>
          <p:nvPr/>
        </p:nvSpPr>
        <p:spPr bwMode="auto">
          <a:xfrm>
            <a:off x="5082350" y="1967254"/>
            <a:ext cx="2016000" cy="1152000"/>
          </a:xfrm>
          <a:prstGeom prst="roundRect">
            <a:avLst>
              <a:gd name="adj" fmla="val 5512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E26C8068-7A2A-FA29-70EA-420517E4EF2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406350" y="2273254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5" name="shadow 2">
            <a:extLst>
              <a:ext uri="{FF2B5EF4-FFF2-40B4-BE49-F238E27FC236}">
                <a16:creationId xmlns:a16="http://schemas.microsoft.com/office/drawing/2014/main" id="{6CA05DC6-CB1B-71CA-034A-FDCDB7BE5600}"/>
              </a:ext>
            </a:extLst>
          </p:cNvPr>
          <p:cNvSpPr txBox="1"/>
          <p:nvPr/>
        </p:nvSpPr>
        <p:spPr bwMode="auto">
          <a:xfrm>
            <a:off x="2811175" y="1967254"/>
            <a:ext cx="2016000" cy="1152000"/>
          </a:xfrm>
          <a:prstGeom prst="roundRect">
            <a:avLst>
              <a:gd name="adj" fmla="val 5764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52A6AD52-E1BF-37E8-9BBE-0A801AE80C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35175" y="2273254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7" name="shadow 1">
            <a:extLst>
              <a:ext uri="{FF2B5EF4-FFF2-40B4-BE49-F238E27FC236}">
                <a16:creationId xmlns:a16="http://schemas.microsoft.com/office/drawing/2014/main" id="{00A16438-B8EC-A4AE-1AEE-FE833F2207D7}"/>
              </a:ext>
            </a:extLst>
          </p:cNvPr>
          <p:cNvSpPr txBox="1">
            <a:spLocks/>
          </p:cNvSpPr>
          <p:nvPr/>
        </p:nvSpPr>
        <p:spPr bwMode="auto">
          <a:xfrm>
            <a:off x="540000" y="1967254"/>
            <a:ext cx="2016000" cy="1152000"/>
          </a:xfrm>
          <a:prstGeom prst="roundRect">
            <a:avLst>
              <a:gd name="adj" fmla="val 6017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42" name="picture placeholder 1">
            <a:extLst>
              <a:ext uri="{FF2B5EF4-FFF2-40B4-BE49-F238E27FC236}">
                <a16:creationId xmlns:a16="http://schemas.microsoft.com/office/drawing/2014/main" id="{E3468FD3-7243-81CD-BC4B-74253980B3D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64000" y="2280078"/>
            <a:ext cx="136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6" name="navigation">
            <a:extLst>
              <a:ext uri="{FF2B5EF4-FFF2-40B4-BE49-F238E27FC236}">
                <a16:creationId xmlns:a16="http://schemas.microsoft.com/office/drawing/2014/main" id="{61F2CE5B-056C-E798-2769-FFDFFFEFE9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17134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34a : 4 gradients : 12 logo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hink-cell data - do not delete" hidden="1">
            <a:extLst>
              <a:ext uri="{FF2B5EF4-FFF2-40B4-BE49-F238E27FC236}">
                <a16:creationId xmlns:a16="http://schemas.microsoft.com/office/drawing/2014/main" id="{22229555-8172-ECE5-4C84-CF2124EDF2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51340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06" imgH="306" progId="TCLayout.ActiveDocument.1">
                  <p:embed/>
                </p:oleObj>
              </mc:Choice>
              <mc:Fallback>
                <p:oleObj name="think-cell Folie" r:id="rId3" imgW="306" imgH="306" progId="TCLayout.ActiveDocument.1">
                  <p:embed/>
                  <p:pic>
                    <p:nvPicPr>
                      <p:cNvPr id="3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2229555-8172-ECE5-4C84-CF2124EDF2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">
            <a:extLst>
              <a:ext uri="{FF2B5EF4-FFF2-40B4-BE49-F238E27FC236}">
                <a16:creationId xmlns:a16="http://schemas.microsoft.com/office/drawing/2014/main" id="{B7DF5438-CE54-DB76-7519-6B492C35319C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BF49D278-F4EF-105E-D394-837DBAD3E5EA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02E6CEDB-A8CD-4A71-1981-445288A0659B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4" name="shadow 12">
            <a:extLst>
              <a:ext uri="{FF2B5EF4-FFF2-40B4-BE49-F238E27FC236}">
                <a16:creationId xmlns:a16="http://schemas.microsoft.com/office/drawing/2014/main" id="{7BA87915-76A6-AA9E-8FEC-843B267F996A}"/>
              </a:ext>
            </a:extLst>
          </p:cNvPr>
          <p:cNvSpPr txBox="1"/>
          <p:nvPr userDrawn="1"/>
        </p:nvSpPr>
        <p:spPr bwMode="auto">
          <a:xfrm>
            <a:off x="10296000" y="5149787"/>
            <a:ext cx="1332000" cy="792000"/>
          </a:xfrm>
          <a:prstGeom prst="roundRect">
            <a:avLst>
              <a:gd name="adj" fmla="val 7891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97" name="logo placeholder 12">
            <a:extLst>
              <a:ext uri="{FF2B5EF4-FFF2-40B4-BE49-F238E27FC236}">
                <a16:creationId xmlns:a16="http://schemas.microsoft.com/office/drawing/2014/main" id="{1125ADF2-7F3B-4366-BF76-9281D8AFE84D}"/>
              </a:ext>
            </a:extLst>
          </p:cNvPr>
          <p:cNvSpPr>
            <a:spLocks noGrp="1"/>
          </p:cNvSpPr>
          <p:nvPr userDrawn="1">
            <p:ph type="pic" sz="quarter" idx="41"/>
          </p:nvPr>
        </p:nvSpPr>
        <p:spPr>
          <a:xfrm>
            <a:off x="10567138" y="5325111"/>
            <a:ext cx="816000" cy="437143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1" name="shadow 11">
            <a:extLst>
              <a:ext uri="{FF2B5EF4-FFF2-40B4-BE49-F238E27FC236}">
                <a16:creationId xmlns:a16="http://schemas.microsoft.com/office/drawing/2014/main" id="{0AA790C1-B2DE-E6E1-5BDD-AD1AC77D6DBA}"/>
              </a:ext>
            </a:extLst>
          </p:cNvPr>
          <p:cNvSpPr txBox="1"/>
          <p:nvPr userDrawn="1"/>
        </p:nvSpPr>
        <p:spPr bwMode="auto">
          <a:xfrm>
            <a:off x="8596076" y="5149787"/>
            <a:ext cx="1332000" cy="792000"/>
          </a:xfrm>
          <a:prstGeom prst="roundRect">
            <a:avLst>
              <a:gd name="adj" fmla="val 7891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99" name="logo placeholder 11">
            <a:extLst>
              <a:ext uri="{FF2B5EF4-FFF2-40B4-BE49-F238E27FC236}">
                <a16:creationId xmlns:a16="http://schemas.microsoft.com/office/drawing/2014/main" id="{4B193DB4-7BE9-7CD2-2779-83928D859BAE}"/>
              </a:ext>
            </a:extLst>
          </p:cNvPr>
          <p:cNvSpPr>
            <a:spLocks noGrp="1"/>
          </p:cNvSpPr>
          <p:nvPr userDrawn="1">
            <p:ph type="pic" sz="quarter" idx="42"/>
          </p:nvPr>
        </p:nvSpPr>
        <p:spPr>
          <a:xfrm>
            <a:off x="8843113" y="5325111"/>
            <a:ext cx="816000" cy="437143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0" name="shadow 10">
            <a:extLst>
              <a:ext uri="{FF2B5EF4-FFF2-40B4-BE49-F238E27FC236}">
                <a16:creationId xmlns:a16="http://schemas.microsoft.com/office/drawing/2014/main" id="{C9348939-0276-960F-408F-62ABE12ABB2E}"/>
              </a:ext>
            </a:extLst>
          </p:cNvPr>
          <p:cNvSpPr txBox="1"/>
          <p:nvPr userDrawn="1"/>
        </p:nvSpPr>
        <p:spPr bwMode="auto">
          <a:xfrm>
            <a:off x="6896151" y="5149787"/>
            <a:ext cx="1332000" cy="792000"/>
          </a:xfrm>
          <a:prstGeom prst="roundRect">
            <a:avLst>
              <a:gd name="adj" fmla="val 7891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101" name="logo placeholder 10">
            <a:extLst>
              <a:ext uri="{FF2B5EF4-FFF2-40B4-BE49-F238E27FC236}">
                <a16:creationId xmlns:a16="http://schemas.microsoft.com/office/drawing/2014/main" id="{3CBFFEC2-79F3-CD75-DAF9-0389F3564703}"/>
              </a:ext>
            </a:extLst>
          </p:cNvPr>
          <p:cNvSpPr>
            <a:spLocks noGrp="1"/>
          </p:cNvSpPr>
          <p:nvPr userDrawn="1">
            <p:ph type="pic" sz="quarter" idx="43"/>
          </p:nvPr>
        </p:nvSpPr>
        <p:spPr>
          <a:xfrm>
            <a:off x="7157188" y="5325111"/>
            <a:ext cx="816000" cy="437143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7" name="shadow 9">
            <a:extLst>
              <a:ext uri="{FF2B5EF4-FFF2-40B4-BE49-F238E27FC236}">
                <a16:creationId xmlns:a16="http://schemas.microsoft.com/office/drawing/2014/main" id="{448DD996-4C79-0B11-8386-F8FE0B5E8ED7}"/>
              </a:ext>
            </a:extLst>
          </p:cNvPr>
          <p:cNvSpPr txBox="1"/>
          <p:nvPr userDrawn="1"/>
        </p:nvSpPr>
        <p:spPr bwMode="auto">
          <a:xfrm>
            <a:off x="10296000" y="4000022"/>
            <a:ext cx="1332000" cy="792000"/>
          </a:xfrm>
          <a:prstGeom prst="roundRect">
            <a:avLst>
              <a:gd name="adj" fmla="val 7891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89" name="logo placeholder 9">
            <a:extLst>
              <a:ext uri="{FF2B5EF4-FFF2-40B4-BE49-F238E27FC236}">
                <a16:creationId xmlns:a16="http://schemas.microsoft.com/office/drawing/2014/main" id="{89CFB8F1-963E-9795-2AB6-37335219BD87}"/>
              </a:ext>
            </a:extLst>
          </p:cNvPr>
          <p:cNvSpPr>
            <a:spLocks noGrp="1"/>
          </p:cNvSpPr>
          <p:nvPr userDrawn="1">
            <p:ph type="pic" sz="quarter" idx="37"/>
          </p:nvPr>
        </p:nvSpPr>
        <p:spPr>
          <a:xfrm>
            <a:off x="10567138" y="4169323"/>
            <a:ext cx="816000" cy="437143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shadow 8">
            <a:extLst>
              <a:ext uri="{FF2B5EF4-FFF2-40B4-BE49-F238E27FC236}">
                <a16:creationId xmlns:a16="http://schemas.microsoft.com/office/drawing/2014/main" id="{03633C2A-6A19-6F8D-E23E-5F30FC11CBFB}"/>
              </a:ext>
            </a:extLst>
          </p:cNvPr>
          <p:cNvSpPr txBox="1"/>
          <p:nvPr userDrawn="1"/>
        </p:nvSpPr>
        <p:spPr bwMode="auto">
          <a:xfrm>
            <a:off x="8596076" y="4000022"/>
            <a:ext cx="1332000" cy="792000"/>
          </a:xfrm>
          <a:prstGeom prst="roundRect">
            <a:avLst>
              <a:gd name="adj" fmla="val 7891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91" name="logo placeholder 8">
            <a:extLst>
              <a:ext uri="{FF2B5EF4-FFF2-40B4-BE49-F238E27FC236}">
                <a16:creationId xmlns:a16="http://schemas.microsoft.com/office/drawing/2014/main" id="{D82004BE-7897-ED19-E2FA-A6EB83D50B21}"/>
              </a:ext>
            </a:extLst>
          </p:cNvPr>
          <p:cNvSpPr>
            <a:spLocks noGrp="1"/>
          </p:cNvSpPr>
          <p:nvPr userDrawn="1">
            <p:ph type="pic" sz="quarter" idx="38"/>
          </p:nvPr>
        </p:nvSpPr>
        <p:spPr>
          <a:xfrm>
            <a:off x="8843113" y="4169323"/>
            <a:ext cx="816000" cy="437143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shadow 7">
            <a:extLst>
              <a:ext uri="{FF2B5EF4-FFF2-40B4-BE49-F238E27FC236}">
                <a16:creationId xmlns:a16="http://schemas.microsoft.com/office/drawing/2014/main" id="{3DC9CA55-525B-79E7-E574-5A2569975ABC}"/>
              </a:ext>
            </a:extLst>
          </p:cNvPr>
          <p:cNvSpPr txBox="1"/>
          <p:nvPr userDrawn="1"/>
        </p:nvSpPr>
        <p:spPr bwMode="auto">
          <a:xfrm>
            <a:off x="6896151" y="4000022"/>
            <a:ext cx="1332000" cy="792000"/>
          </a:xfrm>
          <a:prstGeom prst="roundRect">
            <a:avLst>
              <a:gd name="adj" fmla="val 7891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93" name="logo placeholder 7">
            <a:extLst>
              <a:ext uri="{FF2B5EF4-FFF2-40B4-BE49-F238E27FC236}">
                <a16:creationId xmlns:a16="http://schemas.microsoft.com/office/drawing/2014/main" id="{141E863E-D86F-4D0F-02BA-35830ADD0E04}"/>
              </a:ext>
            </a:extLst>
          </p:cNvPr>
          <p:cNvSpPr>
            <a:spLocks noGrp="1"/>
          </p:cNvSpPr>
          <p:nvPr userDrawn="1">
            <p:ph type="pic" sz="quarter" idx="39"/>
          </p:nvPr>
        </p:nvSpPr>
        <p:spPr>
          <a:xfrm>
            <a:off x="7157188" y="4169323"/>
            <a:ext cx="816000" cy="437143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shadow 6">
            <a:extLst>
              <a:ext uri="{FF2B5EF4-FFF2-40B4-BE49-F238E27FC236}">
                <a16:creationId xmlns:a16="http://schemas.microsoft.com/office/drawing/2014/main" id="{745E4B94-5D5A-A08F-6BFF-191ADAADC2B9}"/>
              </a:ext>
            </a:extLst>
          </p:cNvPr>
          <p:cNvSpPr txBox="1"/>
          <p:nvPr userDrawn="1"/>
        </p:nvSpPr>
        <p:spPr bwMode="auto">
          <a:xfrm>
            <a:off x="10296000" y="2876072"/>
            <a:ext cx="1332000" cy="792000"/>
          </a:xfrm>
          <a:prstGeom prst="roundRect">
            <a:avLst>
              <a:gd name="adj" fmla="val 7891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81" name="logo placeholder 6">
            <a:extLst>
              <a:ext uri="{FF2B5EF4-FFF2-40B4-BE49-F238E27FC236}">
                <a16:creationId xmlns:a16="http://schemas.microsoft.com/office/drawing/2014/main" id="{2742F88B-F2B8-3938-AEFA-13FAD75C5CB4}"/>
              </a:ext>
            </a:extLst>
          </p:cNvPr>
          <p:cNvSpPr>
            <a:spLocks noGrp="1"/>
          </p:cNvSpPr>
          <p:nvPr userDrawn="1">
            <p:ph type="pic" sz="quarter" idx="33"/>
          </p:nvPr>
        </p:nvSpPr>
        <p:spPr>
          <a:xfrm>
            <a:off x="10567138" y="3050750"/>
            <a:ext cx="816000" cy="437143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shadow 5">
            <a:extLst>
              <a:ext uri="{FF2B5EF4-FFF2-40B4-BE49-F238E27FC236}">
                <a16:creationId xmlns:a16="http://schemas.microsoft.com/office/drawing/2014/main" id="{40983ABE-EDDB-721C-84BD-AD4C6E18443A}"/>
              </a:ext>
            </a:extLst>
          </p:cNvPr>
          <p:cNvSpPr txBox="1"/>
          <p:nvPr userDrawn="1"/>
        </p:nvSpPr>
        <p:spPr bwMode="auto">
          <a:xfrm>
            <a:off x="8596076" y="2876072"/>
            <a:ext cx="1332000" cy="792000"/>
          </a:xfrm>
          <a:prstGeom prst="roundRect">
            <a:avLst>
              <a:gd name="adj" fmla="val 7891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83" name="logo placeholder 5">
            <a:extLst>
              <a:ext uri="{FF2B5EF4-FFF2-40B4-BE49-F238E27FC236}">
                <a16:creationId xmlns:a16="http://schemas.microsoft.com/office/drawing/2014/main" id="{05150DB6-4095-E54D-BF32-6D2966FB69E8}"/>
              </a:ext>
            </a:extLst>
          </p:cNvPr>
          <p:cNvSpPr>
            <a:spLocks noGrp="1"/>
          </p:cNvSpPr>
          <p:nvPr userDrawn="1">
            <p:ph type="pic" sz="quarter" idx="34"/>
          </p:nvPr>
        </p:nvSpPr>
        <p:spPr>
          <a:xfrm>
            <a:off x="8843113" y="3050750"/>
            <a:ext cx="816000" cy="437143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hadow 4">
            <a:extLst>
              <a:ext uri="{FF2B5EF4-FFF2-40B4-BE49-F238E27FC236}">
                <a16:creationId xmlns:a16="http://schemas.microsoft.com/office/drawing/2014/main" id="{3D534717-DB4D-58B9-12F4-DBA44E24BFF9}"/>
              </a:ext>
            </a:extLst>
          </p:cNvPr>
          <p:cNvSpPr txBox="1"/>
          <p:nvPr userDrawn="1"/>
        </p:nvSpPr>
        <p:spPr bwMode="auto">
          <a:xfrm>
            <a:off x="6896151" y="2876072"/>
            <a:ext cx="1332000" cy="792000"/>
          </a:xfrm>
          <a:prstGeom prst="roundRect">
            <a:avLst>
              <a:gd name="adj" fmla="val 7891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85" name="logo placeholder 4">
            <a:extLst>
              <a:ext uri="{FF2B5EF4-FFF2-40B4-BE49-F238E27FC236}">
                <a16:creationId xmlns:a16="http://schemas.microsoft.com/office/drawing/2014/main" id="{D30CCF7D-673C-55D3-A468-D97F87EE006B}"/>
              </a:ext>
            </a:extLst>
          </p:cNvPr>
          <p:cNvSpPr>
            <a:spLocks noGrp="1"/>
          </p:cNvSpPr>
          <p:nvPr userDrawn="1">
            <p:ph type="pic" sz="quarter" idx="35"/>
          </p:nvPr>
        </p:nvSpPr>
        <p:spPr>
          <a:xfrm>
            <a:off x="7157188" y="3050750"/>
            <a:ext cx="816000" cy="437143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shadow 3">
            <a:extLst>
              <a:ext uri="{FF2B5EF4-FFF2-40B4-BE49-F238E27FC236}">
                <a16:creationId xmlns:a16="http://schemas.microsoft.com/office/drawing/2014/main" id="{B8AEA00C-98DA-2D82-209F-6F35246301C2}"/>
              </a:ext>
            </a:extLst>
          </p:cNvPr>
          <p:cNvSpPr txBox="1"/>
          <p:nvPr userDrawn="1"/>
        </p:nvSpPr>
        <p:spPr bwMode="auto">
          <a:xfrm>
            <a:off x="10296000" y="1733072"/>
            <a:ext cx="1332000" cy="792000"/>
          </a:xfrm>
          <a:prstGeom prst="roundRect">
            <a:avLst>
              <a:gd name="adj" fmla="val 7891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43" name="logo placeholder 3">
            <a:extLst>
              <a:ext uri="{FF2B5EF4-FFF2-40B4-BE49-F238E27FC236}">
                <a16:creationId xmlns:a16="http://schemas.microsoft.com/office/drawing/2014/main" id="{35EEE6D8-D74C-90B6-18D0-58976CD7A558}"/>
              </a:ext>
            </a:extLst>
          </p:cNvPr>
          <p:cNvSpPr>
            <a:spLocks noGrp="1"/>
          </p:cNvSpPr>
          <p:nvPr userDrawn="1">
            <p:ph type="pic" sz="quarter" idx="29"/>
          </p:nvPr>
        </p:nvSpPr>
        <p:spPr>
          <a:xfrm>
            <a:off x="10567138" y="1901016"/>
            <a:ext cx="816000" cy="437143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hadow 2">
            <a:extLst>
              <a:ext uri="{FF2B5EF4-FFF2-40B4-BE49-F238E27FC236}">
                <a16:creationId xmlns:a16="http://schemas.microsoft.com/office/drawing/2014/main" id="{DFE9FFCC-55C3-8FB5-98B7-133EE47E5A14}"/>
              </a:ext>
            </a:extLst>
          </p:cNvPr>
          <p:cNvSpPr txBox="1"/>
          <p:nvPr userDrawn="1"/>
        </p:nvSpPr>
        <p:spPr bwMode="auto">
          <a:xfrm>
            <a:off x="8596076" y="1733072"/>
            <a:ext cx="1332000" cy="792000"/>
          </a:xfrm>
          <a:prstGeom prst="roundRect">
            <a:avLst>
              <a:gd name="adj" fmla="val 7891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75" name="logo placeholder 2">
            <a:extLst>
              <a:ext uri="{FF2B5EF4-FFF2-40B4-BE49-F238E27FC236}">
                <a16:creationId xmlns:a16="http://schemas.microsoft.com/office/drawing/2014/main" id="{7E3449CE-B4DE-5C1A-9668-C6F8F9E0DD38}"/>
              </a:ext>
            </a:extLst>
          </p:cNvPr>
          <p:cNvSpPr>
            <a:spLocks noGrp="1"/>
          </p:cNvSpPr>
          <p:nvPr userDrawn="1">
            <p:ph type="pic" sz="quarter" idx="30"/>
          </p:nvPr>
        </p:nvSpPr>
        <p:spPr>
          <a:xfrm>
            <a:off x="8843113" y="1901016"/>
            <a:ext cx="816000" cy="437143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shadow 1">
            <a:extLst>
              <a:ext uri="{FF2B5EF4-FFF2-40B4-BE49-F238E27FC236}">
                <a16:creationId xmlns:a16="http://schemas.microsoft.com/office/drawing/2014/main" id="{0C42C38B-EEB0-7C4F-8D02-3A4CCB70485D}"/>
              </a:ext>
            </a:extLst>
          </p:cNvPr>
          <p:cNvSpPr txBox="1"/>
          <p:nvPr userDrawn="1"/>
        </p:nvSpPr>
        <p:spPr bwMode="auto">
          <a:xfrm>
            <a:off x="6896151" y="1733072"/>
            <a:ext cx="1332000" cy="792000"/>
          </a:xfrm>
          <a:prstGeom prst="roundRect">
            <a:avLst>
              <a:gd name="adj" fmla="val 7891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77" name="logo placeholder 1">
            <a:extLst>
              <a:ext uri="{FF2B5EF4-FFF2-40B4-BE49-F238E27FC236}">
                <a16:creationId xmlns:a16="http://schemas.microsoft.com/office/drawing/2014/main" id="{D34CE9B8-818E-3DDB-F209-C7A33E0FDB0F}"/>
              </a:ext>
            </a:extLst>
          </p:cNvPr>
          <p:cNvSpPr>
            <a:spLocks noGrp="1"/>
          </p:cNvSpPr>
          <p:nvPr userDrawn="1">
            <p:ph type="pic" sz="quarter" idx="31"/>
          </p:nvPr>
        </p:nvSpPr>
        <p:spPr>
          <a:xfrm>
            <a:off x="7157188" y="1901016"/>
            <a:ext cx="816000" cy="437143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38" name="textbox 2 below">
            <a:extLst>
              <a:ext uri="{FF2B5EF4-FFF2-40B4-BE49-F238E27FC236}">
                <a16:creationId xmlns:a16="http://schemas.microsoft.com/office/drawing/2014/main" id="{F4FBAF76-6E8A-C307-3D11-6C501F523D55}"/>
              </a:ext>
            </a:extLst>
          </p:cNvPr>
          <p:cNvSpPr>
            <a:spLocks noGrp="1"/>
          </p:cNvSpPr>
          <p:nvPr userDrawn="1">
            <p:ph type="body" idx="68" hasCustomPrompt="1"/>
          </p:nvPr>
        </p:nvSpPr>
        <p:spPr>
          <a:xfrm>
            <a:off x="3520134" y="3886431"/>
            <a:ext cx="2880000" cy="2268000"/>
          </a:xfrm>
          <a:prstGeom prst="roundRect">
            <a:avLst>
              <a:gd name="adj" fmla="val 2335"/>
            </a:avLst>
          </a:prstGeom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18900000" scaled="0"/>
          </a:gra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lIns="144000" tIns="21600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 spc="40" baseline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Testtext</a:t>
            </a:r>
          </a:p>
        </p:txBody>
      </p:sp>
      <p:sp>
        <p:nvSpPr>
          <p:cNvPr id="39" name="text 2 below">
            <a:extLst>
              <a:ext uri="{FF2B5EF4-FFF2-40B4-BE49-F238E27FC236}">
                <a16:creationId xmlns:a16="http://schemas.microsoft.com/office/drawing/2014/main" id="{29E1B6E4-DBE8-DEEE-A245-44ABA3FE0484}"/>
              </a:ext>
            </a:extLst>
          </p:cNvPr>
          <p:cNvSpPr>
            <a:spLocks noGrp="1"/>
          </p:cNvSpPr>
          <p:nvPr userDrawn="1">
            <p:ph type="body" sz="quarter" idx="69"/>
          </p:nvPr>
        </p:nvSpPr>
        <p:spPr>
          <a:xfrm>
            <a:off x="3747770" y="4761525"/>
            <a:ext cx="2520000" cy="1296000"/>
          </a:xfrm>
          <a:prstGeom prst="rect">
            <a:avLst/>
          </a:prstGeom>
          <a:noFill/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>
              <a:defRPr lang="en-US" smtClean="0">
                <a:solidFill>
                  <a:schemeClr val="bg1"/>
                </a:solidFill>
              </a:defRPr>
            </a:lvl5pPr>
            <a:lvl6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dirty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6pPr>
            <a:lvl7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dirty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7pPr>
            <a:lvl8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dirty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8pPr>
            <a:lvl9pPr>
              <a:defRPr lang="en-US" sz="1200" dirty="0">
                <a:solidFill>
                  <a:schemeClr val="bg1"/>
                </a:solidFill>
              </a:defRPr>
            </a:lvl9pPr>
          </a:lstStyle>
          <a:p>
            <a:pPr lvl="0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Click to edit Master text styles</a:t>
            </a:r>
          </a:p>
          <a:p>
            <a:pPr lvl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</a:pPr>
            <a:r>
              <a:rPr lang="en-US" dirty="0"/>
              <a:t>Second level</a:t>
            </a:r>
          </a:p>
          <a:p>
            <a:pPr lvl="2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</a:pPr>
            <a:r>
              <a:rPr lang="en-US" dirty="0"/>
              <a:t>Third level </a:t>
            </a:r>
          </a:p>
          <a:p>
            <a:pPr lvl="3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</a:pPr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>
              <a:buClr>
                <a:schemeClr val="bg1"/>
              </a:buClr>
            </a:pPr>
            <a:r>
              <a:rPr lang="en-US" dirty="0"/>
              <a:t>Sixth level</a:t>
            </a:r>
          </a:p>
          <a:p>
            <a:pPr lvl="6">
              <a:buClr>
                <a:schemeClr val="bg1"/>
              </a:buClr>
            </a:pPr>
            <a:r>
              <a:rPr lang="en-US" dirty="0"/>
              <a:t>Seventh level</a:t>
            </a:r>
          </a:p>
          <a:p>
            <a:pPr lvl="7">
              <a:buClr>
                <a:schemeClr val="bg1"/>
              </a:buClr>
            </a:pPr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0" name="textbox 1 below">
            <a:extLst>
              <a:ext uri="{FF2B5EF4-FFF2-40B4-BE49-F238E27FC236}">
                <a16:creationId xmlns:a16="http://schemas.microsoft.com/office/drawing/2014/main" id="{1B1722B6-8450-B910-50A5-F10CA47EF28C}"/>
              </a:ext>
            </a:extLst>
          </p:cNvPr>
          <p:cNvSpPr>
            <a:spLocks noGrp="1"/>
          </p:cNvSpPr>
          <p:nvPr userDrawn="1">
            <p:ph type="body" idx="70" hasCustomPrompt="1"/>
          </p:nvPr>
        </p:nvSpPr>
        <p:spPr>
          <a:xfrm>
            <a:off x="540000" y="3886431"/>
            <a:ext cx="2880000" cy="2268000"/>
          </a:xfrm>
          <a:prstGeom prst="roundRect">
            <a:avLst>
              <a:gd name="adj" fmla="val 2335"/>
            </a:avLst>
          </a:prstGeom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18900000" scaled="0"/>
          </a:gra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lIns="144000" tIns="21600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 spc="40" baseline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Testtext</a:t>
            </a:r>
          </a:p>
        </p:txBody>
      </p:sp>
      <p:sp>
        <p:nvSpPr>
          <p:cNvPr id="41" name="text 1 below">
            <a:extLst>
              <a:ext uri="{FF2B5EF4-FFF2-40B4-BE49-F238E27FC236}">
                <a16:creationId xmlns:a16="http://schemas.microsoft.com/office/drawing/2014/main" id="{7F42DA1E-E0D7-AB23-D6B2-5C71AFE302AF}"/>
              </a:ext>
            </a:extLst>
          </p:cNvPr>
          <p:cNvSpPr>
            <a:spLocks noGrp="1"/>
          </p:cNvSpPr>
          <p:nvPr userDrawn="1">
            <p:ph type="body" sz="quarter" idx="71"/>
          </p:nvPr>
        </p:nvSpPr>
        <p:spPr>
          <a:xfrm>
            <a:off x="770067" y="4761525"/>
            <a:ext cx="2520000" cy="1296000"/>
          </a:xfrm>
          <a:prstGeom prst="rect">
            <a:avLst/>
          </a:prstGeom>
          <a:noFill/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>
              <a:defRPr lang="en-US" smtClean="0">
                <a:solidFill>
                  <a:schemeClr val="bg1"/>
                </a:solidFill>
              </a:defRPr>
            </a:lvl5pPr>
            <a:lvl6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dirty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6pPr>
            <a:lvl7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dirty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7pPr>
            <a:lvl8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dirty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8pPr>
            <a:lvl9pPr>
              <a:defRPr lang="en-US" sz="1200" dirty="0">
                <a:solidFill>
                  <a:schemeClr val="bg1"/>
                </a:solidFill>
              </a:defRPr>
            </a:lvl9pPr>
          </a:lstStyle>
          <a:p>
            <a:pPr lvl="0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Click to edit Master text styles</a:t>
            </a:r>
          </a:p>
          <a:p>
            <a:pPr lvl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</a:pPr>
            <a:r>
              <a:rPr lang="en-US" dirty="0"/>
              <a:t>Second level</a:t>
            </a:r>
          </a:p>
          <a:p>
            <a:pPr lvl="2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</a:pPr>
            <a:r>
              <a:rPr lang="en-US" dirty="0"/>
              <a:t>Third level </a:t>
            </a:r>
          </a:p>
          <a:p>
            <a:pPr lvl="3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</a:pPr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>
              <a:buClr>
                <a:schemeClr val="bg1"/>
              </a:buClr>
            </a:pPr>
            <a:r>
              <a:rPr lang="en-US" dirty="0"/>
              <a:t>Sixth level</a:t>
            </a:r>
          </a:p>
          <a:p>
            <a:pPr lvl="6">
              <a:buClr>
                <a:schemeClr val="bg1"/>
              </a:buClr>
            </a:pPr>
            <a:r>
              <a:rPr lang="en-US" dirty="0"/>
              <a:t>Seventh level</a:t>
            </a:r>
          </a:p>
          <a:p>
            <a:pPr lvl="7">
              <a:buClr>
                <a:schemeClr val="bg1"/>
              </a:buClr>
            </a:pPr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  <a:p>
            <a:pPr lvl="8"/>
            <a:endParaRPr lang="en-US" dirty="0"/>
          </a:p>
        </p:txBody>
      </p:sp>
      <p:sp>
        <p:nvSpPr>
          <p:cNvPr id="29" name="textbox 2">
            <a:extLst>
              <a:ext uri="{FF2B5EF4-FFF2-40B4-BE49-F238E27FC236}">
                <a16:creationId xmlns:a16="http://schemas.microsoft.com/office/drawing/2014/main" id="{EAC91221-6B27-61BA-286E-D5ECB006B892}"/>
              </a:ext>
            </a:extLst>
          </p:cNvPr>
          <p:cNvSpPr>
            <a:spLocks noGrp="1"/>
          </p:cNvSpPr>
          <p:nvPr userDrawn="1">
            <p:ph type="body" idx="62" hasCustomPrompt="1"/>
          </p:nvPr>
        </p:nvSpPr>
        <p:spPr>
          <a:xfrm>
            <a:off x="3520134" y="1484312"/>
            <a:ext cx="2880000" cy="2268000"/>
          </a:xfrm>
          <a:prstGeom prst="roundRect">
            <a:avLst>
              <a:gd name="adj" fmla="val 2335"/>
            </a:avLst>
          </a:prstGeom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18900000" scaled="0"/>
          </a:gra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lIns="144000" tIns="21600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 spc="40" baseline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Testtext</a:t>
            </a:r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4818C9A4-7108-350F-9A62-A637D9339E60}"/>
              </a:ext>
            </a:extLst>
          </p:cNvPr>
          <p:cNvSpPr>
            <a:spLocks noGrp="1"/>
          </p:cNvSpPr>
          <p:nvPr userDrawn="1">
            <p:ph type="body" sz="quarter" idx="65"/>
          </p:nvPr>
        </p:nvSpPr>
        <p:spPr>
          <a:xfrm>
            <a:off x="3747770" y="2359406"/>
            <a:ext cx="2520000" cy="1296000"/>
          </a:xfrm>
          <a:prstGeom prst="rect">
            <a:avLst/>
          </a:prstGeom>
          <a:noFill/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1pPr>
            <a:lvl2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2pPr>
            <a:lvl3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3pPr>
            <a:lvl4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4pPr>
            <a:lvl5pPr>
              <a:defRPr lang="en-US" smtClean="0">
                <a:solidFill>
                  <a:schemeClr val="bg1"/>
                </a:solidFill>
              </a:defRPr>
            </a:lvl5pPr>
            <a:lvl6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dirty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6pPr>
            <a:lvl7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dirty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7pPr>
            <a:lvl8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tabLst>
                <a:tab pos="182563" algn="l"/>
              </a:tabLst>
              <a:defRPr lang="en-US" sz="1200" b="0" i="0" kern="1200" baseline="0" noProof="0" dirty="0" smtClean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8pPr>
            <a:lvl9pPr>
              <a:defRPr lang="en-US" sz="1200" dirty="0">
                <a:solidFill>
                  <a:schemeClr val="bg1"/>
                </a:solidFill>
              </a:defRPr>
            </a:lvl9pPr>
          </a:lstStyle>
          <a:p>
            <a:pPr lvl="0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 dirty="0"/>
              <a:t>Click to edit Master text styles</a:t>
            </a:r>
          </a:p>
          <a:p>
            <a:pPr lvl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</a:pPr>
            <a:r>
              <a:rPr lang="en-US" dirty="0"/>
              <a:t>Second level</a:t>
            </a:r>
          </a:p>
          <a:p>
            <a:pPr lvl="2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</a:pPr>
            <a:r>
              <a:rPr lang="en-US" dirty="0"/>
              <a:t>Third level </a:t>
            </a:r>
          </a:p>
          <a:p>
            <a:pPr lvl="3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</a:pPr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>
              <a:buClr>
                <a:schemeClr val="bg1"/>
              </a:buClr>
            </a:pPr>
            <a:r>
              <a:rPr lang="en-US" dirty="0"/>
              <a:t>Sixth level</a:t>
            </a:r>
          </a:p>
          <a:p>
            <a:pPr lvl="6">
              <a:buClr>
                <a:schemeClr val="bg1"/>
              </a:buClr>
            </a:pPr>
            <a:r>
              <a:rPr lang="en-US" dirty="0"/>
              <a:t>Seventh level</a:t>
            </a:r>
          </a:p>
          <a:p>
            <a:pPr lvl="7">
              <a:buClr>
                <a:schemeClr val="bg1"/>
              </a:buClr>
            </a:pPr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41210209-2F8F-4A94-756B-386574596A9C}"/>
              </a:ext>
            </a:extLst>
          </p:cNvPr>
          <p:cNvSpPr>
            <a:spLocks noGrp="1"/>
          </p:cNvSpPr>
          <p:nvPr userDrawn="1">
            <p:ph type="body" idx="61" hasCustomPrompt="1"/>
          </p:nvPr>
        </p:nvSpPr>
        <p:spPr>
          <a:xfrm>
            <a:off x="540000" y="1484312"/>
            <a:ext cx="2880000" cy="2268000"/>
          </a:xfrm>
          <a:prstGeom prst="roundRect">
            <a:avLst>
              <a:gd name="adj" fmla="val 2335"/>
            </a:avLst>
          </a:prstGeom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18900000" scaled="0"/>
          </a:gra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lIns="144000" tIns="21600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0" spc="40" baseline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 </a:t>
            </a:r>
            <a:r>
              <a:rPr lang="en-US" dirty="0" err="1"/>
              <a:t>Testtext</a:t>
            </a:r>
            <a:endParaRPr lang="en-US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A0ADE226-CB9B-D822-4EC3-AA0028471BB9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770067" y="2359406"/>
            <a:ext cx="2520000" cy="1296000"/>
          </a:xfrm>
          <a:prstGeom prst="rect">
            <a:avLst/>
          </a:prstGeom>
          <a:noFill/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0" tIns="0" rIns="0" bIns="0" rtlCol="0" anchor="t">
            <a:noAutofit/>
          </a:bodyPr>
          <a:lstStyle>
            <a:lvl1pPr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defRPr lang="en-US" sz="1200" i="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2pPr>
            <a:lvl3pPr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3pPr>
            <a:lvl4pPr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4pPr>
            <a:lvl5pPr>
              <a:defRPr lang="en-US" sz="1400" dirty="0">
                <a:solidFill>
                  <a:schemeClr val="bg1"/>
                </a:solidFill>
              </a:defRPr>
            </a:lvl5pPr>
            <a:lvl6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  <a:tabLst>
                <a:tab pos="182563" algn="l"/>
              </a:tabLst>
              <a:defRPr lang="en-US" sz="1200" b="0" i="0" kern="1200" baseline="0" noProof="0" dirty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6pPr>
            <a:lvl7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  <a:tabLst>
                <a:tab pos="182563" algn="l"/>
              </a:tabLst>
              <a:defRPr lang="en-US" sz="1200" b="0" i="0" kern="1200" baseline="0" noProof="0" dirty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7pPr>
            <a:lvl8pPr algn="l" defTabSz="914400" rtl="0" eaLnBrk="1" latinLnBrk="0" hangingPunct="1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  <a:buClr>
                <a:schemeClr val="bg1"/>
              </a:buClr>
              <a:tabLst>
                <a:tab pos="182563" algn="l"/>
              </a:tabLst>
              <a:defRPr lang="en-US" sz="1200" b="0" i="0" kern="1200" baseline="0" noProof="0" dirty="0">
                <a:solidFill>
                  <a:schemeClr val="bg1"/>
                </a:solidFill>
                <a:latin typeface="Segoe UI Semilight" panose="020B0402040204020203" pitchFamily="34" charset="0"/>
                <a:ea typeface="+mn-ea"/>
                <a:cs typeface="Segoe UI Semilight" panose="020B0402040204020203" pitchFamily="34" charset="0"/>
              </a:defRPr>
            </a:lvl8pPr>
            <a:lvl9pPr>
              <a:defRPr sz="12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26" name="title">
            <a:extLst>
              <a:ext uri="{FF2B5EF4-FFF2-40B4-BE49-F238E27FC236}">
                <a16:creationId xmlns:a16="http://schemas.microsoft.com/office/drawing/2014/main" id="{8EF6F7E1-2A5B-2542-694E-DEE72349B05A}"/>
              </a:ext>
            </a:extLst>
          </p:cNvPr>
          <p:cNvSpPr>
            <a:spLocks noGrp="1"/>
          </p:cNvSpPr>
          <p:nvPr userDrawn="1">
            <p:ph type="title"/>
          </p:nvPr>
        </p:nvSpPr>
        <p:spPr/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navigation">
            <a:extLst>
              <a:ext uri="{FF2B5EF4-FFF2-40B4-BE49-F238E27FC236}">
                <a16:creationId xmlns:a16="http://schemas.microsoft.com/office/drawing/2014/main" id="{0D8B8A8A-402D-C8A1-B168-F98BC5DD2918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8648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34b : citiation : 16 logow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B7DF5438-CE54-DB76-7519-6B492C353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BF49D278-F4EF-105E-D394-837DBAD3E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02E6CEDB-A8CD-4A71-1981-445288A06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96" name="shadow 16">
            <a:extLst>
              <a:ext uri="{FF2B5EF4-FFF2-40B4-BE49-F238E27FC236}">
                <a16:creationId xmlns:a16="http://schemas.microsoft.com/office/drawing/2014/main" id="{E2923B86-B15F-8CED-8DD4-0AAE81B734C6}"/>
              </a:ext>
            </a:extLst>
          </p:cNvPr>
          <p:cNvSpPr txBox="1"/>
          <p:nvPr userDrawn="1"/>
        </p:nvSpPr>
        <p:spPr bwMode="auto">
          <a:xfrm>
            <a:off x="9982813" y="4851318"/>
            <a:ext cx="1512000" cy="935991"/>
          </a:xfrm>
          <a:prstGeom prst="roundRect">
            <a:avLst>
              <a:gd name="adj" fmla="val 6157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97" name="logo placeholder 16">
            <a:extLst>
              <a:ext uri="{FF2B5EF4-FFF2-40B4-BE49-F238E27FC236}">
                <a16:creationId xmlns:a16="http://schemas.microsoft.com/office/drawing/2014/main" id="{1125ADF2-7F3B-4366-BF76-9281D8AFE84D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10234813" y="5049313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8" name="shadow 15">
            <a:extLst>
              <a:ext uri="{FF2B5EF4-FFF2-40B4-BE49-F238E27FC236}">
                <a16:creationId xmlns:a16="http://schemas.microsoft.com/office/drawing/2014/main" id="{87901B9E-7533-051F-8692-02C88698A3C7}"/>
              </a:ext>
            </a:extLst>
          </p:cNvPr>
          <p:cNvSpPr txBox="1"/>
          <p:nvPr userDrawn="1"/>
        </p:nvSpPr>
        <p:spPr bwMode="auto">
          <a:xfrm>
            <a:off x="8256961" y="4851318"/>
            <a:ext cx="1512000" cy="935991"/>
          </a:xfrm>
          <a:prstGeom prst="roundRect">
            <a:avLst>
              <a:gd name="adj" fmla="val 6720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99" name="logo placeholder 15">
            <a:extLst>
              <a:ext uri="{FF2B5EF4-FFF2-40B4-BE49-F238E27FC236}">
                <a16:creationId xmlns:a16="http://schemas.microsoft.com/office/drawing/2014/main" id="{4B193DB4-7BE9-7CD2-2779-83928D859BAE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8508961" y="5049313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00" name="shadow 14">
            <a:extLst>
              <a:ext uri="{FF2B5EF4-FFF2-40B4-BE49-F238E27FC236}">
                <a16:creationId xmlns:a16="http://schemas.microsoft.com/office/drawing/2014/main" id="{DBF90D46-7E06-DEA6-41DA-FCBC359E4442}"/>
              </a:ext>
            </a:extLst>
          </p:cNvPr>
          <p:cNvSpPr txBox="1"/>
          <p:nvPr userDrawn="1"/>
        </p:nvSpPr>
        <p:spPr bwMode="auto">
          <a:xfrm>
            <a:off x="6531109" y="4851318"/>
            <a:ext cx="1512000" cy="935991"/>
          </a:xfrm>
          <a:prstGeom prst="roundRect">
            <a:avLst>
              <a:gd name="adj" fmla="val 7848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101" name="logo placeholder 14">
            <a:extLst>
              <a:ext uri="{FF2B5EF4-FFF2-40B4-BE49-F238E27FC236}">
                <a16:creationId xmlns:a16="http://schemas.microsoft.com/office/drawing/2014/main" id="{3CBFFEC2-79F3-CD75-DAF9-0389F356470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783109" y="5049313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02" name="shadow 13">
            <a:extLst>
              <a:ext uri="{FF2B5EF4-FFF2-40B4-BE49-F238E27FC236}">
                <a16:creationId xmlns:a16="http://schemas.microsoft.com/office/drawing/2014/main" id="{EAE0B412-CDB8-54A1-0B63-519B40D8A00B}"/>
              </a:ext>
            </a:extLst>
          </p:cNvPr>
          <p:cNvSpPr txBox="1"/>
          <p:nvPr userDrawn="1"/>
        </p:nvSpPr>
        <p:spPr bwMode="auto">
          <a:xfrm>
            <a:off x="4805257" y="4851318"/>
            <a:ext cx="1512000" cy="935991"/>
          </a:xfrm>
          <a:prstGeom prst="roundRect">
            <a:avLst>
              <a:gd name="adj" fmla="val 6861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103" name="logo placeholder 13">
            <a:extLst>
              <a:ext uri="{FF2B5EF4-FFF2-40B4-BE49-F238E27FC236}">
                <a16:creationId xmlns:a16="http://schemas.microsoft.com/office/drawing/2014/main" id="{F113B359-3B0D-4694-4348-739B99E52E68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057257" y="5049313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8" name="shadow 12">
            <a:extLst>
              <a:ext uri="{FF2B5EF4-FFF2-40B4-BE49-F238E27FC236}">
                <a16:creationId xmlns:a16="http://schemas.microsoft.com/office/drawing/2014/main" id="{FF745DB1-47BF-B067-EB1D-510498B5B584}"/>
              </a:ext>
            </a:extLst>
          </p:cNvPr>
          <p:cNvSpPr txBox="1"/>
          <p:nvPr userDrawn="1"/>
        </p:nvSpPr>
        <p:spPr bwMode="auto">
          <a:xfrm>
            <a:off x="9982813" y="3585261"/>
            <a:ext cx="1512000" cy="935991"/>
          </a:xfrm>
          <a:prstGeom prst="roundRect">
            <a:avLst>
              <a:gd name="adj" fmla="val 7566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89" name="logo placeholder 12">
            <a:extLst>
              <a:ext uri="{FF2B5EF4-FFF2-40B4-BE49-F238E27FC236}">
                <a16:creationId xmlns:a16="http://schemas.microsoft.com/office/drawing/2014/main" id="{89CFB8F1-963E-9795-2AB6-37335219BD8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234813" y="3783256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0" name="shadow11">
            <a:extLst>
              <a:ext uri="{FF2B5EF4-FFF2-40B4-BE49-F238E27FC236}">
                <a16:creationId xmlns:a16="http://schemas.microsoft.com/office/drawing/2014/main" id="{FA2698AC-F0EC-2E9A-E1D4-BE2953BDE221}"/>
              </a:ext>
            </a:extLst>
          </p:cNvPr>
          <p:cNvSpPr txBox="1"/>
          <p:nvPr userDrawn="1"/>
        </p:nvSpPr>
        <p:spPr bwMode="auto">
          <a:xfrm>
            <a:off x="8256961" y="3585261"/>
            <a:ext cx="1512000" cy="935991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91" name="logo placeholder 11">
            <a:extLst>
              <a:ext uri="{FF2B5EF4-FFF2-40B4-BE49-F238E27FC236}">
                <a16:creationId xmlns:a16="http://schemas.microsoft.com/office/drawing/2014/main" id="{D82004BE-7897-ED19-E2FA-A6EB83D50B21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508961" y="3783256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2" name="shadow 10">
            <a:extLst>
              <a:ext uri="{FF2B5EF4-FFF2-40B4-BE49-F238E27FC236}">
                <a16:creationId xmlns:a16="http://schemas.microsoft.com/office/drawing/2014/main" id="{B13E3F17-41CC-1F5F-6BD8-B4DD038E19BB}"/>
              </a:ext>
            </a:extLst>
          </p:cNvPr>
          <p:cNvSpPr txBox="1"/>
          <p:nvPr userDrawn="1"/>
        </p:nvSpPr>
        <p:spPr bwMode="auto">
          <a:xfrm>
            <a:off x="6531109" y="3585261"/>
            <a:ext cx="1512000" cy="935991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93" name="logo placeholder 10">
            <a:extLst>
              <a:ext uri="{FF2B5EF4-FFF2-40B4-BE49-F238E27FC236}">
                <a16:creationId xmlns:a16="http://schemas.microsoft.com/office/drawing/2014/main" id="{141E863E-D86F-4D0F-02BA-35830ADD0E0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783109" y="3783256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4" name="shadow 9">
            <a:extLst>
              <a:ext uri="{FF2B5EF4-FFF2-40B4-BE49-F238E27FC236}">
                <a16:creationId xmlns:a16="http://schemas.microsoft.com/office/drawing/2014/main" id="{9BCF03B8-1380-7DC1-036B-6E4D4220F02B}"/>
              </a:ext>
            </a:extLst>
          </p:cNvPr>
          <p:cNvSpPr txBox="1"/>
          <p:nvPr userDrawn="1"/>
        </p:nvSpPr>
        <p:spPr bwMode="auto">
          <a:xfrm>
            <a:off x="4805257" y="3585261"/>
            <a:ext cx="1512000" cy="935991"/>
          </a:xfrm>
          <a:prstGeom prst="roundRect">
            <a:avLst>
              <a:gd name="adj" fmla="val 7284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95" name="logo placeholder 9">
            <a:extLst>
              <a:ext uri="{FF2B5EF4-FFF2-40B4-BE49-F238E27FC236}">
                <a16:creationId xmlns:a16="http://schemas.microsoft.com/office/drawing/2014/main" id="{A707DA6A-00FC-2E55-4B58-C515F774758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057257" y="3783256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0" name="shadow 8">
            <a:extLst>
              <a:ext uri="{FF2B5EF4-FFF2-40B4-BE49-F238E27FC236}">
                <a16:creationId xmlns:a16="http://schemas.microsoft.com/office/drawing/2014/main" id="{B0A47F32-1480-E4DB-942F-1D9D0FCED7D0}"/>
              </a:ext>
            </a:extLst>
          </p:cNvPr>
          <p:cNvSpPr txBox="1"/>
          <p:nvPr userDrawn="1"/>
        </p:nvSpPr>
        <p:spPr bwMode="auto">
          <a:xfrm>
            <a:off x="9982813" y="2319204"/>
            <a:ext cx="1512000" cy="935991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81" name="logo placeholder 8">
            <a:extLst>
              <a:ext uri="{FF2B5EF4-FFF2-40B4-BE49-F238E27FC236}">
                <a16:creationId xmlns:a16="http://schemas.microsoft.com/office/drawing/2014/main" id="{2742F88B-F2B8-3938-AEFA-13FAD75C5CB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234813" y="2517199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2" name="shadow 7">
            <a:extLst>
              <a:ext uri="{FF2B5EF4-FFF2-40B4-BE49-F238E27FC236}">
                <a16:creationId xmlns:a16="http://schemas.microsoft.com/office/drawing/2014/main" id="{4C5FD10E-6727-8B29-8589-6365E0A1BEBB}"/>
              </a:ext>
            </a:extLst>
          </p:cNvPr>
          <p:cNvSpPr txBox="1"/>
          <p:nvPr userDrawn="1"/>
        </p:nvSpPr>
        <p:spPr bwMode="auto">
          <a:xfrm>
            <a:off x="8256961" y="2319204"/>
            <a:ext cx="1512000" cy="935991"/>
          </a:xfrm>
          <a:prstGeom prst="roundRect">
            <a:avLst>
              <a:gd name="adj" fmla="val 7002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83" name="logo placeholder 7">
            <a:extLst>
              <a:ext uri="{FF2B5EF4-FFF2-40B4-BE49-F238E27FC236}">
                <a16:creationId xmlns:a16="http://schemas.microsoft.com/office/drawing/2014/main" id="{05150DB6-4095-E54D-BF32-6D2966FB69E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508961" y="2517199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4" name="shadow 6">
            <a:extLst>
              <a:ext uri="{FF2B5EF4-FFF2-40B4-BE49-F238E27FC236}">
                <a16:creationId xmlns:a16="http://schemas.microsoft.com/office/drawing/2014/main" id="{41F9CFE7-7AC6-3B33-9BA6-014375E4C576}"/>
              </a:ext>
            </a:extLst>
          </p:cNvPr>
          <p:cNvSpPr txBox="1"/>
          <p:nvPr userDrawn="1"/>
        </p:nvSpPr>
        <p:spPr bwMode="auto">
          <a:xfrm>
            <a:off x="6531109" y="2319204"/>
            <a:ext cx="1512000" cy="935991"/>
          </a:xfrm>
          <a:prstGeom prst="roundRect">
            <a:avLst>
              <a:gd name="adj" fmla="val 6720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85" name="logo placeholder 6">
            <a:extLst>
              <a:ext uri="{FF2B5EF4-FFF2-40B4-BE49-F238E27FC236}">
                <a16:creationId xmlns:a16="http://schemas.microsoft.com/office/drawing/2014/main" id="{D30CCF7D-673C-55D3-A468-D97F87EE006B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783109" y="2517199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86" name="shadow 5">
            <a:extLst>
              <a:ext uri="{FF2B5EF4-FFF2-40B4-BE49-F238E27FC236}">
                <a16:creationId xmlns:a16="http://schemas.microsoft.com/office/drawing/2014/main" id="{D72E8EA0-3D2B-9ED6-82D8-ED6FCA2D985B}"/>
              </a:ext>
            </a:extLst>
          </p:cNvPr>
          <p:cNvSpPr txBox="1"/>
          <p:nvPr userDrawn="1"/>
        </p:nvSpPr>
        <p:spPr bwMode="auto">
          <a:xfrm>
            <a:off x="4805257" y="2319204"/>
            <a:ext cx="1512000" cy="935991"/>
          </a:xfrm>
          <a:prstGeom prst="roundRect">
            <a:avLst>
              <a:gd name="adj" fmla="val 6156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87" name="logo placeholder 5">
            <a:extLst>
              <a:ext uri="{FF2B5EF4-FFF2-40B4-BE49-F238E27FC236}">
                <a16:creationId xmlns:a16="http://schemas.microsoft.com/office/drawing/2014/main" id="{14EE79C8-1695-CEBE-76D4-0FB8EB61A33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057257" y="2517199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2" name="shadow 4">
            <a:extLst>
              <a:ext uri="{FF2B5EF4-FFF2-40B4-BE49-F238E27FC236}">
                <a16:creationId xmlns:a16="http://schemas.microsoft.com/office/drawing/2014/main" id="{D6F83AC8-8B29-8801-BE27-28F434D98451}"/>
              </a:ext>
            </a:extLst>
          </p:cNvPr>
          <p:cNvSpPr txBox="1"/>
          <p:nvPr userDrawn="1"/>
        </p:nvSpPr>
        <p:spPr bwMode="auto">
          <a:xfrm>
            <a:off x="9982813" y="1053147"/>
            <a:ext cx="1512000" cy="935991"/>
          </a:xfrm>
          <a:prstGeom prst="roundRect">
            <a:avLst>
              <a:gd name="adj" fmla="val 6438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43" name="logo placeholder 4">
            <a:extLst>
              <a:ext uri="{FF2B5EF4-FFF2-40B4-BE49-F238E27FC236}">
                <a16:creationId xmlns:a16="http://schemas.microsoft.com/office/drawing/2014/main" id="{35EEE6D8-D74C-90B6-18D0-58976CD7A55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34813" y="1251142"/>
            <a:ext cx="1008000" cy="540000"/>
          </a:xfrm>
        </p:spPr>
        <p:txBody>
          <a:bodyPr>
            <a:noAutofit/>
          </a:bodyPr>
          <a:lstStyle/>
          <a:p>
            <a:r>
              <a:rPr lang="de-DE" dirty="0"/>
              <a:t>Bild</a:t>
            </a:r>
            <a:endParaRPr lang="en-US" dirty="0"/>
          </a:p>
        </p:txBody>
      </p:sp>
      <p:sp>
        <p:nvSpPr>
          <p:cNvPr id="74" name="shadow 3">
            <a:extLst>
              <a:ext uri="{FF2B5EF4-FFF2-40B4-BE49-F238E27FC236}">
                <a16:creationId xmlns:a16="http://schemas.microsoft.com/office/drawing/2014/main" id="{D38C53B9-B6AB-F350-CF17-ECF6776F926E}"/>
              </a:ext>
            </a:extLst>
          </p:cNvPr>
          <p:cNvSpPr txBox="1"/>
          <p:nvPr userDrawn="1"/>
        </p:nvSpPr>
        <p:spPr bwMode="auto">
          <a:xfrm>
            <a:off x="8256961" y="1053147"/>
            <a:ext cx="1512000" cy="935991"/>
          </a:xfrm>
          <a:prstGeom prst="roundRect">
            <a:avLst>
              <a:gd name="adj" fmla="val 6720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75" name="logo placeholder 3">
            <a:extLst>
              <a:ext uri="{FF2B5EF4-FFF2-40B4-BE49-F238E27FC236}">
                <a16:creationId xmlns:a16="http://schemas.microsoft.com/office/drawing/2014/main" id="{7E3449CE-B4DE-5C1A-9668-C6F8F9E0DD38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508961" y="1251142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76" name="shadow 2">
            <a:extLst>
              <a:ext uri="{FF2B5EF4-FFF2-40B4-BE49-F238E27FC236}">
                <a16:creationId xmlns:a16="http://schemas.microsoft.com/office/drawing/2014/main" id="{301F3DC4-0449-A7F5-56EC-E9D3381053D3}"/>
              </a:ext>
            </a:extLst>
          </p:cNvPr>
          <p:cNvSpPr txBox="1"/>
          <p:nvPr userDrawn="1"/>
        </p:nvSpPr>
        <p:spPr bwMode="auto">
          <a:xfrm>
            <a:off x="6531109" y="1053147"/>
            <a:ext cx="1512000" cy="935991"/>
          </a:xfrm>
          <a:prstGeom prst="roundRect">
            <a:avLst>
              <a:gd name="adj" fmla="val 7705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77" name="logo placeholder 2">
            <a:extLst>
              <a:ext uri="{FF2B5EF4-FFF2-40B4-BE49-F238E27FC236}">
                <a16:creationId xmlns:a16="http://schemas.microsoft.com/office/drawing/2014/main" id="{D34CE9B8-818E-3DDB-F209-C7A33E0FDB0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783109" y="1251142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78" name="shadow 1">
            <a:extLst>
              <a:ext uri="{FF2B5EF4-FFF2-40B4-BE49-F238E27FC236}">
                <a16:creationId xmlns:a16="http://schemas.microsoft.com/office/drawing/2014/main" id="{CFB59063-80E3-E2EB-4B23-45A1037F5186}"/>
              </a:ext>
            </a:extLst>
          </p:cNvPr>
          <p:cNvSpPr txBox="1"/>
          <p:nvPr userDrawn="1"/>
        </p:nvSpPr>
        <p:spPr bwMode="auto">
          <a:xfrm>
            <a:off x="4805257" y="1053147"/>
            <a:ext cx="1512000" cy="935991"/>
          </a:xfrm>
          <a:prstGeom prst="roundRect">
            <a:avLst>
              <a:gd name="adj" fmla="val 7891"/>
            </a:avLst>
          </a:prstGeom>
          <a:solidFill>
            <a:schemeClr val="bg1"/>
          </a:solidFill>
          <a:ln w="6350">
            <a:noFill/>
            <a:miter lim="800000"/>
            <a:headEnd/>
            <a:tailEnd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nl-NL"/>
            </a:defPPr>
            <a:lvl1pPr algn="ctr">
              <a:defRPr sz="1300" b="1"/>
            </a:lvl1pPr>
          </a:lstStyle>
          <a:p>
            <a:endParaRPr lang="de-DE" dirty="0"/>
          </a:p>
        </p:txBody>
      </p:sp>
      <p:sp>
        <p:nvSpPr>
          <p:cNvPr id="79" name="logo placeholder 1">
            <a:extLst>
              <a:ext uri="{FF2B5EF4-FFF2-40B4-BE49-F238E27FC236}">
                <a16:creationId xmlns:a16="http://schemas.microsoft.com/office/drawing/2014/main" id="{39884650-5323-73EB-025E-43D4C2B46049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057257" y="1251142"/>
            <a:ext cx="1008000" cy="540000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text blue box">
            <a:extLst>
              <a:ext uri="{FF2B5EF4-FFF2-40B4-BE49-F238E27FC236}">
                <a16:creationId xmlns:a16="http://schemas.microsoft.com/office/drawing/2014/main" id="{F0FD9D5A-8335-146A-5473-6357232B3B7F}"/>
              </a:ext>
            </a:extLst>
          </p:cNvPr>
          <p:cNvSpPr>
            <a:spLocks noGrp="1"/>
          </p:cNvSpPr>
          <p:nvPr>
            <p:ph type="body" idx="45"/>
          </p:nvPr>
        </p:nvSpPr>
        <p:spPr>
          <a:xfrm>
            <a:off x="552211" y="837850"/>
            <a:ext cx="3780000" cy="5328000"/>
          </a:xfrm>
          <a:prstGeom prst="roundRect">
            <a:avLst>
              <a:gd name="adj" fmla="val 1968"/>
            </a:avLst>
          </a:prstGeom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2700000" scaled="1"/>
          </a:gradFill>
          <a:effectLst>
            <a:outerShdw blurRad="762000" dist="254000" dir="5400000" algn="ctr" rotWithShape="0">
              <a:schemeClr val="tx1">
                <a:alpha val="30000"/>
              </a:schemeClr>
            </a:outerShdw>
          </a:effectLst>
        </p:spPr>
        <p:txBody>
          <a:bodyPr lIns="540000" tIns="972000" rIns="540000" anchor="t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 dirty="0"/>
          </a:p>
        </p:txBody>
      </p:sp>
      <p:sp>
        <p:nvSpPr>
          <p:cNvPr id="5" name="text below">
            <a:extLst>
              <a:ext uri="{FF2B5EF4-FFF2-40B4-BE49-F238E27FC236}">
                <a16:creationId xmlns:a16="http://schemas.microsoft.com/office/drawing/2014/main" id="{BE78CF6B-F452-2AE9-AA33-34AB27AEF5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39840" y="3429001"/>
            <a:ext cx="2736000" cy="2619000"/>
          </a:xfrm>
          <a:prstGeom prst="rect">
            <a:avLst/>
          </a:prstGeom>
          <a:noFill/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0" tIns="0" rIns="0" bIns="0" rtlCol="0" anchor="t">
            <a:noAutofit/>
          </a:bodyPr>
          <a:lstStyle>
            <a:lvl1pPr>
              <a:defRPr lang="en-US" sz="1200" i="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4pPr>
            <a:lvl5pPr>
              <a:defRPr lang="en-US" sz="1600" dirty="0">
                <a:solidFill>
                  <a:schemeClr val="bg1"/>
                </a:solidFill>
              </a:defRPr>
            </a:lvl5pPr>
          </a:lstStyle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6" name="quote sign">
            <a:extLst>
              <a:ext uri="{FF2B5EF4-FFF2-40B4-BE49-F238E27FC236}">
                <a16:creationId xmlns:a16="http://schemas.microsoft.com/office/drawing/2014/main" id="{C578B405-01D7-8535-585B-A28E0F284444}"/>
              </a:ext>
            </a:extLst>
          </p:cNvPr>
          <p:cNvSpPr/>
          <p:nvPr userDrawn="1"/>
        </p:nvSpPr>
        <p:spPr>
          <a:xfrm>
            <a:off x="913043" y="1141290"/>
            <a:ext cx="681460" cy="5766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06" y="12830"/>
                </a:moveTo>
                <a:cubicBezTo>
                  <a:pt x="9906" y="18677"/>
                  <a:pt x="9906" y="18677"/>
                  <a:pt x="9906" y="18677"/>
                </a:cubicBezTo>
                <a:cubicBezTo>
                  <a:pt x="9906" y="19489"/>
                  <a:pt x="9631" y="20301"/>
                  <a:pt x="9218" y="20788"/>
                </a:cubicBezTo>
                <a:cubicBezTo>
                  <a:pt x="8668" y="21438"/>
                  <a:pt x="8117" y="21600"/>
                  <a:pt x="7429" y="21600"/>
                </a:cubicBezTo>
                <a:cubicBezTo>
                  <a:pt x="2476" y="21600"/>
                  <a:pt x="2476" y="21600"/>
                  <a:pt x="2476" y="21600"/>
                </a:cubicBezTo>
                <a:cubicBezTo>
                  <a:pt x="1789" y="21600"/>
                  <a:pt x="1101" y="21438"/>
                  <a:pt x="688" y="20788"/>
                </a:cubicBezTo>
                <a:cubicBezTo>
                  <a:pt x="138" y="20301"/>
                  <a:pt x="0" y="19489"/>
                  <a:pt x="0" y="18677"/>
                </a:cubicBezTo>
                <a:cubicBezTo>
                  <a:pt x="0" y="7958"/>
                  <a:pt x="0" y="7958"/>
                  <a:pt x="0" y="7958"/>
                </a:cubicBezTo>
                <a:cubicBezTo>
                  <a:pt x="0" y="6821"/>
                  <a:pt x="138" y="5847"/>
                  <a:pt x="413" y="4872"/>
                </a:cubicBezTo>
                <a:cubicBezTo>
                  <a:pt x="825" y="3898"/>
                  <a:pt x="1238" y="3086"/>
                  <a:pt x="1926" y="2274"/>
                </a:cubicBezTo>
                <a:cubicBezTo>
                  <a:pt x="2476" y="1624"/>
                  <a:pt x="3164" y="1137"/>
                  <a:pt x="3990" y="650"/>
                </a:cubicBezTo>
                <a:cubicBezTo>
                  <a:pt x="4815" y="325"/>
                  <a:pt x="5641" y="0"/>
                  <a:pt x="6604" y="0"/>
                </a:cubicBezTo>
                <a:cubicBezTo>
                  <a:pt x="7429" y="0"/>
                  <a:pt x="7429" y="0"/>
                  <a:pt x="7429" y="0"/>
                </a:cubicBezTo>
                <a:cubicBezTo>
                  <a:pt x="7704" y="0"/>
                  <a:pt x="7842" y="162"/>
                  <a:pt x="7980" y="325"/>
                </a:cubicBezTo>
                <a:cubicBezTo>
                  <a:pt x="8255" y="487"/>
                  <a:pt x="8255" y="812"/>
                  <a:pt x="8255" y="974"/>
                </a:cubicBezTo>
                <a:cubicBezTo>
                  <a:pt x="8255" y="2923"/>
                  <a:pt x="8255" y="2923"/>
                  <a:pt x="8255" y="2923"/>
                </a:cubicBezTo>
                <a:cubicBezTo>
                  <a:pt x="8255" y="3248"/>
                  <a:pt x="8255" y="3573"/>
                  <a:pt x="7980" y="3735"/>
                </a:cubicBezTo>
                <a:cubicBezTo>
                  <a:pt x="7842" y="3898"/>
                  <a:pt x="7704" y="4060"/>
                  <a:pt x="7429" y="4060"/>
                </a:cubicBezTo>
                <a:cubicBezTo>
                  <a:pt x="6604" y="4060"/>
                  <a:pt x="6604" y="4060"/>
                  <a:pt x="6604" y="4060"/>
                </a:cubicBezTo>
                <a:cubicBezTo>
                  <a:pt x="5641" y="4060"/>
                  <a:pt x="4953" y="4385"/>
                  <a:pt x="4265" y="5197"/>
                </a:cubicBezTo>
                <a:cubicBezTo>
                  <a:pt x="3577" y="5847"/>
                  <a:pt x="3302" y="6821"/>
                  <a:pt x="3302" y="7958"/>
                </a:cubicBezTo>
                <a:cubicBezTo>
                  <a:pt x="3302" y="8445"/>
                  <a:pt x="3302" y="8445"/>
                  <a:pt x="3302" y="8445"/>
                </a:cubicBezTo>
                <a:cubicBezTo>
                  <a:pt x="3302" y="8770"/>
                  <a:pt x="3439" y="9095"/>
                  <a:pt x="3577" y="9420"/>
                </a:cubicBezTo>
                <a:cubicBezTo>
                  <a:pt x="3852" y="9744"/>
                  <a:pt x="4127" y="9907"/>
                  <a:pt x="4540" y="9907"/>
                </a:cubicBezTo>
                <a:cubicBezTo>
                  <a:pt x="7429" y="9907"/>
                  <a:pt x="7429" y="9907"/>
                  <a:pt x="7429" y="9907"/>
                </a:cubicBezTo>
                <a:cubicBezTo>
                  <a:pt x="8117" y="9907"/>
                  <a:pt x="8668" y="10232"/>
                  <a:pt x="9218" y="10719"/>
                </a:cubicBezTo>
                <a:cubicBezTo>
                  <a:pt x="9631" y="11368"/>
                  <a:pt x="9906" y="12018"/>
                  <a:pt x="9906" y="12830"/>
                </a:cubicBezTo>
                <a:close/>
                <a:moveTo>
                  <a:pt x="21600" y="12830"/>
                </a:moveTo>
                <a:cubicBezTo>
                  <a:pt x="21600" y="18677"/>
                  <a:pt x="21600" y="18677"/>
                  <a:pt x="21600" y="18677"/>
                </a:cubicBezTo>
                <a:cubicBezTo>
                  <a:pt x="21600" y="19489"/>
                  <a:pt x="21325" y="20301"/>
                  <a:pt x="20912" y="20788"/>
                </a:cubicBezTo>
                <a:cubicBezTo>
                  <a:pt x="20362" y="21438"/>
                  <a:pt x="19811" y="21600"/>
                  <a:pt x="19124" y="21600"/>
                </a:cubicBezTo>
                <a:cubicBezTo>
                  <a:pt x="14033" y="21600"/>
                  <a:pt x="14033" y="21600"/>
                  <a:pt x="14033" y="21600"/>
                </a:cubicBezTo>
                <a:cubicBezTo>
                  <a:pt x="13345" y="21600"/>
                  <a:pt x="12795" y="21438"/>
                  <a:pt x="12382" y="20788"/>
                </a:cubicBezTo>
                <a:cubicBezTo>
                  <a:pt x="11832" y="20301"/>
                  <a:pt x="11557" y="19489"/>
                  <a:pt x="11557" y="18677"/>
                </a:cubicBezTo>
                <a:cubicBezTo>
                  <a:pt x="11557" y="7958"/>
                  <a:pt x="11557" y="7958"/>
                  <a:pt x="11557" y="7958"/>
                </a:cubicBezTo>
                <a:cubicBezTo>
                  <a:pt x="11557" y="6821"/>
                  <a:pt x="11832" y="5847"/>
                  <a:pt x="12107" y="4872"/>
                </a:cubicBezTo>
                <a:cubicBezTo>
                  <a:pt x="12520" y="3898"/>
                  <a:pt x="12932" y="3086"/>
                  <a:pt x="13620" y="2274"/>
                </a:cubicBezTo>
                <a:cubicBezTo>
                  <a:pt x="14171" y="1624"/>
                  <a:pt x="14859" y="1137"/>
                  <a:pt x="15684" y="650"/>
                </a:cubicBezTo>
                <a:cubicBezTo>
                  <a:pt x="16510" y="325"/>
                  <a:pt x="17335" y="0"/>
                  <a:pt x="18298" y="0"/>
                </a:cubicBezTo>
                <a:cubicBezTo>
                  <a:pt x="19124" y="0"/>
                  <a:pt x="19124" y="0"/>
                  <a:pt x="19124" y="0"/>
                </a:cubicBezTo>
                <a:cubicBezTo>
                  <a:pt x="19261" y="0"/>
                  <a:pt x="19536" y="162"/>
                  <a:pt x="19674" y="325"/>
                </a:cubicBezTo>
                <a:cubicBezTo>
                  <a:pt x="19811" y="487"/>
                  <a:pt x="19949" y="812"/>
                  <a:pt x="19949" y="974"/>
                </a:cubicBezTo>
                <a:cubicBezTo>
                  <a:pt x="19949" y="2923"/>
                  <a:pt x="19949" y="2923"/>
                  <a:pt x="19949" y="2923"/>
                </a:cubicBezTo>
                <a:cubicBezTo>
                  <a:pt x="19949" y="3248"/>
                  <a:pt x="19811" y="3573"/>
                  <a:pt x="19674" y="3735"/>
                </a:cubicBezTo>
                <a:cubicBezTo>
                  <a:pt x="19536" y="3898"/>
                  <a:pt x="19261" y="4060"/>
                  <a:pt x="19124" y="4060"/>
                </a:cubicBezTo>
                <a:cubicBezTo>
                  <a:pt x="18298" y="4060"/>
                  <a:pt x="18298" y="4060"/>
                  <a:pt x="18298" y="4060"/>
                </a:cubicBezTo>
                <a:cubicBezTo>
                  <a:pt x="17335" y="4060"/>
                  <a:pt x="16510" y="4385"/>
                  <a:pt x="15959" y="5197"/>
                </a:cubicBezTo>
                <a:cubicBezTo>
                  <a:pt x="15271" y="5847"/>
                  <a:pt x="14996" y="6821"/>
                  <a:pt x="14996" y="7958"/>
                </a:cubicBezTo>
                <a:cubicBezTo>
                  <a:pt x="14996" y="8445"/>
                  <a:pt x="14996" y="8445"/>
                  <a:pt x="14996" y="8445"/>
                </a:cubicBezTo>
                <a:cubicBezTo>
                  <a:pt x="14996" y="8770"/>
                  <a:pt x="14996" y="9095"/>
                  <a:pt x="15271" y="9420"/>
                </a:cubicBezTo>
                <a:cubicBezTo>
                  <a:pt x="15546" y="9744"/>
                  <a:pt x="15822" y="9907"/>
                  <a:pt x="16234" y="9907"/>
                </a:cubicBezTo>
                <a:cubicBezTo>
                  <a:pt x="19124" y="9907"/>
                  <a:pt x="19124" y="9907"/>
                  <a:pt x="19124" y="9907"/>
                </a:cubicBezTo>
                <a:cubicBezTo>
                  <a:pt x="19811" y="9907"/>
                  <a:pt x="20362" y="10232"/>
                  <a:pt x="20912" y="10719"/>
                </a:cubicBezTo>
                <a:cubicBezTo>
                  <a:pt x="21325" y="11368"/>
                  <a:pt x="21600" y="12018"/>
                  <a:pt x="21600" y="12830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  <a:noAutofit/>
          </a:bodyPr>
          <a:lstStyle/>
          <a:p>
            <a:pPr algn="r"/>
            <a:endParaRPr sz="1224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navigation">
            <a:extLst>
              <a:ext uri="{FF2B5EF4-FFF2-40B4-BE49-F238E27FC236}">
                <a16:creationId xmlns:a16="http://schemas.microsoft.com/office/drawing/2014/main" id="{0D8B8A8A-402D-C8A1-B168-F98BC5DD29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836059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35 : 8 texts : 8 subtexts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">
            <a:extLst>
              <a:ext uri="{FF2B5EF4-FFF2-40B4-BE49-F238E27FC236}">
                <a16:creationId xmlns:a16="http://schemas.microsoft.com/office/drawing/2014/main" id="{0D81D016-33F0-FA04-15C3-8FA40603C2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D67468DE-868E-9900-D066-90BCCA286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EE26D1B3-6E6E-51CA-364D-1A7708BFB38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66A3462E-C486-481A-21E6-0F68EBD51B9F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8293138" y="4875778"/>
            <a:ext cx="3060000" cy="864000"/>
          </a:xfrm>
        </p:spPr>
        <p:txBody>
          <a:bodyPr tIns="72000" anchor="t"/>
          <a:lstStyle>
            <a:lvl1pPr marL="0" indent="0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lang="en-US" sz="5000" b="0" kern="1200" spc="0" baseline="0" smtClean="0">
                <a:solidFill>
                  <a:schemeClr val="tx2"/>
                </a:solidFill>
                <a:latin typeface="+mj-lt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CE0BC1D-D256-6F58-D0E2-B49E48E01908}"/>
              </a:ext>
            </a:extLst>
          </p:cNvPr>
          <p:cNvSpPr>
            <a:spLocks noGrp="1"/>
          </p:cNvSpPr>
          <p:nvPr>
            <p:ph type="body" idx="48"/>
          </p:nvPr>
        </p:nvSpPr>
        <p:spPr>
          <a:xfrm>
            <a:off x="4549138" y="4875778"/>
            <a:ext cx="3060000" cy="864000"/>
          </a:xfrm>
        </p:spPr>
        <p:txBody>
          <a:bodyPr tIns="72000" anchor="t"/>
          <a:lstStyle>
            <a:lvl1pPr marL="0" indent="0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lang="en-US" sz="5000" b="0" kern="1200" spc="0" baseline="0" smtClean="0">
                <a:solidFill>
                  <a:schemeClr val="tx2"/>
                </a:solidFill>
                <a:latin typeface="+mj-lt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4286180F-18BA-96F9-0338-BC3BCC1C3BF1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851996" y="4875778"/>
            <a:ext cx="3060000" cy="864000"/>
          </a:xfrm>
        </p:spPr>
        <p:txBody>
          <a:bodyPr tIns="72000" anchor="t"/>
          <a:lstStyle>
            <a:lvl1pPr marL="0" indent="0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lang="en-US" sz="5000" b="0" kern="1200" spc="0" baseline="0" smtClean="0">
                <a:solidFill>
                  <a:schemeClr val="tx2"/>
                </a:solidFill>
                <a:latin typeface="+mj-lt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FA2EA2AE-37E9-3C8B-0FB6-5605ED402655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8293138" y="3310256"/>
            <a:ext cx="3060000" cy="864000"/>
          </a:xfrm>
        </p:spPr>
        <p:txBody>
          <a:bodyPr tIns="72000" anchor="t"/>
          <a:lstStyle>
            <a:lvl1pPr marL="0" indent="0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lang="en-US" sz="5000" b="0" kern="1200" spc="0" baseline="0" smtClean="0">
                <a:solidFill>
                  <a:schemeClr val="tx2"/>
                </a:solidFill>
                <a:latin typeface="+mj-lt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C0E17200-E0A1-E7DF-9AC9-E70558F0E115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4549138" y="3310256"/>
            <a:ext cx="3060000" cy="864000"/>
          </a:xfrm>
        </p:spPr>
        <p:txBody>
          <a:bodyPr tIns="72000" anchor="t"/>
          <a:lstStyle>
            <a:lvl1pPr marL="0" indent="0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lang="en-US" sz="5000" b="0" kern="1200" spc="0" baseline="0" smtClean="0">
                <a:solidFill>
                  <a:schemeClr val="tx2"/>
                </a:solidFill>
                <a:latin typeface="+mj-lt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15" name="text 4">
            <a:extLst>
              <a:ext uri="{FF2B5EF4-FFF2-40B4-BE49-F238E27FC236}">
                <a16:creationId xmlns:a16="http://schemas.microsoft.com/office/drawing/2014/main" id="{534CD5F5-02DD-F1D1-5093-97A671F920C8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851996" y="3310256"/>
            <a:ext cx="3060000" cy="864000"/>
          </a:xfrm>
        </p:spPr>
        <p:txBody>
          <a:bodyPr tIns="72000" anchor="t"/>
          <a:lstStyle>
            <a:lvl1pPr marL="0" indent="0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lang="en-US" sz="5000" b="0" kern="1200" spc="0" baseline="0" smtClean="0">
                <a:solidFill>
                  <a:schemeClr val="tx2"/>
                </a:solidFill>
                <a:latin typeface="+mj-lt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7810A71F-77E2-A86A-AC75-1289914984B5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8293138" y="1725798"/>
            <a:ext cx="3060000" cy="864000"/>
          </a:xfrm>
        </p:spPr>
        <p:txBody>
          <a:bodyPr tIns="72000" anchor="t"/>
          <a:lstStyle>
            <a:lvl1pPr marL="0" indent="0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lang="en-US" sz="5000" b="0" kern="1200" spc="0" baseline="0" smtClean="0">
                <a:solidFill>
                  <a:schemeClr val="tx2"/>
                </a:solidFill>
                <a:latin typeface="+mj-lt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9F50B442-010B-5F54-4DC4-C86FE80AE092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4549138" y="1725798"/>
            <a:ext cx="3060000" cy="864000"/>
          </a:xfrm>
        </p:spPr>
        <p:txBody>
          <a:bodyPr tIns="72000" anchor="t"/>
          <a:lstStyle>
            <a:lvl1pPr marL="0" indent="0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lang="en-US" sz="5000" b="0" kern="1200" spc="0" baseline="0" smtClean="0">
                <a:solidFill>
                  <a:schemeClr val="tx2"/>
                </a:solidFill>
                <a:latin typeface="+mj-lt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99949031-B22E-AA1C-EED8-1CB03BD65C03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851996" y="1725798"/>
            <a:ext cx="3060000" cy="864000"/>
          </a:xfrm>
        </p:spPr>
        <p:txBody>
          <a:bodyPr tIns="72000" anchor="t"/>
          <a:lstStyle>
            <a:lvl1pPr marL="0" indent="0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None/>
              <a:defRPr lang="en-US" sz="5000" b="0" kern="1200" spc="0" baseline="0" smtClean="0">
                <a:solidFill>
                  <a:schemeClr val="tx2"/>
                </a:solidFill>
                <a:latin typeface="+mj-lt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5519A8DE-5D27-118F-DCF9-2A48373C7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1" name="navigation">
            <a:extLst>
              <a:ext uri="{FF2B5EF4-FFF2-40B4-BE49-F238E27FC236}">
                <a16:creationId xmlns:a16="http://schemas.microsoft.com/office/drawing/2014/main" id="{0E422F50-33C7-61F0-AB36-85EC72470F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16545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36 : full page picture : 1 gradientextcircle : 2 oval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full size">
            <a:extLst>
              <a:ext uri="{FF2B5EF4-FFF2-40B4-BE49-F238E27FC236}">
                <a16:creationId xmlns:a16="http://schemas.microsoft.com/office/drawing/2014/main" id="{940ECA07-E3D7-CFCA-C677-0BD690AD1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204000" cy="6858000"/>
          </a:xfrm>
          <a:solidFill>
            <a:schemeClr val="bg1"/>
          </a:solidFill>
          <a:ln w="3175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kumimoji="0" lang="en-US" sz="1600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2825752-3B68-DCA6-D70E-76EBF0465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CC9A477D-5A61-55EA-5B62-A43CEB429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C779AB2A-12B9-D58C-7C6A-E4F2B83542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2" name="logo placeholder">
            <a:extLst>
              <a:ext uri="{FF2B5EF4-FFF2-40B4-BE49-F238E27FC236}">
                <a16:creationId xmlns:a16="http://schemas.microsoft.com/office/drawing/2014/main" id="{D57049B8-749E-2B11-2F57-B8905BF5862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15887" y="6218848"/>
            <a:ext cx="1169231" cy="45066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oval right">
            <a:extLst>
              <a:ext uri="{FF2B5EF4-FFF2-40B4-BE49-F238E27FC236}">
                <a16:creationId xmlns:a16="http://schemas.microsoft.com/office/drawing/2014/main" id="{D77C710B-9746-E994-9BDC-7999D1E292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622495" y="2808000"/>
            <a:ext cx="4680000" cy="198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468000" tIns="0" rIns="1260000" bIns="0" rtlCol="0" anchor="ctr">
            <a:noAutofit/>
          </a:bodyPr>
          <a:lstStyle>
            <a:lvl1pPr>
              <a:defRPr lang="en-US" sz="1200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oval left">
            <a:extLst>
              <a:ext uri="{FF2B5EF4-FFF2-40B4-BE49-F238E27FC236}">
                <a16:creationId xmlns:a16="http://schemas.microsoft.com/office/drawing/2014/main" id="{A2CE80B2-8B9A-D0FB-C427-6D3137DAE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85495" y="2808000"/>
            <a:ext cx="4140000" cy="198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468000" tIns="0" rIns="180000" bIns="0" rtlCol="0" anchor="ctr">
            <a:noAutofit/>
          </a:bodyPr>
          <a:lstStyle>
            <a:lvl1pPr>
              <a:defRPr lang="en-US" sz="1200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en-US" sz="1200" dirty="0"/>
            </a:lvl5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  <a:p>
            <a:pPr lvl="1">
              <a:lnSpc>
                <a:spcPct val="100000"/>
              </a:lnSpc>
            </a:pPr>
            <a:r>
              <a:rPr lang="en-US"/>
              <a:t>Second level</a:t>
            </a:r>
          </a:p>
          <a:p>
            <a:pPr lvl="2">
              <a:lnSpc>
                <a:spcPct val="100000"/>
              </a:lnSpc>
            </a:pPr>
            <a:r>
              <a:rPr lang="en-US"/>
              <a:t>Third level</a:t>
            </a:r>
          </a:p>
          <a:p>
            <a:pPr lvl="3">
              <a:lnSpc>
                <a:spcPct val="100000"/>
              </a:lnSpc>
            </a:pPr>
            <a:r>
              <a:rPr lang="en-US"/>
              <a:t>Fourth level</a:t>
            </a:r>
          </a:p>
          <a:p>
            <a:pPr lvl="4">
              <a:lnSpc>
                <a:spcPct val="100000"/>
              </a:lnSpc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circle">
            <a:extLst>
              <a:ext uri="{FF2B5EF4-FFF2-40B4-BE49-F238E27FC236}">
                <a16:creationId xmlns:a16="http://schemas.microsoft.com/office/drawing/2014/main" id="{3C8F43FB-572A-C67D-FEEB-4E1A842D7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1317" y="2628000"/>
            <a:ext cx="2340000" cy="2340000"/>
          </a:xfrm>
          <a:prstGeom prst="flowChartConnector">
            <a:avLst/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wrap="square" lIns="0" tIns="0" rIns="0" bIns="0" rtlCol="0" anchor="ctr" anchorCtr="1">
            <a:noAutofit/>
          </a:bodyPr>
          <a:lstStyle>
            <a:lvl1pPr>
              <a:defRPr kumimoji="0" lang="en-US" sz="1600" u="none" strike="noStrike" cap="none" spc="0" normalizeH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cs typeface="Segoe UI Semibold" panose="020B0502040204020203" pitchFamily="34" charset="0"/>
              </a:defRPr>
            </a:lvl1pPr>
          </a:lstStyle>
          <a:p>
            <a:pPr lvl="0" algn="ctr"/>
            <a:r>
              <a:rPr lang="en-US"/>
              <a:t>Click to edit Master text styles</a:t>
            </a:r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navigation">
            <a:extLst>
              <a:ext uri="{FF2B5EF4-FFF2-40B4-BE49-F238E27FC236}">
                <a16:creationId xmlns:a16="http://schemas.microsoft.com/office/drawing/2014/main" id="{04138522-C695-4395-F275-BCB54A94B6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297018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36a : full page picture : circle : 3 oval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full size">
            <a:extLst>
              <a:ext uri="{FF2B5EF4-FFF2-40B4-BE49-F238E27FC236}">
                <a16:creationId xmlns:a16="http://schemas.microsoft.com/office/drawing/2014/main" id="{F6E1902A-473C-3F19-AAE4-9B651FE77A6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12000" y="-12700"/>
            <a:ext cx="12204000" cy="6870700"/>
          </a:xfrm>
          <a:solidFill>
            <a:schemeClr val="bg1"/>
          </a:solidFill>
          <a:ln w="3175">
            <a:solidFill>
              <a:schemeClr val="accent4">
                <a:lumMod val="75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kumimoji="0" lang="en-US" sz="1600" u="none" strike="noStrike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pPr lvl="0" algn="ctr"/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82825752-3B68-DCA6-D70E-76EBF0465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CC9A477D-5A61-55EA-5B62-A43CEB429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4" name="date">
            <a:extLst>
              <a:ext uri="{FF2B5EF4-FFF2-40B4-BE49-F238E27FC236}">
                <a16:creationId xmlns:a16="http://schemas.microsoft.com/office/drawing/2014/main" id="{C779AB2A-12B9-D58C-7C6A-E4F2B83542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24" name="logo placeholder">
            <a:extLst>
              <a:ext uri="{FF2B5EF4-FFF2-40B4-BE49-F238E27FC236}">
                <a16:creationId xmlns:a16="http://schemas.microsoft.com/office/drawing/2014/main" id="{E9BCCCA7-B9AF-F498-40C4-869BA49F955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15887" y="6218848"/>
            <a:ext cx="1169231" cy="450666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16" name="text oval 3">
            <a:extLst>
              <a:ext uri="{FF2B5EF4-FFF2-40B4-BE49-F238E27FC236}">
                <a16:creationId xmlns:a16="http://schemas.microsoft.com/office/drawing/2014/main" id="{3E6AA0F0-30F8-5088-2044-347A6320770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25137" y="4627545"/>
            <a:ext cx="7128000" cy="900000"/>
          </a:xfrm>
          <a:prstGeom prst="roundRect">
            <a:avLst>
              <a:gd name="adj" fmla="val 50000"/>
            </a:avLst>
          </a:prstGeom>
          <a:noFill/>
          <a:ln w="2540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468000" tIns="0" rIns="180000" bIns="0" rtlCol="0" anchor="ctr">
            <a:noAutofit/>
          </a:bodyPr>
          <a:lstStyle>
            <a:lvl1pPr>
              <a:defRPr lang="en-US" sz="1400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lang="en-US" sz="14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400" dirty="0">
                <a:solidFill>
                  <a:schemeClr val="tx1"/>
                </a:solidFill>
              </a:defRPr>
            </a:lvl4pPr>
            <a:lvl5pPr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9" name="text oval 2">
            <a:extLst>
              <a:ext uri="{FF2B5EF4-FFF2-40B4-BE49-F238E27FC236}">
                <a16:creationId xmlns:a16="http://schemas.microsoft.com/office/drawing/2014/main" id="{57DAAD7C-B3E0-4642-94DB-417D92D974B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137" y="3351882"/>
            <a:ext cx="7128000" cy="900000"/>
          </a:xfrm>
          <a:prstGeom prst="roundRect">
            <a:avLst>
              <a:gd name="adj" fmla="val 50000"/>
            </a:avLst>
          </a:prstGeom>
          <a:noFill/>
          <a:ln w="2540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468000" tIns="0" rIns="180000" bIns="0" rtlCol="0" anchor="ctr">
            <a:noAutofit/>
          </a:bodyPr>
          <a:lstStyle>
            <a:lvl1pPr>
              <a:defRPr lang="en-US" sz="1400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lang="en-US" sz="14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400" dirty="0">
                <a:solidFill>
                  <a:schemeClr val="tx1"/>
                </a:solidFill>
              </a:defRPr>
            </a:lvl4pPr>
            <a:lvl5pPr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6" name="text oval 1">
            <a:extLst>
              <a:ext uri="{FF2B5EF4-FFF2-40B4-BE49-F238E27FC236}">
                <a16:creationId xmlns:a16="http://schemas.microsoft.com/office/drawing/2014/main" id="{F2463AE6-9794-D7A8-A678-315AD5F33D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225137" y="2076218"/>
            <a:ext cx="7128000" cy="900000"/>
          </a:xfrm>
          <a:prstGeom prst="roundRect">
            <a:avLst>
              <a:gd name="adj" fmla="val 50000"/>
            </a:avLst>
          </a:prstGeom>
          <a:noFill/>
          <a:ln w="2540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468000" tIns="0" rIns="180000" bIns="0" rtlCol="0" anchor="ctr">
            <a:noAutofit/>
          </a:bodyPr>
          <a:lstStyle>
            <a:lvl1pPr>
              <a:defRPr lang="en-US" sz="1400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lang="en-US" sz="1400" dirty="0">
                <a:solidFill>
                  <a:schemeClr val="tx1"/>
                </a:solidFill>
              </a:defRPr>
            </a:lvl2pPr>
            <a:lvl3pPr>
              <a:defRPr lang="en-US" sz="1400" dirty="0">
                <a:solidFill>
                  <a:schemeClr val="tx1"/>
                </a:solidFill>
              </a:defRPr>
            </a:lvl3pPr>
            <a:lvl4pPr>
              <a:defRPr lang="en-US" sz="1400" dirty="0">
                <a:solidFill>
                  <a:schemeClr val="tx1"/>
                </a:solidFill>
              </a:defRPr>
            </a:lvl4pPr>
            <a:lvl5pPr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8" name="text circle gradient">
            <a:extLst>
              <a:ext uri="{FF2B5EF4-FFF2-40B4-BE49-F238E27FC236}">
                <a16:creationId xmlns:a16="http://schemas.microsoft.com/office/drawing/2014/main" id="{4BF98BFE-CCD8-B635-3FD5-A9F3F3E61F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628000"/>
            <a:ext cx="2340000" cy="2340000"/>
          </a:xfrm>
          <a:prstGeom prst="flowChartConnector">
            <a:avLst/>
          </a:prstGeom>
          <a:noFill/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wrap="square" lIns="0" tIns="0" rIns="0" bIns="0" rtlCol="0" anchor="ctr" anchorCtr="1">
            <a:noAutofit/>
          </a:bodyPr>
          <a:lstStyle>
            <a:lvl1pPr>
              <a:defRPr kumimoji="0" lang="en-US" sz="1600" u="none" strike="noStrike" cap="none" spc="0" normalizeH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cs typeface="Segoe UI Semibold" panose="020B0502040204020203" pitchFamily="34" charset="0"/>
              </a:defRPr>
            </a:lvl1pPr>
          </a:lstStyle>
          <a:p>
            <a:pPr lvl="0" algn="ctr"/>
            <a:r>
              <a:rPr lang="en-US"/>
              <a:t>Click to edit Master text styles</a:t>
            </a:r>
          </a:p>
        </p:txBody>
      </p:sp>
      <p:cxnSp>
        <p:nvCxnSpPr>
          <p:cNvPr id="19" name="Gewinkelte Verbindung 9">
            <a:extLst>
              <a:ext uri="{FF2B5EF4-FFF2-40B4-BE49-F238E27FC236}">
                <a16:creationId xmlns:a16="http://schemas.microsoft.com/office/drawing/2014/main" id="{62C4CD96-ED4A-60EB-5AC4-6B3D5997C359}"/>
              </a:ext>
            </a:extLst>
          </p:cNvPr>
          <p:cNvCxnSpPr>
            <a:cxnSpLocks/>
            <a:stCxn id="8" idx="6"/>
            <a:endCxn id="16" idx="1"/>
          </p:cNvCxnSpPr>
          <p:nvPr userDrawn="1"/>
        </p:nvCxnSpPr>
        <p:spPr>
          <a:xfrm>
            <a:off x="2880000" y="3798000"/>
            <a:ext cx="1345137" cy="1279545"/>
          </a:xfrm>
          <a:prstGeom prst="bentConnector3">
            <a:avLst>
              <a:gd name="adj1" fmla="val 50000"/>
            </a:avLst>
          </a:prstGeom>
          <a:ln w="22225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3">
            <a:extLst>
              <a:ext uri="{FF2B5EF4-FFF2-40B4-BE49-F238E27FC236}">
                <a16:creationId xmlns:a16="http://schemas.microsoft.com/office/drawing/2014/main" id="{1ED48383-9E08-C202-05E0-9240EC448B39}"/>
              </a:ext>
            </a:extLst>
          </p:cNvPr>
          <p:cNvCxnSpPr>
            <a:cxnSpLocks/>
            <a:stCxn id="8" idx="6"/>
            <a:endCxn id="9" idx="1"/>
          </p:cNvCxnSpPr>
          <p:nvPr userDrawn="1"/>
        </p:nvCxnSpPr>
        <p:spPr>
          <a:xfrm>
            <a:off x="2880000" y="3798000"/>
            <a:ext cx="1345137" cy="3882"/>
          </a:xfrm>
          <a:prstGeom prst="line">
            <a:avLst/>
          </a:prstGeom>
          <a:ln w="1905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winkelte Verbindung 7">
            <a:extLst>
              <a:ext uri="{FF2B5EF4-FFF2-40B4-BE49-F238E27FC236}">
                <a16:creationId xmlns:a16="http://schemas.microsoft.com/office/drawing/2014/main" id="{863812CE-E3F7-4AD8-BFAC-BC944F27BBB5}"/>
              </a:ext>
            </a:extLst>
          </p:cNvPr>
          <p:cNvCxnSpPr>
            <a:cxnSpLocks/>
            <a:stCxn id="8" idx="6"/>
            <a:endCxn id="6" idx="1"/>
          </p:cNvCxnSpPr>
          <p:nvPr userDrawn="1"/>
        </p:nvCxnSpPr>
        <p:spPr>
          <a:xfrm flipV="1">
            <a:off x="2880000" y="2526218"/>
            <a:ext cx="1345137" cy="1271782"/>
          </a:xfrm>
          <a:prstGeom prst="bentConnector3">
            <a:avLst>
              <a:gd name="adj1" fmla="val 50000"/>
            </a:avLst>
          </a:prstGeom>
          <a:ln w="19050" cap="rnd">
            <a:noFill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0" name="navigation">
            <a:extLst>
              <a:ext uri="{FF2B5EF4-FFF2-40B4-BE49-F238E27FC236}">
                <a16:creationId xmlns:a16="http://schemas.microsoft.com/office/drawing/2014/main" id="{04138522-C695-4395-F275-BCB54A94B6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151405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037 : full page picture : citi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fufll size">
            <a:extLst>
              <a:ext uri="{FF2B5EF4-FFF2-40B4-BE49-F238E27FC236}">
                <a16:creationId xmlns:a16="http://schemas.microsoft.com/office/drawing/2014/main" id="{940ECA07-E3D7-CFCA-C677-0BD690AD1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204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2826565-22D1-A6D9-E69E-FC3884F2F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bg1"/>
                </a:solidFill>
              </a:defRPr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29835EC-9E23-87A7-80E6-A5CEE24E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B18CB97-40F3-25CD-59A6-30585954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2" name="citiation right">
            <a:extLst>
              <a:ext uri="{FF2B5EF4-FFF2-40B4-BE49-F238E27FC236}">
                <a16:creationId xmlns:a16="http://schemas.microsoft.com/office/drawing/2014/main" id="{ACD44E42-490B-8F84-A553-5BC6ED4A2180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888602" y="1989138"/>
            <a:ext cx="4752536" cy="417671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0" kern="1200" baseline="0" noProof="0" dirty="0" smtClean="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Segoe UI Semibold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text box blue">
            <a:extLst>
              <a:ext uri="{FF2B5EF4-FFF2-40B4-BE49-F238E27FC236}">
                <a16:creationId xmlns:a16="http://schemas.microsoft.com/office/drawing/2014/main" id="{3C8F43FB-572A-C67D-FEEB-4E1A842D7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0000" y="648000"/>
            <a:ext cx="4320000" cy="5688000"/>
          </a:xfrm>
          <a:prstGeom prst="roundRect">
            <a:avLst>
              <a:gd name="adj" fmla="val 1686"/>
            </a:avLst>
          </a:prstGeom>
          <a:gradFill>
            <a:gsLst>
              <a:gs pos="0">
                <a:schemeClr val="tx2"/>
              </a:gs>
              <a:gs pos="100000">
                <a:schemeClr val="accent1"/>
              </a:gs>
            </a:gsLst>
            <a:lin ang="2700000" scaled="1"/>
          </a:gradFill>
          <a:effectLst>
            <a:outerShdw blurRad="762000" dist="254000" dir="5400000" algn="ctr" rotWithShape="0">
              <a:schemeClr val="tx1">
                <a:alpha val="30000"/>
              </a:schemeClr>
            </a:outerShdw>
          </a:effectLst>
        </p:spPr>
        <p:txBody>
          <a:bodyPr lIns="540000" tIns="972000" rIns="540000" anchor="t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 dirty="0"/>
          </a:p>
        </p:txBody>
      </p:sp>
      <p:sp>
        <p:nvSpPr>
          <p:cNvPr id="11" name="text below on box">
            <a:extLst>
              <a:ext uri="{FF2B5EF4-FFF2-40B4-BE49-F238E27FC236}">
                <a16:creationId xmlns:a16="http://schemas.microsoft.com/office/drawing/2014/main" id="{A2CE80B2-8B9A-D0FB-C427-6D3137DAE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86797" y="3429000"/>
            <a:ext cx="3204000" cy="2736849"/>
          </a:xfrm>
          <a:prstGeom prst="rect">
            <a:avLst/>
          </a:prstGeom>
          <a:noFill/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0" tIns="0" rIns="0" bIns="0" rtlCol="0" anchor="t">
            <a:noAutofit/>
          </a:bodyPr>
          <a:lstStyle>
            <a:lvl1pPr>
              <a:defRPr lang="en-US" sz="1200" i="0" dirty="0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lang="en-US" sz="1200" dirty="0">
                <a:solidFill>
                  <a:schemeClr val="bg1"/>
                </a:solidFill>
              </a:defRPr>
            </a:lvl4pPr>
            <a:lvl5pPr>
              <a:defRPr lang="en-US" sz="1400" dirty="0">
                <a:solidFill>
                  <a:schemeClr val="bg1"/>
                </a:solidFill>
              </a:defRPr>
            </a:lvl5pPr>
          </a:lstStyle>
          <a:p>
            <a:pPr lvl="0">
              <a:lnSpc>
                <a:spcPct val="100000"/>
              </a:lnSpc>
            </a:pPr>
            <a:endParaRPr lang="en-US" dirty="0"/>
          </a:p>
        </p:txBody>
      </p:sp>
      <p:sp>
        <p:nvSpPr>
          <p:cNvPr id="10" name="quote sign">
            <a:extLst>
              <a:ext uri="{FF2B5EF4-FFF2-40B4-BE49-F238E27FC236}">
                <a16:creationId xmlns:a16="http://schemas.microsoft.com/office/drawing/2014/main" id="{19E55AD9-DEAB-4952-18AB-89EDEBBE5D1E}"/>
              </a:ext>
            </a:extLst>
          </p:cNvPr>
          <p:cNvSpPr/>
          <p:nvPr/>
        </p:nvSpPr>
        <p:spPr>
          <a:xfrm>
            <a:off x="2160000" y="927420"/>
            <a:ext cx="681460" cy="5766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06" y="12830"/>
                </a:moveTo>
                <a:cubicBezTo>
                  <a:pt x="9906" y="18677"/>
                  <a:pt x="9906" y="18677"/>
                  <a:pt x="9906" y="18677"/>
                </a:cubicBezTo>
                <a:cubicBezTo>
                  <a:pt x="9906" y="19489"/>
                  <a:pt x="9631" y="20301"/>
                  <a:pt x="9218" y="20788"/>
                </a:cubicBezTo>
                <a:cubicBezTo>
                  <a:pt x="8668" y="21438"/>
                  <a:pt x="8117" y="21600"/>
                  <a:pt x="7429" y="21600"/>
                </a:cubicBezTo>
                <a:cubicBezTo>
                  <a:pt x="2476" y="21600"/>
                  <a:pt x="2476" y="21600"/>
                  <a:pt x="2476" y="21600"/>
                </a:cubicBezTo>
                <a:cubicBezTo>
                  <a:pt x="1789" y="21600"/>
                  <a:pt x="1101" y="21438"/>
                  <a:pt x="688" y="20788"/>
                </a:cubicBezTo>
                <a:cubicBezTo>
                  <a:pt x="138" y="20301"/>
                  <a:pt x="0" y="19489"/>
                  <a:pt x="0" y="18677"/>
                </a:cubicBezTo>
                <a:cubicBezTo>
                  <a:pt x="0" y="7958"/>
                  <a:pt x="0" y="7958"/>
                  <a:pt x="0" y="7958"/>
                </a:cubicBezTo>
                <a:cubicBezTo>
                  <a:pt x="0" y="6821"/>
                  <a:pt x="138" y="5847"/>
                  <a:pt x="413" y="4872"/>
                </a:cubicBezTo>
                <a:cubicBezTo>
                  <a:pt x="825" y="3898"/>
                  <a:pt x="1238" y="3086"/>
                  <a:pt x="1926" y="2274"/>
                </a:cubicBezTo>
                <a:cubicBezTo>
                  <a:pt x="2476" y="1624"/>
                  <a:pt x="3164" y="1137"/>
                  <a:pt x="3990" y="650"/>
                </a:cubicBezTo>
                <a:cubicBezTo>
                  <a:pt x="4815" y="325"/>
                  <a:pt x="5641" y="0"/>
                  <a:pt x="6604" y="0"/>
                </a:cubicBezTo>
                <a:cubicBezTo>
                  <a:pt x="7429" y="0"/>
                  <a:pt x="7429" y="0"/>
                  <a:pt x="7429" y="0"/>
                </a:cubicBezTo>
                <a:cubicBezTo>
                  <a:pt x="7704" y="0"/>
                  <a:pt x="7842" y="162"/>
                  <a:pt x="7980" y="325"/>
                </a:cubicBezTo>
                <a:cubicBezTo>
                  <a:pt x="8255" y="487"/>
                  <a:pt x="8255" y="812"/>
                  <a:pt x="8255" y="974"/>
                </a:cubicBezTo>
                <a:cubicBezTo>
                  <a:pt x="8255" y="2923"/>
                  <a:pt x="8255" y="2923"/>
                  <a:pt x="8255" y="2923"/>
                </a:cubicBezTo>
                <a:cubicBezTo>
                  <a:pt x="8255" y="3248"/>
                  <a:pt x="8255" y="3573"/>
                  <a:pt x="7980" y="3735"/>
                </a:cubicBezTo>
                <a:cubicBezTo>
                  <a:pt x="7842" y="3898"/>
                  <a:pt x="7704" y="4060"/>
                  <a:pt x="7429" y="4060"/>
                </a:cubicBezTo>
                <a:cubicBezTo>
                  <a:pt x="6604" y="4060"/>
                  <a:pt x="6604" y="4060"/>
                  <a:pt x="6604" y="4060"/>
                </a:cubicBezTo>
                <a:cubicBezTo>
                  <a:pt x="5641" y="4060"/>
                  <a:pt x="4953" y="4385"/>
                  <a:pt x="4265" y="5197"/>
                </a:cubicBezTo>
                <a:cubicBezTo>
                  <a:pt x="3577" y="5847"/>
                  <a:pt x="3302" y="6821"/>
                  <a:pt x="3302" y="7958"/>
                </a:cubicBezTo>
                <a:cubicBezTo>
                  <a:pt x="3302" y="8445"/>
                  <a:pt x="3302" y="8445"/>
                  <a:pt x="3302" y="8445"/>
                </a:cubicBezTo>
                <a:cubicBezTo>
                  <a:pt x="3302" y="8770"/>
                  <a:pt x="3439" y="9095"/>
                  <a:pt x="3577" y="9420"/>
                </a:cubicBezTo>
                <a:cubicBezTo>
                  <a:pt x="3852" y="9744"/>
                  <a:pt x="4127" y="9907"/>
                  <a:pt x="4540" y="9907"/>
                </a:cubicBezTo>
                <a:cubicBezTo>
                  <a:pt x="7429" y="9907"/>
                  <a:pt x="7429" y="9907"/>
                  <a:pt x="7429" y="9907"/>
                </a:cubicBezTo>
                <a:cubicBezTo>
                  <a:pt x="8117" y="9907"/>
                  <a:pt x="8668" y="10232"/>
                  <a:pt x="9218" y="10719"/>
                </a:cubicBezTo>
                <a:cubicBezTo>
                  <a:pt x="9631" y="11368"/>
                  <a:pt x="9906" y="12018"/>
                  <a:pt x="9906" y="12830"/>
                </a:cubicBezTo>
                <a:close/>
                <a:moveTo>
                  <a:pt x="21600" y="12830"/>
                </a:moveTo>
                <a:cubicBezTo>
                  <a:pt x="21600" y="18677"/>
                  <a:pt x="21600" y="18677"/>
                  <a:pt x="21600" y="18677"/>
                </a:cubicBezTo>
                <a:cubicBezTo>
                  <a:pt x="21600" y="19489"/>
                  <a:pt x="21325" y="20301"/>
                  <a:pt x="20912" y="20788"/>
                </a:cubicBezTo>
                <a:cubicBezTo>
                  <a:pt x="20362" y="21438"/>
                  <a:pt x="19811" y="21600"/>
                  <a:pt x="19124" y="21600"/>
                </a:cubicBezTo>
                <a:cubicBezTo>
                  <a:pt x="14033" y="21600"/>
                  <a:pt x="14033" y="21600"/>
                  <a:pt x="14033" y="21600"/>
                </a:cubicBezTo>
                <a:cubicBezTo>
                  <a:pt x="13345" y="21600"/>
                  <a:pt x="12795" y="21438"/>
                  <a:pt x="12382" y="20788"/>
                </a:cubicBezTo>
                <a:cubicBezTo>
                  <a:pt x="11832" y="20301"/>
                  <a:pt x="11557" y="19489"/>
                  <a:pt x="11557" y="18677"/>
                </a:cubicBezTo>
                <a:cubicBezTo>
                  <a:pt x="11557" y="7958"/>
                  <a:pt x="11557" y="7958"/>
                  <a:pt x="11557" y="7958"/>
                </a:cubicBezTo>
                <a:cubicBezTo>
                  <a:pt x="11557" y="6821"/>
                  <a:pt x="11832" y="5847"/>
                  <a:pt x="12107" y="4872"/>
                </a:cubicBezTo>
                <a:cubicBezTo>
                  <a:pt x="12520" y="3898"/>
                  <a:pt x="12932" y="3086"/>
                  <a:pt x="13620" y="2274"/>
                </a:cubicBezTo>
                <a:cubicBezTo>
                  <a:pt x="14171" y="1624"/>
                  <a:pt x="14859" y="1137"/>
                  <a:pt x="15684" y="650"/>
                </a:cubicBezTo>
                <a:cubicBezTo>
                  <a:pt x="16510" y="325"/>
                  <a:pt x="17335" y="0"/>
                  <a:pt x="18298" y="0"/>
                </a:cubicBezTo>
                <a:cubicBezTo>
                  <a:pt x="19124" y="0"/>
                  <a:pt x="19124" y="0"/>
                  <a:pt x="19124" y="0"/>
                </a:cubicBezTo>
                <a:cubicBezTo>
                  <a:pt x="19261" y="0"/>
                  <a:pt x="19536" y="162"/>
                  <a:pt x="19674" y="325"/>
                </a:cubicBezTo>
                <a:cubicBezTo>
                  <a:pt x="19811" y="487"/>
                  <a:pt x="19949" y="812"/>
                  <a:pt x="19949" y="974"/>
                </a:cubicBezTo>
                <a:cubicBezTo>
                  <a:pt x="19949" y="2923"/>
                  <a:pt x="19949" y="2923"/>
                  <a:pt x="19949" y="2923"/>
                </a:cubicBezTo>
                <a:cubicBezTo>
                  <a:pt x="19949" y="3248"/>
                  <a:pt x="19811" y="3573"/>
                  <a:pt x="19674" y="3735"/>
                </a:cubicBezTo>
                <a:cubicBezTo>
                  <a:pt x="19536" y="3898"/>
                  <a:pt x="19261" y="4060"/>
                  <a:pt x="19124" y="4060"/>
                </a:cubicBezTo>
                <a:cubicBezTo>
                  <a:pt x="18298" y="4060"/>
                  <a:pt x="18298" y="4060"/>
                  <a:pt x="18298" y="4060"/>
                </a:cubicBezTo>
                <a:cubicBezTo>
                  <a:pt x="17335" y="4060"/>
                  <a:pt x="16510" y="4385"/>
                  <a:pt x="15959" y="5197"/>
                </a:cubicBezTo>
                <a:cubicBezTo>
                  <a:pt x="15271" y="5847"/>
                  <a:pt x="14996" y="6821"/>
                  <a:pt x="14996" y="7958"/>
                </a:cubicBezTo>
                <a:cubicBezTo>
                  <a:pt x="14996" y="8445"/>
                  <a:pt x="14996" y="8445"/>
                  <a:pt x="14996" y="8445"/>
                </a:cubicBezTo>
                <a:cubicBezTo>
                  <a:pt x="14996" y="8770"/>
                  <a:pt x="14996" y="9095"/>
                  <a:pt x="15271" y="9420"/>
                </a:cubicBezTo>
                <a:cubicBezTo>
                  <a:pt x="15546" y="9744"/>
                  <a:pt x="15822" y="9907"/>
                  <a:pt x="16234" y="9907"/>
                </a:cubicBezTo>
                <a:cubicBezTo>
                  <a:pt x="19124" y="9907"/>
                  <a:pt x="19124" y="9907"/>
                  <a:pt x="19124" y="9907"/>
                </a:cubicBezTo>
                <a:cubicBezTo>
                  <a:pt x="19811" y="9907"/>
                  <a:pt x="20362" y="10232"/>
                  <a:pt x="20912" y="10719"/>
                </a:cubicBezTo>
                <a:cubicBezTo>
                  <a:pt x="21325" y="11368"/>
                  <a:pt x="21600" y="12018"/>
                  <a:pt x="21600" y="12830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vert="horz" wrap="square" lIns="91428" tIns="45714" rIns="91428" bIns="45714" numCol="1" anchor="t" anchorCtr="0" compatLnSpc="1">
            <a:prstTxWarp prst="textNoShape">
              <a:avLst/>
            </a:prstTxWarp>
            <a:noAutofit/>
          </a:bodyPr>
          <a:lstStyle/>
          <a:p>
            <a:pPr algn="r"/>
            <a:endParaRPr sz="1224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navigation">
            <a:extLst>
              <a:ext uri="{FF2B5EF4-FFF2-40B4-BE49-F238E27FC236}">
                <a16:creationId xmlns:a16="http://schemas.microsoft.com/office/drawing/2014/main" id="{55478C63-851B-5F96-A283-4D7312806F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14540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38 : picture on top : circle : butt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C4ABA484-1D96-6B0E-43DD-B4D2F812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EB1E-25C5-4740-9782-54CCC0C83B03}" type="slidenum">
              <a:rPr lang="en-US" smtClean="0"/>
              <a:t>‹Nr.›</a:t>
            </a:fld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B993D690-6D2A-F7BD-357B-3CA8D3D2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valantic layout samples Route A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51569EEC-71D9-CB9F-83F3-295CBD68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26, 2024</a:t>
            </a:r>
          </a:p>
        </p:txBody>
      </p:sp>
      <p:sp>
        <p:nvSpPr>
          <p:cNvPr id="2" name="picture">
            <a:extLst>
              <a:ext uri="{FF2B5EF4-FFF2-40B4-BE49-F238E27FC236}">
                <a16:creationId xmlns:a16="http://schemas.microsoft.com/office/drawing/2014/main" id="{026ABD69-4B24-4C48-50DD-93EEA5A430B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12000" y="-35511"/>
            <a:ext cx="12204000" cy="3924000"/>
          </a:xfrm>
          <a:prstGeom prst="roundRect">
            <a:avLst>
              <a:gd name="adj" fmla="val 0"/>
            </a:avLst>
          </a:prstGeom>
          <a:noFill/>
        </p:spPr>
        <p:txBody>
          <a:bodyPr anchor="ctr"/>
          <a:lstStyle>
            <a:lvl1pPr algn="ctr">
              <a:defRPr/>
            </a:lvl1pPr>
          </a:lstStyle>
          <a:p>
            <a:endParaRPr lang="de-DE" dirty="0"/>
          </a:p>
        </p:txBody>
      </p:sp>
      <p:sp>
        <p:nvSpPr>
          <p:cNvPr id="12" name="text">
            <a:extLst>
              <a:ext uri="{FF2B5EF4-FFF2-40B4-BE49-F238E27FC236}">
                <a16:creationId xmlns:a16="http://schemas.microsoft.com/office/drawing/2014/main" id="{1F53A4B0-1510-6AD8-810C-4E5479DF3ECB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1266000" y="3173470"/>
            <a:ext cx="9648000" cy="2992380"/>
          </a:xfrm>
          <a:prstGeom prst="roundRect">
            <a:avLst>
              <a:gd name="adj" fmla="val 2266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540000" tIns="540000" rIns="540000" bIns="540000" rtlCol="0" anchor="ctr" anchorCtr="0">
            <a:noAutofit/>
          </a:bodyPr>
          <a:lstStyle>
            <a:lvl1pPr algn="ctr">
              <a:lnSpc>
                <a:spcPts val="3200"/>
              </a:lnSpc>
              <a:spcAft>
                <a:spcPts val="0"/>
              </a:spcAft>
              <a:defRPr lang="en-US" sz="2000" spc="0" smtClean="0">
                <a:solidFill>
                  <a:schemeClr val="tx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</a:lstStyle>
          <a:p>
            <a:pPr lvl="0" algn="ctr">
              <a:lnSpc>
                <a:spcPts val="2800"/>
              </a:lnSpc>
              <a:spcBef>
                <a:spcPct val="0"/>
              </a:spcBef>
              <a:tabLst>
                <a:tab pos="10760075" algn="r"/>
              </a:tabLst>
            </a:pPr>
            <a:endParaRPr lang="de-DE"/>
          </a:p>
        </p:txBody>
      </p:sp>
      <p:sp>
        <p:nvSpPr>
          <p:cNvPr id="7" name="link">
            <a:extLst>
              <a:ext uri="{FF2B5EF4-FFF2-40B4-BE49-F238E27FC236}">
                <a16:creationId xmlns:a16="http://schemas.microsoft.com/office/drawing/2014/main" id="{8799D8D9-AE62-2FCE-FABC-B3CA364E699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190000" y="5481000"/>
            <a:ext cx="1800000" cy="36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4B4B"/>
              </a:gs>
              <a:gs pos="100000">
                <a:srgbClr val="FF744F"/>
              </a:gs>
            </a:gsLst>
            <a:lin ang="18900000" scaled="0"/>
          </a:gradFill>
        </p:spPr>
        <p:txBody>
          <a:bodyPr vert="horz" lIns="108000" tIns="0" rIns="108000" bIns="36000" rtlCol="0" anchor="ctr">
            <a:noAutofit/>
          </a:bodyPr>
          <a:lstStyle>
            <a:lvl1pPr algn="ctr">
              <a:defRPr lang="en-US" sz="1200" cap="all" spc="4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DE"/>
            </a:lvl5pPr>
          </a:lstStyle>
          <a:p>
            <a:pPr lvl="0" algn="ctr"/>
            <a:endParaRPr lang="de-DE"/>
          </a:p>
        </p:txBody>
      </p:sp>
      <p:sp>
        <p:nvSpPr>
          <p:cNvPr id="15" name="circle">
            <a:extLst>
              <a:ext uri="{FF2B5EF4-FFF2-40B4-BE49-F238E27FC236}">
                <a16:creationId xmlns:a16="http://schemas.microsoft.com/office/drawing/2014/main" id="{3F9367E1-DD0E-E6CC-45E4-57E3D06A1270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5279625" y="2343614"/>
            <a:ext cx="1620000" cy="1620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6" name="Icon-placeholder">
            <a:extLst>
              <a:ext uri="{FF2B5EF4-FFF2-40B4-BE49-F238E27FC236}">
                <a16:creationId xmlns:a16="http://schemas.microsoft.com/office/drawing/2014/main" id="{722C7DB9-B93F-B186-C363-BF89CEFACE0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5639625" y="2703614"/>
            <a:ext cx="900000" cy="90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63801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38 : button : circle picture right :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>
            <a:extLst>
              <a:ext uri="{FF2B5EF4-FFF2-40B4-BE49-F238E27FC236}">
                <a16:creationId xmlns:a16="http://schemas.microsoft.com/office/drawing/2014/main" id="{6712D566-0995-64A7-66F3-7FB1B2204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22" name="footer">
            <a:extLst>
              <a:ext uri="{FF2B5EF4-FFF2-40B4-BE49-F238E27FC236}">
                <a16:creationId xmlns:a16="http://schemas.microsoft.com/office/drawing/2014/main" id="{49076240-8AB9-3F65-C821-1D75377EA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23" name="date">
            <a:extLst>
              <a:ext uri="{FF2B5EF4-FFF2-40B4-BE49-F238E27FC236}">
                <a16:creationId xmlns:a16="http://schemas.microsoft.com/office/drawing/2014/main" id="{4B85E798-6E3A-844A-0896-FCF20C199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52" name="picture right 11cm">
            <a:extLst>
              <a:ext uri="{FF2B5EF4-FFF2-40B4-BE49-F238E27FC236}">
                <a16:creationId xmlns:a16="http://schemas.microsoft.com/office/drawing/2014/main" id="{7F447074-A754-6F2B-DFCC-E34FD18AE67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44000" y="-97654"/>
            <a:ext cx="4032000" cy="6263504"/>
          </a:xfrm>
          <a:prstGeom prst="roundRect">
            <a:avLst>
              <a:gd name="adj" fmla="val 164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de-DE"/>
              <a:t>Bild durch Klicken auf Symbol hinzufügen</a:t>
            </a:r>
            <a:endParaRPr lang="en-ID"/>
          </a:p>
        </p:txBody>
      </p:sp>
      <p:sp>
        <p:nvSpPr>
          <p:cNvPr id="11" name="circle">
            <a:extLst>
              <a:ext uri="{FF2B5EF4-FFF2-40B4-BE49-F238E27FC236}">
                <a16:creationId xmlns:a16="http://schemas.microsoft.com/office/drawing/2014/main" id="{BC785D15-73D4-9F44-D7D8-DE973EA0353F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6965097" y="2633900"/>
            <a:ext cx="1620000" cy="1620000"/>
          </a:xfrm>
          <a:prstGeom prst="ellipse">
            <a:avLst/>
          </a:prstGeom>
          <a:solidFill>
            <a:schemeClr val="bg1"/>
          </a:solidFill>
          <a:ln w="3175">
            <a:solidFill>
              <a:schemeClr val="accent4">
                <a:lumMod val="90000"/>
              </a:schemeClr>
            </a:solidFill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Icon">
            <a:extLst>
              <a:ext uri="{FF2B5EF4-FFF2-40B4-BE49-F238E27FC236}">
                <a16:creationId xmlns:a16="http://schemas.microsoft.com/office/drawing/2014/main" id="{08475AEA-7ACB-8822-C278-96007F06C2A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7325097" y="2993900"/>
            <a:ext cx="900000" cy="900000"/>
          </a:xfrm>
        </p:spPr>
        <p:txBody>
          <a:bodyPr rIns="108000"/>
          <a:lstStyle>
            <a:lvl1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1pPr>
            <a:lvl2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2pPr>
            <a:lvl3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3pPr>
            <a:lvl4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4pPr>
            <a:lvl5pPr>
              <a:lnSpc>
                <a:spcPts val="1400"/>
              </a:lnSpc>
              <a:defRPr sz="1000">
                <a:solidFill>
                  <a:schemeClr val="accent1"/>
                </a:solidFill>
              </a:defRPr>
            </a:lvl5pPr>
          </a:lstStyle>
          <a:p>
            <a:pPr lvl="0"/>
            <a:endParaRPr lang="de-DE"/>
          </a:p>
        </p:txBody>
      </p:sp>
      <p:sp>
        <p:nvSpPr>
          <p:cNvPr id="18" name="link">
            <a:extLst>
              <a:ext uri="{FF2B5EF4-FFF2-40B4-BE49-F238E27FC236}">
                <a16:creationId xmlns:a16="http://schemas.microsoft.com/office/drawing/2014/main" id="{78CFD0F5-D130-0748-C27D-439E1A984A1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550863" y="3928094"/>
            <a:ext cx="1800000" cy="360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4B4B"/>
              </a:gs>
              <a:gs pos="100000">
                <a:srgbClr val="FF744F"/>
              </a:gs>
            </a:gsLst>
            <a:lin ang="18900000" scaled="0"/>
          </a:gradFill>
        </p:spPr>
        <p:txBody>
          <a:bodyPr vert="horz" lIns="108000" tIns="0" rIns="108000" bIns="36000" rtlCol="0" anchor="ctr">
            <a:noAutofit/>
          </a:bodyPr>
          <a:lstStyle>
            <a:lvl1pPr algn="ctr">
              <a:defRPr lang="en-DE" sz="1200" cap="all" spc="4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 algn="ctr"/>
            <a:endParaRPr lang="de-DE" dirty="0"/>
          </a:p>
        </p:txBody>
      </p:sp>
      <p:sp>
        <p:nvSpPr>
          <p:cNvPr id="49" name="subhead">
            <a:extLst>
              <a:ext uri="{FF2B5EF4-FFF2-40B4-BE49-F238E27FC236}">
                <a16:creationId xmlns:a16="http://schemas.microsoft.com/office/drawing/2014/main" id="{0FE4903D-F047-A069-A010-0199438C5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649538"/>
            <a:ext cx="5400000" cy="1080000"/>
          </a:xfrm>
          <a:noFill/>
        </p:spPr>
        <p:txBody>
          <a:bodyPr vert="horz" lIns="0" tIns="0" rIns="0" bIns="0" rtlCol="0">
            <a:noAutofit/>
          </a:bodyPr>
          <a:lstStyle>
            <a:lvl1pPr algn="l">
              <a:lnSpc>
                <a:spcPct val="100000"/>
              </a:lnSpc>
              <a:defRPr lang="en-US" sz="1400" i="0" dirty="0" smtClean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de-DE"/>
          </a:p>
        </p:txBody>
      </p:sp>
      <p:sp>
        <p:nvSpPr>
          <p:cNvPr id="41" name="title">
            <a:extLst>
              <a:ext uri="{FF2B5EF4-FFF2-40B4-BE49-F238E27FC236}">
                <a16:creationId xmlns:a16="http://schemas.microsoft.com/office/drawing/2014/main" id="{F5BB7C3B-9C68-9E36-993B-AE7ED29AE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0713"/>
            <a:ext cx="5400000" cy="1728787"/>
          </a:xfrm>
        </p:spPr>
        <p:txBody>
          <a:bodyPr vert="horz" anchor="b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242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39 : picture full size : 60pt black let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ll size picture">
            <a:extLst>
              <a:ext uri="{FF2B5EF4-FFF2-40B4-BE49-F238E27FC236}">
                <a16:creationId xmlns:a16="http://schemas.microsoft.com/office/drawing/2014/main" id="{7A7E08B6-BD3C-57EF-6FE8-694BE5ACAE77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bg1"/>
          </a:solidFill>
          <a:ln w="12692" cap="flat">
            <a:noFill/>
            <a:prstDash val="solid"/>
            <a:miter/>
          </a:ln>
        </p:spPr>
        <p:txBody>
          <a:bodyPr vert="horz" lIns="0" tIns="0" rIns="0" bIns="0" rtlCol="0" anchor="ctr">
            <a:noAutofit/>
          </a:bodyPr>
          <a:lstStyle>
            <a:lvl1pPr>
              <a:defRPr lang="en-DE" dirty="0"/>
            </a:lvl1pPr>
          </a:lstStyle>
          <a:p>
            <a:pPr lvl="0"/>
            <a:r>
              <a:rPr lang="de-DE"/>
              <a:t>Bild durch Klicken auf Symbol hinzufügen</a:t>
            </a:r>
            <a:endParaRPr lang="en-DE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42826565-22D1-A6D9-E69E-FC3884F2F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29835EC-9E23-87A7-80E6-A5CEE24E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B18CB97-40F3-25CD-59A6-30585954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D055392A-66DF-B5A8-490D-AAE53E075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429000"/>
            <a:ext cx="11088000" cy="2736000"/>
          </a:xfrm>
        </p:spPr>
        <p:txBody>
          <a:bodyPr vert="horz"/>
          <a:lstStyle>
            <a:lvl1pPr>
              <a:lnSpc>
                <a:spcPct val="100000"/>
              </a:lnSpc>
              <a:defRPr sz="6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93968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40 : 60pt let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42826565-22D1-A6D9-E69E-FC3884F2F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D29835EC-9E23-87A7-80E6-A5CEE24EF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CB18CB97-40F3-25CD-59A6-30585954D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pic>
        <p:nvPicPr>
          <p:cNvPr id="46" name="guilloche">
            <a:extLst>
              <a:ext uri="{FF2B5EF4-FFF2-40B4-BE49-F238E27FC236}">
                <a16:creationId xmlns:a16="http://schemas.microsoft.com/office/drawing/2014/main" id="{13D5A7C6-1756-110C-BE5A-AF4196ACA8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49162" y="0"/>
            <a:ext cx="3442838" cy="6858000"/>
          </a:xfrm>
          <a:prstGeom prst="rect">
            <a:avLst/>
          </a:prstGeom>
        </p:spPr>
      </p:pic>
      <p:sp>
        <p:nvSpPr>
          <p:cNvPr id="3" name="title">
            <a:extLst>
              <a:ext uri="{FF2B5EF4-FFF2-40B4-BE49-F238E27FC236}">
                <a16:creationId xmlns:a16="http://schemas.microsoft.com/office/drawing/2014/main" id="{D055392A-66DF-B5A8-490D-AAE53E075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41324"/>
            <a:ext cx="6480000" cy="5724525"/>
          </a:xfrm>
        </p:spPr>
        <p:txBody>
          <a:bodyPr vert="horz" anchor="ctr" anchorCtr="0"/>
          <a:lstStyle>
            <a:lvl1pPr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56481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  041a : title page guilloche right : customer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uilloche">
            <a:extLst>
              <a:ext uri="{FF2B5EF4-FFF2-40B4-BE49-F238E27FC236}">
                <a16:creationId xmlns:a16="http://schemas.microsoft.com/office/drawing/2014/main" id="{93D976D1-B6D9-9570-8BB5-351CACEF3F94}"/>
              </a:ext>
            </a:extLst>
          </p:cNvPr>
          <p:cNvGrpSpPr/>
          <p:nvPr/>
        </p:nvGrpSpPr>
        <p:grpSpPr>
          <a:xfrm>
            <a:off x="6981176" y="-1270"/>
            <a:ext cx="5213363" cy="6860539"/>
            <a:chOff x="6981176" y="-1270"/>
            <a:chExt cx="5213363" cy="6860539"/>
          </a:xfrm>
          <a:noFill/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631F78B-9FA8-18C4-4424-33676269C7D1}"/>
                </a:ext>
              </a:extLst>
            </p:cNvPr>
            <p:cNvSpPr/>
            <p:nvPr/>
          </p:nvSpPr>
          <p:spPr>
            <a:xfrm>
              <a:off x="6981176" y="0"/>
              <a:ext cx="3272803" cy="6858000"/>
            </a:xfrm>
            <a:custGeom>
              <a:avLst/>
              <a:gdLst>
                <a:gd name="connsiteX0" fmla="*/ 1903743 w 3272803"/>
                <a:gd name="connsiteY0" fmla="*/ 0 h 6858000"/>
                <a:gd name="connsiteX1" fmla="*/ 843293 w 3272803"/>
                <a:gd name="connsiteY1" fmla="*/ 1550670 h 6858000"/>
                <a:gd name="connsiteX2" fmla="*/ 840753 w 3272803"/>
                <a:gd name="connsiteY2" fmla="*/ 1553210 h 6858000"/>
                <a:gd name="connsiteX3" fmla="*/ 839483 w 3272803"/>
                <a:gd name="connsiteY3" fmla="*/ 1554480 h 6858000"/>
                <a:gd name="connsiteX4" fmla="*/ 839483 w 3272803"/>
                <a:gd name="connsiteY4" fmla="*/ 1554480 h 6858000"/>
                <a:gd name="connsiteX5" fmla="*/ 13 w 3272803"/>
                <a:gd name="connsiteY5" fmla="*/ 3322320 h 6858000"/>
                <a:gd name="connsiteX6" fmla="*/ 1892313 w 3272803"/>
                <a:gd name="connsiteY6" fmla="*/ 5591810 h 6858000"/>
                <a:gd name="connsiteX7" fmla="*/ 1892313 w 3272803"/>
                <a:gd name="connsiteY7" fmla="*/ 5591810 h 6858000"/>
                <a:gd name="connsiteX8" fmla="*/ 3187713 w 3272803"/>
                <a:gd name="connsiteY8" fmla="*/ 6630670 h 6858000"/>
                <a:gd name="connsiteX9" fmla="*/ 3272804 w 3272803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72803" h="6858000">
                  <a:moveTo>
                    <a:pt x="1903743" y="0"/>
                  </a:moveTo>
                  <a:cubicBezTo>
                    <a:pt x="1798333" y="530860"/>
                    <a:pt x="1445273" y="1055370"/>
                    <a:pt x="843293" y="1550670"/>
                  </a:cubicBezTo>
                  <a:cubicBezTo>
                    <a:pt x="842023" y="1551940"/>
                    <a:pt x="842023" y="1551940"/>
                    <a:pt x="840753" y="1553210"/>
                  </a:cubicBezTo>
                  <a:cubicBezTo>
                    <a:pt x="840753" y="1553210"/>
                    <a:pt x="839483" y="1553210"/>
                    <a:pt x="839483" y="1554480"/>
                  </a:cubicBezTo>
                  <a:lnTo>
                    <a:pt x="839483" y="1554480"/>
                  </a:lnTo>
                  <a:cubicBezTo>
                    <a:pt x="328943" y="1974850"/>
                    <a:pt x="2553" y="2609850"/>
                    <a:pt x="13" y="3322320"/>
                  </a:cubicBezTo>
                  <a:cubicBezTo>
                    <a:pt x="-3797" y="4455160"/>
                    <a:pt x="814083" y="5398770"/>
                    <a:pt x="1892313" y="5591810"/>
                  </a:cubicBezTo>
                  <a:lnTo>
                    <a:pt x="1892313" y="5591810"/>
                  </a:lnTo>
                  <a:cubicBezTo>
                    <a:pt x="2824493" y="5759450"/>
                    <a:pt x="2983243" y="5949950"/>
                    <a:pt x="3187713" y="6630670"/>
                  </a:cubicBezTo>
                  <a:cubicBezTo>
                    <a:pt x="3210573" y="6709410"/>
                    <a:pt x="3238513" y="6785610"/>
                    <a:pt x="3272804" y="68580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E524E70-DA1D-3B6E-39C4-5F94450EE389}"/>
                </a:ext>
              </a:extLst>
            </p:cNvPr>
            <p:cNvSpPr/>
            <p:nvPr/>
          </p:nvSpPr>
          <p:spPr>
            <a:xfrm>
              <a:off x="7124686" y="0"/>
              <a:ext cx="3284233" cy="6858000"/>
            </a:xfrm>
            <a:custGeom>
              <a:avLst/>
              <a:gdLst>
                <a:gd name="connsiteX0" fmla="*/ 1851674 w 3284233"/>
                <a:gd name="connsiteY0" fmla="*/ 0 h 6858000"/>
                <a:gd name="connsiteX1" fmla="*/ 820433 w 3284233"/>
                <a:gd name="connsiteY1" fmla="*/ 1506220 h 6858000"/>
                <a:gd name="connsiteX2" fmla="*/ 817894 w 3284233"/>
                <a:gd name="connsiteY2" fmla="*/ 1508760 h 6858000"/>
                <a:gd name="connsiteX3" fmla="*/ 816624 w 3284233"/>
                <a:gd name="connsiteY3" fmla="*/ 1510030 h 6858000"/>
                <a:gd name="connsiteX4" fmla="*/ 816624 w 3284233"/>
                <a:gd name="connsiteY4" fmla="*/ 1510030 h 6858000"/>
                <a:gd name="connsiteX5" fmla="*/ 14 w 3284233"/>
                <a:gd name="connsiteY5" fmla="*/ 3229610 h 6858000"/>
                <a:gd name="connsiteX6" fmla="*/ 1840244 w 3284233"/>
                <a:gd name="connsiteY6" fmla="*/ 5436870 h 6858000"/>
                <a:gd name="connsiteX7" fmla="*/ 1840244 w 3284233"/>
                <a:gd name="connsiteY7" fmla="*/ 5436870 h 6858000"/>
                <a:gd name="connsiteX8" fmla="*/ 3100083 w 3284233"/>
                <a:gd name="connsiteY8" fmla="*/ 6447790 h 6858000"/>
                <a:gd name="connsiteX9" fmla="*/ 3284233 w 3284233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4233" h="6858000">
                  <a:moveTo>
                    <a:pt x="1851674" y="0"/>
                  </a:moveTo>
                  <a:cubicBezTo>
                    <a:pt x="1748804" y="514350"/>
                    <a:pt x="1405904" y="1023620"/>
                    <a:pt x="820433" y="1506220"/>
                  </a:cubicBezTo>
                  <a:cubicBezTo>
                    <a:pt x="819164" y="1507490"/>
                    <a:pt x="819164" y="1507490"/>
                    <a:pt x="817894" y="1508760"/>
                  </a:cubicBezTo>
                  <a:cubicBezTo>
                    <a:pt x="817894" y="1508760"/>
                    <a:pt x="816624" y="1508760"/>
                    <a:pt x="816624" y="1510030"/>
                  </a:cubicBezTo>
                  <a:lnTo>
                    <a:pt x="816624" y="1510030"/>
                  </a:lnTo>
                  <a:cubicBezTo>
                    <a:pt x="320054" y="1918970"/>
                    <a:pt x="2554" y="2537460"/>
                    <a:pt x="14" y="3229610"/>
                  </a:cubicBezTo>
                  <a:cubicBezTo>
                    <a:pt x="-3796" y="4331970"/>
                    <a:pt x="791224" y="5250180"/>
                    <a:pt x="1840244" y="5436870"/>
                  </a:cubicBezTo>
                  <a:lnTo>
                    <a:pt x="1840244" y="5436870"/>
                  </a:lnTo>
                  <a:cubicBezTo>
                    <a:pt x="2747024" y="5599430"/>
                    <a:pt x="2903233" y="5784850"/>
                    <a:pt x="3100083" y="6447790"/>
                  </a:cubicBezTo>
                  <a:cubicBezTo>
                    <a:pt x="3143264" y="6593840"/>
                    <a:pt x="3205494" y="6731000"/>
                    <a:pt x="3284233" y="68580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563D8DB8-0D58-3FD6-F026-712924CE0BA7}"/>
                </a:ext>
              </a:extLst>
            </p:cNvPr>
            <p:cNvSpPr/>
            <p:nvPr/>
          </p:nvSpPr>
          <p:spPr>
            <a:xfrm>
              <a:off x="7268195" y="0"/>
              <a:ext cx="3335034" cy="6859269"/>
            </a:xfrm>
            <a:custGeom>
              <a:avLst/>
              <a:gdLst>
                <a:gd name="connsiteX0" fmla="*/ 1799604 w 3335034"/>
                <a:gd name="connsiteY0" fmla="*/ 0 h 6859269"/>
                <a:gd name="connsiteX1" fmla="*/ 797574 w 3335034"/>
                <a:gd name="connsiteY1" fmla="*/ 1460500 h 6859269"/>
                <a:gd name="connsiteX2" fmla="*/ 795035 w 3335034"/>
                <a:gd name="connsiteY2" fmla="*/ 1463040 h 6859269"/>
                <a:gd name="connsiteX3" fmla="*/ 793764 w 3335034"/>
                <a:gd name="connsiteY3" fmla="*/ 1464310 h 6859269"/>
                <a:gd name="connsiteX4" fmla="*/ 793764 w 3335034"/>
                <a:gd name="connsiteY4" fmla="*/ 1464310 h 6859269"/>
                <a:gd name="connsiteX5" fmla="*/ 14 w 3335034"/>
                <a:gd name="connsiteY5" fmla="*/ 3136900 h 6859269"/>
                <a:gd name="connsiteX6" fmla="*/ 1789444 w 3335034"/>
                <a:gd name="connsiteY6" fmla="*/ 5283200 h 6859269"/>
                <a:gd name="connsiteX7" fmla="*/ 1789444 w 3335034"/>
                <a:gd name="connsiteY7" fmla="*/ 5283200 h 6859269"/>
                <a:gd name="connsiteX8" fmla="*/ 3014994 w 3335034"/>
                <a:gd name="connsiteY8" fmla="*/ 6266180 h 6859269"/>
                <a:gd name="connsiteX9" fmla="*/ 3335035 w 3335034"/>
                <a:gd name="connsiteY9" fmla="*/ 6859270 h 6859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5034" h="6859269">
                  <a:moveTo>
                    <a:pt x="1799604" y="0"/>
                  </a:moveTo>
                  <a:cubicBezTo>
                    <a:pt x="1699274" y="499110"/>
                    <a:pt x="1365264" y="993140"/>
                    <a:pt x="797574" y="1460500"/>
                  </a:cubicBezTo>
                  <a:cubicBezTo>
                    <a:pt x="796304" y="1461770"/>
                    <a:pt x="796304" y="1461770"/>
                    <a:pt x="795035" y="1463040"/>
                  </a:cubicBezTo>
                  <a:cubicBezTo>
                    <a:pt x="795035" y="1463040"/>
                    <a:pt x="793764" y="1463040"/>
                    <a:pt x="793764" y="1464310"/>
                  </a:cubicBezTo>
                  <a:lnTo>
                    <a:pt x="793764" y="1464310"/>
                  </a:lnTo>
                  <a:cubicBezTo>
                    <a:pt x="311164" y="1861820"/>
                    <a:pt x="2554" y="2462530"/>
                    <a:pt x="14" y="3136900"/>
                  </a:cubicBezTo>
                  <a:cubicBezTo>
                    <a:pt x="-3796" y="4208780"/>
                    <a:pt x="769635" y="5101590"/>
                    <a:pt x="1789444" y="5283200"/>
                  </a:cubicBezTo>
                  <a:lnTo>
                    <a:pt x="1789444" y="5283200"/>
                  </a:lnTo>
                  <a:cubicBezTo>
                    <a:pt x="2670824" y="5441950"/>
                    <a:pt x="2823224" y="5622290"/>
                    <a:pt x="3014994" y="6266180"/>
                  </a:cubicBezTo>
                  <a:cubicBezTo>
                    <a:pt x="3079764" y="6485890"/>
                    <a:pt x="3190254" y="6687820"/>
                    <a:pt x="3335035" y="685927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49399C91-1631-AB6D-F8CA-32934D663771}"/>
                </a:ext>
              </a:extLst>
            </p:cNvPr>
            <p:cNvSpPr/>
            <p:nvPr/>
          </p:nvSpPr>
          <p:spPr>
            <a:xfrm>
              <a:off x="7412975" y="0"/>
              <a:ext cx="3440443" cy="6858000"/>
            </a:xfrm>
            <a:custGeom>
              <a:avLst/>
              <a:gdLst>
                <a:gd name="connsiteX0" fmla="*/ 1746264 w 3440443"/>
                <a:gd name="connsiteY0" fmla="*/ 0 h 6858000"/>
                <a:gd name="connsiteX1" fmla="*/ 774714 w 3440443"/>
                <a:gd name="connsiteY1" fmla="*/ 1416050 h 6858000"/>
                <a:gd name="connsiteX2" fmla="*/ 772174 w 3440443"/>
                <a:gd name="connsiteY2" fmla="*/ 1418590 h 6858000"/>
                <a:gd name="connsiteX3" fmla="*/ 770905 w 3440443"/>
                <a:gd name="connsiteY3" fmla="*/ 1419860 h 6858000"/>
                <a:gd name="connsiteX4" fmla="*/ 770905 w 3440443"/>
                <a:gd name="connsiteY4" fmla="*/ 1419860 h 6858000"/>
                <a:gd name="connsiteX5" fmla="*/ 14 w 3440443"/>
                <a:gd name="connsiteY5" fmla="*/ 3044190 h 6858000"/>
                <a:gd name="connsiteX6" fmla="*/ 1738644 w 3440443"/>
                <a:gd name="connsiteY6" fmla="*/ 5129530 h 6858000"/>
                <a:gd name="connsiteX7" fmla="*/ 1738644 w 3440443"/>
                <a:gd name="connsiteY7" fmla="*/ 5129530 h 6858000"/>
                <a:gd name="connsiteX8" fmla="*/ 2928634 w 3440443"/>
                <a:gd name="connsiteY8" fmla="*/ 6083300 h 6858000"/>
                <a:gd name="connsiteX9" fmla="*/ 3440444 w 3440443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0443" h="6858000">
                  <a:moveTo>
                    <a:pt x="1746264" y="0"/>
                  </a:moveTo>
                  <a:cubicBezTo>
                    <a:pt x="1648474" y="483870"/>
                    <a:pt x="1324624" y="962660"/>
                    <a:pt x="774714" y="1416050"/>
                  </a:cubicBezTo>
                  <a:cubicBezTo>
                    <a:pt x="773444" y="1417320"/>
                    <a:pt x="773444" y="1417320"/>
                    <a:pt x="772174" y="1418590"/>
                  </a:cubicBezTo>
                  <a:cubicBezTo>
                    <a:pt x="772174" y="1418590"/>
                    <a:pt x="770905" y="1418590"/>
                    <a:pt x="770905" y="1419860"/>
                  </a:cubicBezTo>
                  <a:lnTo>
                    <a:pt x="770905" y="1419860"/>
                  </a:lnTo>
                  <a:cubicBezTo>
                    <a:pt x="302274" y="1805940"/>
                    <a:pt x="2555" y="2390140"/>
                    <a:pt x="14" y="3044190"/>
                  </a:cubicBezTo>
                  <a:cubicBezTo>
                    <a:pt x="-3795" y="4085590"/>
                    <a:pt x="748044" y="4953000"/>
                    <a:pt x="1738644" y="5129530"/>
                  </a:cubicBezTo>
                  <a:lnTo>
                    <a:pt x="1738644" y="5129530"/>
                  </a:lnTo>
                  <a:cubicBezTo>
                    <a:pt x="2594624" y="5283200"/>
                    <a:pt x="2743215" y="5458460"/>
                    <a:pt x="2928634" y="6083300"/>
                  </a:cubicBezTo>
                  <a:cubicBezTo>
                    <a:pt x="3020074" y="6390640"/>
                    <a:pt x="3200415" y="6658610"/>
                    <a:pt x="3440444" y="68580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8C615746-BD66-F96C-B168-A634911BBF86}"/>
                </a:ext>
              </a:extLst>
            </p:cNvPr>
            <p:cNvSpPr/>
            <p:nvPr/>
          </p:nvSpPr>
          <p:spPr>
            <a:xfrm>
              <a:off x="7556485" y="0"/>
              <a:ext cx="3658884" cy="6858000"/>
            </a:xfrm>
            <a:custGeom>
              <a:avLst/>
              <a:gdLst>
                <a:gd name="connsiteX0" fmla="*/ 1694195 w 3658884"/>
                <a:gd name="connsiteY0" fmla="*/ 0 h 6858000"/>
                <a:gd name="connsiteX1" fmla="*/ 751855 w 3658884"/>
                <a:gd name="connsiteY1" fmla="*/ 1370330 h 6858000"/>
                <a:gd name="connsiteX2" fmla="*/ 749315 w 3658884"/>
                <a:gd name="connsiteY2" fmla="*/ 1372870 h 6858000"/>
                <a:gd name="connsiteX3" fmla="*/ 748045 w 3658884"/>
                <a:gd name="connsiteY3" fmla="*/ 1374140 h 6858000"/>
                <a:gd name="connsiteX4" fmla="*/ 748045 w 3658884"/>
                <a:gd name="connsiteY4" fmla="*/ 1374140 h 6858000"/>
                <a:gd name="connsiteX5" fmla="*/ 15 w 3658884"/>
                <a:gd name="connsiteY5" fmla="*/ 2951480 h 6858000"/>
                <a:gd name="connsiteX6" fmla="*/ 1687845 w 3658884"/>
                <a:gd name="connsiteY6" fmla="*/ 4974590 h 6858000"/>
                <a:gd name="connsiteX7" fmla="*/ 1687845 w 3658884"/>
                <a:gd name="connsiteY7" fmla="*/ 4974590 h 6858000"/>
                <a:gd name="connsiteX8" fmla="*/ 2842275 w 3658884"/>
                <a:gd name="connsiteY8" fmla="*/ 5900420 h 6858000"/>
                <a:gd name="connsiteX9" fmla="*/ 3658885 w 3658884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58884" h="6858000">
                  <a:moveTo>
                    <a:pt x="1694195" y="0"/>
                  </a:moveTo>
                  <a:cubicBezTo>
                    <a:pt x="1597675" y="468630"/>
                    <a:pt x="1283985" y="932180"/>
                    <a:pt x="751855" y="1370330"/>
                  </a:cubicBezTo>
                  <a:cubicBezTo>
                    <a:pt x="750585" y="1371600"/>
                    <a:pt x="750585" y="1371600"/>
                    <a:pt x="749315" y="1372870"/>
                  </a:cubicBezTo>
                  <a:cubicBezTo>
                    <a:pt x="749315" y="1372870"/>
                    <a:pt x="748045" y="1372870"/>
                    <a:pt x="748045" y="1374140"/>
                  </a:cubicBezTo>
                  <a:lnTo>
                    <a:pt x="748045" y="1374140"/>
                  </a:lnTo>
                  <a:cubicBezTo>
                    <a:pt x="293385" y="1748790"/>
                    <a:pt x="1285" y="2315210"/>
                    <a:pt x="15" y="2951480"/>
                  </a:cubicBezTo>
                  <a:cubicBezTo>
                    <a:pt x="-3795" y="3962400"/>
                    <a:pt x="725185" y="4803140"/>
                    <a:pt x="1687845" y="4974590"/>
                  </a:cubicBezTo>
                  <a:lnTo>
                    <a:pt x="1687845" y="4974590"/>
                  </a:lnTo>
                  <a:cubicBezTo>
                    <a:pt x="2519695" y="5124450"/>
                    <a:pt x="2663205" y="5293360"/>
                    <a:pt x="2842275" y="5900420"/>
                  </a:cubicBezTo>
                  <a:cubicBezTo>
                    <a:pt x="2968005" y="6323330"/>
                    <a:pt x="3267725" y="6670040"/>
                    <a:pt x="3658885" y="68580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C04C9B93-E357-93B8-B443-6BB4D0261883}"/>
                </a:ext>
              </a:extLst>
            </p:cNvPr>
            <p:cNvSpPr/>
            <p:nvPr/>
          </p:nvSpPr>
          <p:spPr>
            <a:xfrm>
              <a:off x="7700003" y="0"/>
              <a:ext cx="4491996" cy="6793230"/>
            </a:xfrm>
            <a:custGeom>
              <a:avLst/>
              <a:gdLst>
                <a:gd name="connsiteX0" fmla="*/ 1642117 w 4491996"/>
                <a:gd name="connsiteY0" fmla="*/ 0 h 6793230"/>
                <a:gd name="connsiteX1" fmla="*/ 728987 w 4491996"/>
                <a:gd name="connsiteY1" fmla="*/ 1325880 h 6793230"/>
                <a:gd name="connsiteX2" fmla="*/ 726447 w 4491996"/>
                <a:gd name="connsiteY2" fmla="*/ 1328420 h 6793230"/>
                <a:gd name="connsiteX3" fmla="*/ 725177 w 4491996"/>
                <a:gd name="connsiteY3" fmla="*/ 1329690 h 6793230"/>
                <a:gd name="connsiteX4" fmla="*/ 725177 w 4491996"/>
                <a:gd name="connsiteY4" fmla="*/ 1329690 h 6793230"/>
                <a:gd name="connsiteX5" fmla="*/ 7 w 4491996"/>
                <a:gd name="connsiteY5" fmla="*/ 2858770 h 6793230"/>
                <a:gd name="connsiteX6" fmla="*/ 1635767 w 4491996"/>
                <a:gd name="connsiteY6" fmla="*/ 4820920 h 6793230"/>
                <a:gd name="connsiteX7" fmla="*/ 1635767 w 4491996"/>
                <a:gd name="connsiteY7" fmla="*/ 4820920 h 6793230"/>
                <a:gd name="connsiteX8" fmla="*/ 2755907 w 4491996"/>
                <a:gd name="connsiteY8" fmla="*/ 5718810 h 6793230"/>
                <a:gd name="connsiteX9" fmla="*/ 4187197 w 4491996"/>
                <a:gd name="connsiteY9" fmla="*/ 6793231 h 6793230"/>
                <a:gd name="connsiteX10" fmla="*/ 4491997 w 4491996"/>
                <a:gd name="connsiteY10" fmla="*/ 6762750 h 679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91996" h="6793230">
                  <a:moveTo>
                    <a:pt x="1642117" y="0"/>
                  </a:moveTo>
                  <a:cubicBezTo>
                    <a:pt x="1548137" y="453390"/>
                    <a:pt x="1243337" y="901700"/>
                    <a:pt x="728987" y="1325880"/>
                  </a:cubicBezTo>
                  <a:cubicBezTo>
                    <a:pt x="727717" y="1327150"/>
                    <a:pt x="727717" y="1327150"/>
                    <a:pt x="726447" y="1328420"/>
                  </a:cubicBezTo>
                  <a:cubicBezTo>
                    <a:pt x="726447" y="1328420"/>
                    <a:pt x="726447" y="1328420"/>
                    <a:pt x="725177" y="1329690"/>
                  </a:cubicBezTo>
                  <a:lnTo>
                    <a:pt x="725177" y="1329690"/>
                  </a:lnTo>
                  <a:cubicBezTo>
                    <a:pt x="283217" y="1692910"/>
                    <a:pt x="1277" y="2242820"/>
                    <a:pt x="7" y="2858770"/>
                  </a:cubicBezTo>
                  <a:cubicBezTo>
                    <a:pt x="-2533" y="3839210"/>
                    <a:pt x="703587" y="4654550"/>
                    <a:pt x="1635767" y="4820920"/>
                  </a:cubicBezTo>
                  <a:lnTo>
                    <a:pt x="1635767" y="4820920"/>
                  </a:lnTo>
                  <a:cubicBezTo>
                    <a:pt x="2442217" y="4965700"/>
                    <a:pt x="2580647" y="5130800"/>
                    <a:pt x="2755907" y="5718810"/>
                  </a:cubicBezTo>
                  <a:cubicBezTo>
                    <a:pt x="2940057" y="6337300"/>
                    <a:pt x="3509017" y="6791960"/>
                    <a:pt x="4187197" y="6793231"/>
                  </a:cubicBezTo>
                  <a:cubicBezTo>
                    <a:pt x="4291337" y="6793231"/>
                    <a:pt x="4394207" y="6783070"/>
                    <a:pt x="4491997" y="676275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EBA4497D-7255-1914-778F-C041A454B8ED}"/>
                </a:ext>
              </a:extLst>
            </p:cNvPr>
            <p:cNvSpPr/>
            <p:nvPr/>
          </p:nvSpPr>
          <p:spPr>
            <a:xfrm>
              <a:off x="7843503" y="0"/>
              <a:ext cx="4348496" cy="6576166"/>
            </a:xfrm>
            <a:custGeom>
              <a:avLst/>
              <a:gdLst>
                <a:gd name="connsiteX0" fmla="*/ 4348496 w 4348496"/>
                <a:gd name="connsiteY0" fmla="*/ 6548120 h 6576166"/>
                <a:gd name="connsiteX1" fmla="*/ 4056396 w 4348496"/>
                <a:gd name="connsiteY1" fmla="*/ 6576060 h 6576166"/>
                <a:gd name="connsiteX2" fmla="*/ 2669556 w 4348496"/>
                <a:gd name="connsiteY2" fmla="*/ 5534660 h 6576166"/>
                <a:gd name="connsiteX3" fmla="*/ 1584976 w 4348496"/>
                <a:gd name="connsiteY3" fmla="*/ 4664710 h 6576166"/>
                <a:gd name="connsiteX4" fmla="*/ 1584976 w 4348496"/>
                <a:gd name="connsiteY4" fmla="*/ 4664710 h 6576166"/>
                <a:gd name="connsiteX5" fmla="*/ 16 w 4348496"/>
                <a:gd name="connsiteY5" fmla="*/ 2763520 h 6576166"/>
                <a:gd name="connsiteX6" fmla="*/ 703596 w 4348496"/>
                <a:gd name="connsiteY6" fmla="*/ 1282700 h 6576166"/>
                <a:gd name="connsiteX7" fmla="*/ 703596 w 4348496"/>
                <a:gd name="connsiteY7" fmla="*/ 1282700 h 6576166"/>
                <a:gd name="connsiteX8" fmla="*/ 704866 w 4348496"/>
                <a:gd name="connsiteY8" fmla="*/ 1281430 h 6576166"/>
                <a:gd name="connsiteX9" fmla="*/ 707406 w 4348496"/>
                <a:gd name="connsiteY9" fmla="*/ 1278890 h 6576166"/>
                <a:gd name="connsiteX10" fmla="*/ 1590056 w 4348496"/>
                <a:gd name="connsiteY10" fmla="*/ 0 h 657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8496" h="6576166">
                  <a:moveTo>
                    <a:pt x="4348496" y="6548120"/>
                  </a:moveTo>
                  <a:cubicBezTo>
                    <a:pt x="4254516" y="6567170"/>
                    <a:pt x="4156727" y="6577331"/>
                    <a:pt x="4056396" y="6576060"/>
                  </a:cubicBezTo>
                  <a:cubicBezTo>
                    <a:pt x="3398536" y="6573520"/>
                    <a:pt x="2847356" y="6134100"/>
                    <a:pt x="2669556" y="5534660"/>
                  </a:cubicBezTo>
                  <a:cubicBezTo>
                    <a:pt x="2500646" y="4964430"/>
                    <a:pt x="2364756" y="4804410"/>
                    <a:pt x="1584976" y="4664710"/>
                  </a:cubicBezTo>
                  <a:lnTo>
                    <a:pt x="1584976" y="4664710"/>
                  </a:lnTo>
                  <a:cubicBezTo>
                    <a:pt x="682006" y="4503420"/>
                    <a:pt x="-3794" y="3713480"/>
                    <a:pt x="16" y="2763520"/>
                  </a:cubicBezTo>
                  <a:cubicBezTo>
                    <a:pt x="2556" y="2166620"/>
                    <a:pt x="275606" y="1634490"/>
                    <a:pt x="703596" y="1282700"/>
                  </a:cubicBezTo>
                  <a:lnTo>
                    <a:pt x="703596" y="1282700"/>
                  </a:lnTo>
                  <a:cubicBezTo>
                    <a:pt x="703596" y="1282700"/>
                    <a:pt x="703596" y="1282700"/>
                    <a:pt x="704866" y="1281430"/>
                  </a:cubicBezTo>
                  <a:cubicBezTo>
                    <a:pt x="706136" y="1280160"/>
                    <a:pt x="706136" y="1280160"/>
                    <a:pt x="707406" y="1278890"/>
                  </a:cubicBezTo>
                  <a:cubicBezTo>
                    <a:pt x="1202706" y="869950"/>
                    <a:pt x="1497346" y="438150"/>
                    <a:pt x="1590056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D169140C-5AB5-6149-7719-50C147850C51}"/>
                </a:ext>
              </a:extLst>
            </p:cNvPr>
            <p:cNvSpPr/>
            <p:nvPr/>
          </p:nvSpPr>
          <p:spPr>
            <a:xfrm>
              <a:off x="7985752" y="-1270"/>
              <a:ext cx="4206247" cy="6361429"/>
            </a:xfrm>
            <a:custGeom>
              <a:avLst/>
              <a:gdLst>
                <a:gd name="connsiteX0" fmla="*/ 4206248 w 4206247"/>
                <a:gd name="connsiteY0" fmla="*/ 6334760 h 6361429"/>
                <a:gd name="connsiteX1" fmla="*/ 3926848 w 4206247"/>
                <a:gd name="connsiteY1" fmla="*/ 6361430 h 6361429"/>
                <a:gd name="connsiteX2" fmla="*/ 2584457 w 4206247"/>
                <a:gd name="connsiteY2" fmla="*/ 5354320 h 6361429"/>
                <a:gd name="connsiteX3" fmla="*/ 1534167 w 4206247"/>
                <a:gd name="connsiteY3" fmla="*/ 4512310 h 6361429"/>
                <a:gd name="connsiteX4" fmla="*/ 1534167 w 4206247"/>
                <a:gd name="connsiteY4" fmla="*/ 4512310 h 6361429"/>
                <a:gd name="connsiteX5" fmla="*/ 7 w 4206247"/>
                <a:gd name="connsiteY5" fmla="*/ 2672080 h 6361429"/>
                <a:gd name="connsiteX6" fmla="*/ 680728 w 4206247"/>
                <a:gd name="connsiteY6" fmla="*/ 1238250 h 6361429"/>
                <a:gd name="connsiteX7" fmla="*/ 680728 w 4206247"/>
                <a:gd name="connsiteY7" fmla="*/ 1238250 h 6361429"/>
                <a:gd name="connsiteX8" fmla="*/ 681997 w 4206247"/>
                <a:gd name="connsiteY8" fmla="*/ 1236980 h 6361429"/>
                <a:gd name="connsiteX9" fmla="*/ 684538 w 4206247"/>
                <a:gd name="connsiteY9" fmla="*/ 1234440 h 6361429"/>
                <a:gd name="connsiteX10" fmla="*/ 1539247 w 4206247"/>
                <a:gd name="connsiteY10" fmla="*/ 0 h 636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6247" h="6361429">
                  <a:moveTo>
                    <a:pt x="4206248" y="6334760"/>
                  </a:moveTo>
                  <a:cubicBezTo>
                    <a:pt x="4116078" y="6352540"/>
                    <a:pt x="4022098" y="6361430"/>
                    <a:pt x="3926848" y="6361430"/>
                  </a:cubicBezTo>
                  <a:cubicBezTo>
                    <a:pt x="3290578" y="6358890"/>
                    <a:pt x="2757178" y="5933440"/>
                    <a:pt x="2584457" y="5354320"/>
                  </a:cubicBezTo>
                  <a:cubicBezTo>
                    <a:pt x="2420628" y="4803140"/>
                    <a:pt x="2289817" y="4648200"/>
                    <a:pt x="1534167" y="4512310"/>
                  </a:cubicBezTo>
                  <a:lnTo>
                    <a:pt x="1534167" y="4512310"/>
                  </a:lnTo>
                  <a:cubicBezTo>
                    <a:pt x="660407" y="4356100"/>
                    <a:pt x="-2533" y="3591560"/>
                    <a:pt x="7" y="2672080"/>
                  </a:cubicBezTo>
                  <a:cubicBezTo>
                    <a:pt x="1278" y="2094230"/>
                    <a:pt x="266707" y="1578610"/>
                    <a:pt x="680728" y="1238250"/>
                  </a:cubicBezTo>
                  <a:lnTo>
                    <a:pt x="680728" y="1238250"/>
                  </a:lnTo>
                  <a:cubicBezTo>
                    <a:pt x="680728" y="1238250"/>
                    <a:pt x="680728" y="1238250"/>
                    <a:pt x="681997" y="1236980"/>
                  </a:cubicBezTo>
                  <a:cubicBezTo>
                    <a:pt x="683267" y="1236980"/>
                    <a:pt x="683267" y="1235710"/>
                    <a:pt x="684538" y="1234440"/>
                  </a:cubicBezTo>
                  <a:cubicBezTo>
                    <a:pt x="1164597" y="839470"/>
                    <a:pt x="1449078" y="421640"/>
                    <a:pt x="1539247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E079C8B3-61F6-6981-EC63-8CBAFB6F63D3}"/>
                </a:ext>
              </a:extLst>
            </p:cNvPr>
            <p:cNvSpPr/>
            <p:nvPr/>
          </p:nvSpPr>
          <p:spPr>
            <a:xfrm>
              <a:off x="8129262" y="0"/>
              <a:ext cx="4062737" cy="6144259"/>
            </a:xfrm>
            <a:custGeom>
              <a:avLst/>
              <a:gdLst>
                <a:gd name="connsiteX0" fmla="*/ 4062738 w 4062737"/>
                <a:gd name="connsiteY0" fmla="*/ 6118860 h 6144259"/>
                <a:gd name="connsiteX1" fmla="*/ 3796038 w 4062737"/>
                <a:gd name="connsiteY1" fmla="*/ 6144260 h 6144259"/>
                <a:gd name="connsiteX2" fmla="*/ 2498098 w 4062737"/>
                <a:gd name="connsiteY2" fmla="*/ 5170170 h 6144259"/>
                <a:gd name="connsiteX3" fmla="*/ 1483368 w 4062737"/>
                <a:gd name="connsiteY3" fmla="*/ 4356100 h 6144259"/>
                <a:gd name="connsiteX4" fmla="*/ 1483368 w 4062737"/>
                <a:gd name="connsiteY4" fmla="*/ 4356100 h 6144259"/>
                <a:gd name="connsiteX5" fmla="*/ 8 w 4062737"/>
                <a:gd name="connsiteY5" fmla="*/ 2578100 h 6144259"/>
                <a:gd name="connsiteX6" fmla="*/ 657868 w 4062737"/>
                <a:gd name="connsiteY6" fmla="*/ 1192530 h 6144259"/>
                <a:gd name="connsiteX7" fmla="*/ 657868 w 4062737"/>
                <a:gd name="connsiteY7" fmla="*/ 1192530 h 6144259"/>
                <a:gd name="connsiteX8" fmla="*/ 659138 w 4062737"/>
                <a:gd name="connsiteY8" fmla="*/ 1191260 h 6144259"/>
                <a:gd name="connsiteX9" fmla="*/ 661678 w 4062737"/>
                <a:gd name="connsiteY9" fmla="*/ 1189990 h 6144259"/>
                <a:gd name="connsiteX10" fmla="*/ 1487178 w 4062737"/>
                <a:gd name="connsiteY10" fmla="*/ 0 h 614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62737" h="6144259">
                  <a:moveTo>
                    <a:pt x="4062738" y="6118860"/>
                  </a:moveTo>
                  <a:cubicBezTo>
                    <a:pt x="3976378" y="6135370"/>
                    <a:pt x="3887478" y="6144260"/>
                    <a:pt x="3796038" y="6144260"/>
                  </a:cubicBezTo>
                  <a:cubicBezTo>
                    <a:pt x="3181358" y="6141720"/>
                    <a:pt x="2664468" y="5731510"/>
                    <a:pt x="2498098" y="5170170"/>
                  </a:cubicBezTo>
                  <a:cubicBezTo>
                    <a:pt x="2339348" y="4636770"/>
                    <a:pt x="2213618" y="4486910"/>
                    <a:pt x="1483368" y="4356100"/>
                  </a:cubicBezTo>
                  <a:lnTo>
                    <a:pt x="1483368" y="4356100"/>
                  </a:lnTo>
                  <a:cubicBezTo>
                    <a:pt x="637548" y="4204970"/>
                    <a:pt x="-2532" y="3465830"/>
                    <a:pt x="8" y="2578100"/>
                  </a:cubicBezTo>
                  <a:cubicBezTo>
                    <a:pt x="1278" y="2019300"/>
                    <a:pt x="257818" y="1521460"/>
                    <a:pt x="657868" y="1192530"/>
                  </a:cubicBezTo>
                  <a:lnTo>
                    <a:pt x="657868" y="1192530"/>
                  </a:lnTo>
                  <a:cubicBezTo>
                    <a:pt x="657868" y="1192530"/>
                    <a:pt x="657868" y="1192530"/>
                    <a:pt x="659138" y="1191260"/>
                  </a:cubicBezTo>
                  <a:cubicBezTo>
                    <a:pt x="660408" y="1191260"/>
                    <a:pt x="660408" y="1189990"/>
                    <a:pt x="661678" y="1189990"/>
                  </a:cubicBezTo>
                  <a:cubicBezTo>
                    <a:pt x="1123958" y="808990"/>
                    <a:pt x="1399548" y="407670"/>
                    <a:pt x="148717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C742003D-00AE-92B1-2565-2FDB4A3BE2B9}"/>
                </a:ext>
              </a:extLst>
            </p:cNvPr>
            <p:cNvSpPr/>
            <p:nvPr/>
          </p:nvSpPr>
          <p:spPr>
            <a:xfrm>
              <a:off x="8274032" y="0"/>
              <a:ext cx="3917967" cy="5929629"/>
            </a:xfrm>
            <a:custGeom>
              <a:avLst/>
              <a:gdLst>
                <a:gd name="connsiteX0" fmla="*/ 3917968 w 3917967"/>
                <a:gd name="connsiteY0" fmla="*/ 5905500 h 5929629"/>
                <a:gd name="connsiteX1" fmla="*/ 3663968 w 3917967"/>
                <a:gd name="connsiteY1" fmla="*/ 5929630 h 5929629"/>
                <a:gd name="connsiteX2" fmla="*/ 2411748 w 3917967"/>
                <a:gd name="connsiteY2" fmla="*/ 4988560 h 5929629"/>
                <a:gd name="connsiteX3" fmla="*/ 1431308 w 3917967"/>
                <a:gd name="connsiteY3" fmla="*/ 4202430 h 5929629"/>
                <a:gd name="connsiteX4" fmla="*/ 1431308 w 3917967"/>
                <a:gd name="connsiteY4" fmla="*/ 4202430 h 5929629"/>
                <a:gd name="connsiteX5" fmla="*/ 18 w 3917967"/>
                <a:gd name="connsiteY5" fmla="*/ 2485390 h 5929629"/>
                <a:gd name="connsiteX6" fmla="*/ 635018 w 3917967"/>
                <a:gd name="connsiteY6" fmla="*/ 1146810 h 5929629"/>
                <a:gd name="connsiteX7" fmla="*/ 635018 w 3917967"/>
                <a:gd name="connsiteY7" fmla="*/ 1146810 h 5929629"/>
                <a:gd name="connsiteX8" fmla="*/ 636287 w 3917967"/>
                <a:gd name="connsiteY8" fmla="*/ 1145540 h 5929629"/>
                <a:gd name="connsiteX9" fmla="*/ 638827 w 3917967"/>
                <a:gd name="connsiteY9" fmla="*/ 1144270 h 5929629"/>
                <a:gd name="connsiteX10" fmla="*/ 1435118 w 3917967"/>
                <a:gd name="connsiteY10" fmla="*/ 0 h 5929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17967" h="5929629">
                  <a:moveTo>
                    <a:pt x="3917968" y="5905500"/>
                  </a:moveTo>
                  <a:cubicBezTo>
                    <a:pt x="3835418" y="5922010"/>
                    <a:pt x="3750327" y="5929630"/>
                    <a:pt x="3663968" y="5929630"/>
                  </a:cubicBezTo>
                  <a:cubicBezTo>
                    <a:pt x="3070877" y="5927090"/>
                    <a:pt x="2571768" y="5530850"/>
                    <a:pt x="2411748" y="4988560"/>
                  </a:cubicBezTo>
                  <a:cubicBezTo>
                    <a:pt x="2259348" y="4474210"/>
                    <a:pt x="2137427" y="4329430"/>
                    <a:pt x="1431308" y="4202430"/>
                  </a:cubicBezTo>
                  <a:lnTo>
                    <a:pt x="1431308" y="4202430"/>
                  </a:lnTo>
                  <a:cubicBezTo>
                    <a:pt x="614698" y="4056380"/>
                    <a:pt x="-3792" y="3342640"/>
                    <a:pt x="18" y="2485390"/>
                  </a:cubicBezTo>
                  <a:cubicBezTo>
                    <a:pt x="1287" y="1945640"/>
                    <a:pt x="248937" y="1465580"/>
                    <a:pt x="635018" y="1146810"/>
                  </a:cubicBezTo>
                  <a:lnTo>
                    <a:pt x="635018" y="1146810"/>
                  </a:lnTo>
                  <a:cubicBezTo>
                    <a:pt x="635018" y="1146810"/>
                    <a:pt x="635018" y="1146810"/>
                    <a:pt x="636287" y="1145540"/>
                  </a:cubicBezTo>
                  <a:cubicBezTo>
                    <a:pt x="637558" y="1145540"/>
                    <a:pt x="637558" y="1144270"/>
                    <a:pt x="638827" y="1144270"/>
                  </a:cubicBezTo>
                  <a:cubicBezTo>
                    <a:pt x="1083327" y="777240"/>
                    <a:pt x="1348758" y="391160"/>
                    <a:pt x="143511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354D5D63-3BE5-F5FD-B0AA-E1DD8CE71F86}"/>
                </a:ext>
              </a:extLst>
            </p:cNvPr>
            <p:cNvSpPr/>
            <p:nvPr/>
          </p:nvSpPr>
          <p:spPr>
            <a:xfrm>
              <a:off x="8417551" y="0"/>
              <a:ext cx="3774448" cy="5713729"/>
            </a:xfrm>
            <a:custGeom>
              <a:avLst/>
              <a:gdLst>
                <a:gd name="connsiteX0" fmla="*/ 3774448 w 3774448"/>
                <a:gd name="connsiteY0" fmla="*/ 5690870 h 5713729"/>
                <a:gd name="connsiteX1" fmla="*/ 3533148 w 3774448"/>
                <a:gd name="connsiteY1" fmla="*/ 5713730 h 5713729"/>
                <a:gd name="connsiteX2" fmla="*/ 2325379 w 3774448"/>
                <a:gd name="connsiteY2" fmla="*/ 4806950 h 5713729"/>
                <a:gd name="connsiteX3" fmla="*/ 1380498 w 3774448"/>
                <a:gd name="connsiteY3" fmla="*/ 4048760 h 5713729"/>
                <a:gd name="connsiteX4" fmla="*/ 1380498 w 3774448"/>
                <a:gd name="connsiteY4" fmla="*/ 4048760 h 5713729"/>
                <a:gd name="connsiteX5" fmla="*/ 8 w 3774448"/>
                <a:gd name="connsiteY5" fmla="*/ 2392680 h 5713729"/>
                <a:gd name="connsiteX6" fmla="*/ 612148 w 3774448"/>
                <a:gd name="connsiteY6" fmla="*/ 1102360 h 5713729"/>
                <a:gd name="connsiteX7" fmla="*/ 612148 w 3774448"/>
                <a:gd name="connsiteY7" fmla="*/ 1102360 h 5713729"/>
                <a:gd name="connsiteX8" fmla="*/ 613418 w 3774448"/>
                <a:gd name="connsiteY8" fmla="*/ 1101090 h 5713729"/>
                <a:gd name="connsiteX9" fmla="*/ 615958 w 3774448"/>
                <a:gd name="connsiteY9" fmla="*/ 1099820 h 5713729"/>
                <a:gd name="connsiteX10" fmla="*/ 1383038 w 3774448"/>
                <a:gd name="connsiteY10" fmla="*/ 0 h 571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74448" h="5713729">
                  <a:moveTo>
                    <a:pt x="3774448" y="5690870"/>
                  </a:moveTo>
                  <a:cubicBezTo>
                    <a:pt x="3695708" y="5706110"/>
                    <a:pt x="3615698" y="5713730"/>
                    <a:pt x="3533148" y="5713730"/>
                  </a:cubicBezTo>
                  <a:cubicBezTo>
                    <a:pt x="2960379" y="5712460"/>
                    <a:pt x="2480318" y="5328920"/>
                    <a:pt x="2325379" y="4806950"/>
                  </a:cubicBezTo>
                  <a:cubicBezTo>
                    <a:pt x="2178058" y="4310380"/>
                    <a:pt x="2059948" y="4171950"/>
                    <a:pt x="1380498" y="4048760"/>
                  </a:cubicBezTo>
                  <a:lnTo>
                    <a:pt x="1380498" y="4048760"/>
                  </a:lnTo>
                  <a:cubicBezTo>
                    <a:pt x="593098" y="3907790"/>
                    <a:pt x="-2532" y="3219450"/>
                    <a:pt x="8" y="2392680"/>
                  </a:cubicBezTo>
                  <a:cubicBezTo>
                    <a:pt x="1279" y="1873250"/>
                    <a:pt x="240038" y="1408430"/>
                    <a:pt x="612148" y="1102360"/>
                  </a:cubicBezTo>
                  <a:lnTo>
                    <a:pt x="612148" y="1102360"/>
                  </a:lnTo>
                  <a:cubicBezTo>
                    <a:pt x="612148" y="1102360"/>
                    <a:pt x="612148" y="1102360"/>
                    <a:pt x="613418" y="1101090"/>
                  </a:cubicBezTo>
                  <a:cubicBezTo>
                    <a:pt x="614688" y="1101090"/>
                    <a:pt x="614688" y="1099820"/>
                    <a:pt x="615958" y="1099820"/>
                  </a:cubicBezTo>
                  <a:cubicBezTo>
                    <a:pt x="1043948" y="748030"/>
                    <a:pt x="1299218" y="375920"/>
                    <a:pt x="138303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A2F145ED-EFDE-514B-96DF-CAF6D23FC17B}"/>
                </a:ext>
              </a:extLst>
            </p:cNvPr>
            <p:cNvSpPr/>
            <p:nvPr/>
          </p:nvSpPr>
          <p:spPr>
            <a:xfrm>
              <a:off x="8559791" y="0"/>
              <a:ext cx="3632208" cy="5496696"/>
            </a:xfrm>
            <a:custGeom>
              <a:avLst/>
              <a:gdLst>
                <a:gd name="connsiteX0" fmla="*/ 3632209 w 3632208"/>
                <a:gd name="connsiteY0" fmla="*/ 5476240 h 5496696"/>
                <a:gd name="connsiteX1" fmla="*/ 3403609 w 3632208"/>
                <a:gd name="connsiteY1" fmla="*/ 5496560 h 5496696"/>
                <a:gd name="connsiteX2" fmla="*/ 2240289 w 3632208"/>
                <a:gd name="connsiteY2" fmla="*/ 4622800 h 5496696"/>
                <a:gd name="connsiteX3" fmla="*/ 1329699 w 3632208"/>
                <a:gd name="connsiteY3" fmla="*/ 3892550 h 5496696"/>
                <a:gd name="connsiteX4" fmla="*/ 1329699 w 3632208"/>
                <a:gd name="connsiteY4" fmla="*/ 3892550 h 5496696"/>
                <a:gd name="connsiteX5" fmla="*/ 8 w 3632208"/>
                <a:gd name="connsiteY5" fmla="*/ 2298700 h 5496696"/>
                <a:gd name="connsiteX6" fmla="*/ 589289 w 3632208"/>
                <a:gd name="connsiteY6" fmla="*/ 1056640 h 5496696"/>
                <a:gd name="connsiteX7" fmla="*/ 589289 w 3632208"/>
                <a:gd name="connsiteY7" fmla="*/ 1056640 h 5496696"/>
                <a:gd name="connsiteX8" fmla="*/ 590558 w 3632208"/>
                <a:gd name="connsiteY8" fmla="*/ 1055370 h 5496696"/>
                <a:gd name="connsiteX9" fmla="*/ 593099 w 3632208"/>
                <a:gd name="connsiteY9" fmla="*/ 1054100 h 5496696"/>
                <a:gd name="connsiteX10" fmla="*/ 1330968 w 3632208"/>
                <a:gd name="connsiteY10" fmla="*/ 0 h 5496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32208" h="5496696">
                  <a:moveTo>
                    <a:pt x="3632209" y="5476240"/>
                  </a:moveTo>
                  <a:cubicBezTo>
                    <a:pt x="3558549" y="5490210"/>
                    <a:pt x="3481078" y="5497830"/>
                    <a:pt x="3403609" y="5496560"/>
                  </a:cubicBezTo>
                  <a:cubicBezTo>
                    <a:pt x="2852428" y="5495290"/>
                    <a:pt x="2390149" y="5125720"/>
                    <a:pt x="2240289" y="4622800"/>
                  </a:cubicBezTo>
                  <a:cubicBezTo>
                    <a:pt x="2098049" y="4144010"/>
                    <a:pt x="1985018" y="4010660"/>
                    <a:pt x="1329699" y="3892550"/>
                  </a:cubicBezTo>
                  <a:lnTo>
                    <a:pt x="1329699" y="3892550"/>
                  </a:lnTo>
                  <a:cubicBezTo>
                    <a:pt x="572778" y="3757930"/>
                    <a:pt x="-2532" y="3094990"/>
                    <a:pt x="8" y="2298700"/>
                  </a:cubicBezTo>
                  <a:cubicBezTo>
                    <a:pt x="1278" y="1798320"/>
                    <a:pt x="231149" y="1351280"/>
                    <a:pt x="589289" y="1056640"/>
                  </a:cubicBezTo>
                  <a:lnTo>
                    <a:pt x="589289" y="1056640"/>
                  </a:lnTo>
                  <a:cubicBezTo>
                    <a:pt x="589289" y="1056640"/>
                    <a:pt x="589289" y="1056640"/>
                    <a:pt x="590558" y="1055370"/>
                  </a:cubicBezTo>
                  <a:cubicBezTo>
                    <a:pt x="591828" y="1055370"/>
                    <a:pt x="591828" y="1054100"/>
                    <a:pt x="593099" y="1054100"/>
                  </a:cubicBezTo>
                  <a:cubicBezTo>
                    <a:pt x="1003308" y="716280"/>
                    <a:pt x="1248418" y="360680"/>
                    <a:pt x="133096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309A2F75-83A1-F908-F2E4-8B6FC58527CF}"/>
                </a:ext>
              </a:extLst>
            </p:cNvPr>
            <p:cNvSpPr/>
            <p:nvPr/>
          </p:nvSpPr>
          <p:spPr>
            <a:xfrm>
              <a:off x="8703301" y="0"/>
              <a:ext cx="3488698" cy="5280659"/>
            </a:xfrm>
            <a:custGeom>
              <a:avLst/>
              <a:gdLst>
                <a:gd name="connsiteX0" fmla="*/ 3488699 w 3488698"/>
                <a:gd name="connsiteY0" fmla="*/ 5261610 h 5280659"/>
                <a:gd name="connsiteX1" fmla="*/ 3272799 w 3488698"/>
                <a:gd name="connsiteY1" fmla="*/ 5280660 h 5280659"/>
                <a:gd name="connsiteX2" fmla="*/ 2153929 w 3488698"/>
                <a:gd name="connsiteY2" fmla="*/ 4441190 h 5280659"/>
                <a:gd name="connsiteX3" fmla="*/ 1278899 w 3488698"/>
                <a:gd name="connsiteY3" fmla="*/ 3738880 h 5280659"/>
                <a:gd name="connsiteX4" fmla="*/ 1278899 w 3488698"/>
                <a:gd name="connsiteY4" fmla="*/ 3738880 h 5280659"/>
                <a:gd name="connsiteX5" fmla="*/ 9 w 3488698"/>
                <a:gd name="connsiteY5" fmla="*/ 2205990 h 5280659"/>
                <a:gd name="connsiteX6" fmla="*/ 566429 w 3488698"/>
                <a:gd name="connsiteY6" fmla="*/ 1010920 h 5280659"/>
                <a:gd name="connsiteX7" fmla="*/ 566429 w 3488698"/>
                <a:gd name="connsiteY7" fmla="*/ 1010920 h 5280659"/>
                <a:gd name="connsiteX8" fmla="*/ 567699 w 3488698"/>
                <a:gd name="connsiteY8" fmla="*/ 1010920 h 5280659"/>
                <a:gd name="connsiteX9" fmla="*/ 570239 w 3488698"/>
                <a:gd name="connsiteY9" fmla="*/ 1009650 h 5280659"/>
                <a:gd name="connsiteX10" fmla="*/ 1277629 w 3488698"/>
                <a:gd name="connsiteY10" fmla="*/ 0 h 528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88698" h="5280659">
                  <a:moveTo>
                    <a:pt x="3488699" y="5261610"/>
                  </a:moveTo>
                  <a:cubicBezTo>
                    <a:pt x="3418849" y="5274310"/>
                    <a:pt x="3346459" y="5280660"/>
                    <a:pt x="3272799" y="5280660"/>
                  </a:cubicBezTo>
                  <a:cubicBezTo>
                    <a:pt x="2743209" y="5279390"/>
                    <a:pt x="2297439" y="4923790"/>
                    <a:pt x="2153929" y="4441190"/>
                  </a:cubicBezTo>
                  <a:cubicBezTo>
                    <a:pt x="2018039" y="3981450"/>
                    <a:pt x="1908819" y="3853180"/>
                    <a:pt x="1278899" y="3738880"/>
                  </a:cubicBezTo>
                  <a:lnTo>
                    <a:pt x="1278899" y="3738880"/>
                  </a:lnTo>
                  <a:cubicBezTo>
                    <a:pt x="549919" y="3609340"/>
                    <a:pt x="-2531" y="2971800"/>
                    <a:pt x="9" y="2205990"/>
                  </a:cubicBezTo>
                  <a:cubicBezTo>
                    <a:pt x="1279" y="1724660"/>
                    <a:pt x="222259" y="1295400"/>
                    <a:pt x="566429" y="1010920"/>
                  </a:cubicBezTo>
                  <a:lnTo>
                    <a:pt x="566429" y="1010920"/>
                  </a:lnTo>
                  <a:cubicBezTo>
                    <a:pt x="566429" y="1010920"/>
                    <a:pt x="566429" y="1010920"/>
                    <a:pt x="567699" y="1010920"/>
                  </a:cubicBezTo>
                  <a:cubicBezTo>
                    <a:pt x="568969" y="1010920"/>
                    <a:pt x="568969" y="1009650"/>
                    <a:pt x="570239" y="1009650"/>
                  </a:cubicBezTo>
                  <a:cubicBezTo>
                    <a:pt x="962669" y="685800"/>
                    <a:pt x="1197619" y="345440"/>
                    <a:pt x="1277629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17">
              <a:extLst>
                <a:ext uri="{FF2B5EF4-FFF2-40B4-BE49-F238E27FC236}">
                  <a16:creationId xmlns:a16="http://schemas.microsoft.com/office/drawing/2014/main" id="{DD702A88-548E-3720-8176-80E9F707E600}"/>
                </a:ext>
              </a:extLst>
            </p:cNvPr>
            <p:cNvSpPr/>
            <p:nvPr/>
          </p:nvSpPr>
          <p:spPr>
            <a:xfrm>
              <a:off x="8846810" y="0"/>
              <a:ext cx="3345189" cy="5064759"/>
            </a:xfrm>
            <a:custGeom>
              <a:avLst/>
              <a:gdLst>
                <a:gd name="connsiteX0" fmla="*/ 3345190 w 3345189"/>
                <a:gd name="connsiteY0" fmla="*/ 5046980 h 5064759"/>
                <a:gd name="connsiteX1" fmla="*/ 3141990 w 3345189"/>
                <a:gd name="connsiteY1" fmla="*/ 5064760 h 5064759"/>
                <a:gd name="connsiteX2" fmla="*/ 2067570 w 3345189"/>
                <a:gd name="connsiteY2" fmla="*/ 4258310 h 5064759"/>
                <a:gd name="connsiteX3" fmla="*/ 1226830 w 3345189"/>
                <a:gd name="connsiteY3" fmla="*/ 3585210 h 5064759"/>
                <a:gd name="connsiteX4" fmla="*/ 1226830 w 3345189"/>
                <a:gd name="connsiteY4" fmla="*/ 3585210 h 5064759"/>
                <a:gd name="connsiteX5" fmla="*/ 9 w 3345189"/>
                <a:gd name="connsiteY5" fmla="*/ 2113280 h 5064759"/>
                <a:gd name="connsiteX6" fmla="*/ 544839 w 3345189"/>
                <a:gd name="connsiteY6" fmla="*/ 966470 h 5064759"/>
                <a:gd name="connsiteX7" fmla="*/ 544839 w 3345189"/>
                <a:gd name="connsiteY7" fmla="*/ 966470 h 5064759"/>
                <a:gd name="connsiteX8" fmla="*/ 546109 w 3345189"/>
                <a:gd name="connsiteY8" fmla="*/ 966470 h 5064759"/>
                <a:gd name="connsiteX9" fmla="*/ 547380 w 3345189"/>
                <a:gd name="connsiteY9" fmla="*/ 965200 h 5064759"/>
                <a:gd name="connsiteX10" fmla="*/ 1225559 w 3345189"/>
                <a:gd name="connsiteY10" fmla="*/ 0 h 506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45189" h="5064759">
                  <a:moveTo>
                    <a:pt x="3345190" y="5046980"/>
                  </a:moveTo>
                  <a:cubicBezTo>
                    <a:pt x="3279149" y="5058410"/>
                    <a:pt x="3210570" y="5064760"/>
                    <a:pt x="3141990" y="5064760"/>
                  </a:cubicBezTo>
                  <a:cubicBezTo>
                    <a:pt x="2632720" y="5063490"/>
                    <a:pt x="2205999" y="4723130"/>
                    <a:pt x="2067570" y="4258310"/>
                  </a:cubicBezTo>
                  <a:cubicBezTo>
                    <a:pt x="1936759" y="3816350"/>
                    <a:pt x="1832620" y="3693160"/>
                    <a:pt x="1226830" y="3585210"/>
                  </a:cubicBezTo>
                  <a:lnTo>
                    <a:pt x="1226830" y="3585210"/>
                  </a:lnTo>
                  <a:cubicBezTo>
                    <a:pt x="527059" y="3460750"/>
                    <a:pt x="-2530" y="2848610"/>
                    <a:pt x="9" y="2113280"/>
                  </a:cubicBezTo>
                  <a:cubicBezTo>
                    <a:pt x="1280" y="1651000"/>
                    <a:pt x="213370" y="1238250"/>
                    <a:pt x="544839" y="966470"/>
                  </a:cubicBezTo>
                  <a:lnTo>
                    <a:pt x="544839" y="966470"/>
                  </a:lnTo>
                  <a:cubicBezTo>
                    <a:pt x="544839" y="966470"/>
                    <a:pt x="544839" y="966470"/>
                    <a:pt x="546109" y="966470"/>
                  </a:cubicBezTo>
                  <a:cubicBezTo>
                    <a:pt x="546109" y="966470"/>
                    <a:pt x="547380" y="965200"/>
                    <a:pt x="547380" y="965200"/>
                  </a:cubicBezTo>
                  <a:cubicBezTo>
                    <a:pt x="922030" y="655320"/>
                    <a:pt x="1148089" y="328930"/>
                    <a:pt x="1225559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18">
              <a:extLst>
                <a:ext uri="{FF2B5EF4-FFF2-40B4-BE49-F238E27FC236}">
                  <a16:creationId xmlns:a16="http://schemas.microsoft.com/office/drawing/2014/main" id="{C30F34F6-B9D2-52DD-11FE-FEE28E782EF9}"/>
                </a:ext>
              </a:extLst>
            </p:cNvPr>
            <p:cNvSpPr/>
            <p:nvPr/>
          </p:nvSpPr>
          <p:spPr>
            <a:xfrm>
              <a:off x="8991590" y="2540"/>
              <a:ext cx="3200409" cy="4846319"/>
            </a:xfrm>
            <a:custGeom>
              <a:avLst/>
              <a:gdLst>
                <a:gd name="connsiteX0" fmla="*/ 3200410 w 3200409"/>
                <a:gd name="connsiteY0" fmla="*/ 4829810 h 4846319"/>
                <a:gd name="connsiteX1" fmla="*/ 3009910 w 3200409"/>
                <a:gd name="connsiteY1" fmla="*/ 4846320 h 4846319"/>
                <a:gd name="connsiteX2" fmla="*/ 1981210 w 3200409"/>
                <a:gd name="connsiteY2" fmla="*/ 4074160 h 4846319"/>
                <a:gd name="connsiteX3" fmla="*/ 1176029 w 3200409"/>
                <a:gd name="connsiteY3" fmla="*/ 3429000 h 4846319"/>
                <a:gd name="connsiteX4" fmla="*/ 1176029 w 3200409"/>
                <a:gd name="connsiteY4" fmla="*/ 3429000 h 4846319"/>
                <a:gd name="connsiteX5" fmla="*/ 9 w 3200409"/>
                <a:gd name="connsiteY5" fmla="*/ 2018030 h 4846319"/>
                <a:gd name="connsiteX6" fmla="*/ 521979 w 3200409"/>
                <a:gd name="connsiteY6" fmla="*/ 919480 h 4846319"/>
                <a:gd name="connsiteX7" fmla="*/ 521979 w 3200409"/>
                <a:gd name="connsiteY7" fmla="*/ 919480 h 4846319"/>
                <a:gd name="connsiteX8" fmla="*/ 523250 w 3200409"/>
                <a:gd name="connsiteY8" fmla="*/ 919480 h 4846319"/>
                <a:gd name="connsiteX9" fmla="*/ 524519 w 3200409"/>
                <a:gd name="connsiteY9" fmla="*/ 918210 h 4846319"/>
                <a:gd name="connsiteX10" fmla="*/ 1173490 w 3200409"/>
                <a:gd name="connsiteY10" fmla="*/ 0 h 48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00409" h="4846319">
                  <a:moveTo>
                    <a:pt x="3200410" y="4829810"/>
                  </a:moveTo>
                  <a:cubicBezTo>
                    <a:pt x="3138179" y="4841240"/>
                    <a:pt x="3074679" y="4846320"/>
                    <a:pt x="3009910" y="4846320"/>
                  </a:cubicBezTo>
                  <a:cubicBezTo>
                    <a:pt x="2522229" y="4845050"/>
                    <a:pt x="2113290" y="4518660"/>
                    <a:pt x="1981210" y="4074160"/>
                  </a:cubicBezTo>
                  <a:cubicBezTo>
                    <a:pt x="1855479" y="3651250"/>
                    <a:pt x="1755150" y="3533140"/>
                    <a:pt x="1176029" y="3429000"/>
                  </a:cubicBezTo>
                  <a:lnTo>
                    <a:pt x="1176029" y="3429000"/>
                  </a:lnTo>
                  <a:cubicBezTo>
                    <a:pt x="505469" y="3309620"/>
                    <a:pt x="-2531" y="2722880"/>
                    <a:pt x="9" y="2018030"/>
                  </a:cubicBezTo>
                  <a:cubicBezTo>
                    <a:pt x="1279" y="1574800"/>
                    <a:pt x="204479" y="1179830"/>
                    <a:pt x="521979" y="919480"/>
                  </a:cubicBezTo>
                  <a:lnTo>
                    <a:pt x="521979" y="919480"/>
                  </a:lnTo>
                  <a:cubicBezTo>
                    <a:pt x="521979" y="919480"/>
                    <a:pt x="521979" y="919480"/>
                    <a:pt x="523250" y="919480"/>
                  </a:cubicBezTo>
                  <a:cubicBezTo>
                    <a:pt x="523250" y="919480"/>
                    <a:pt x="524519" y="918210"/>
                    <a:pt x="524519" y="918210"/>
                  </a:cubicBezTo>
                  <a:cubicBezTo>
                    <a:pt x="881390" y="623570"/>
                    <a:pt x="1098560" y="313690"/>
                    <a:pt x="1173490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19">
              <a:extLst>
                <a:ext uri="{FF2B5EF4-FFF2-40B4-BE49-F238E27FC236}">
                  <a16:creationId xmlns:a16="http://schemas.microsoft.com/office/drawing/2014/main" id="{F6F5A91D-B63D-8E89-9E67-54C9BEF6793D}"/>
                </a:ext>
              </a:extLst>
            </p:cNvPr>
            <p:cNvSpPr/>
            <p:nvPr/>
          </p:nvSpPr>
          <p:spPr>
            <a:xfrm>
              <a:off x="9135099" y="1270"/>
              <a:ext cx="3056900" cy="4631689"/>
            </a:xfrm>
            <a:custGeom>
              <a:avLst/>
              <a:gdLst>
                <a:gd name="connsiteX0" fmla="*/ 3056900 w 3056900"/>
                <a:gd name="connsiteY0" fmla="*/ 4616450 h 4631689"/>
                <a:gd name="connsiteX1" fmla="*/ 2879100 w 3056900"/>
                <a:gd name="connsiteY1" fmla="*/ 4631690 h 4631689"/>
                <a:gd name="connsiteX2" fmla="*/ 1894850 w 3056900"/>
                <a:gd name="connsiteY2" fmla="*/ 3892550 h 4631689"/>
                <a:gd name="connsiteX3" fmla="*/ 1125230 w 3056900"/>
                <a:gd name="connsiteY3" fmla="*/ 3275330 h 4631689"/>
                <a:gd name="connsiteX4" fmla="*/ 1125230 w 3056900"/>
                <a:gd name="connsiteY4" fmla="*/ 3275330 h 4631689"/>
                <a:gd name="connsiteX5" fmla="*/ 10 w 3056900"/>
                <a:gd name="connsiteY5" fmla="*/ 1926590 h 4631689"/>
                <a:gd name="connsiteX6" fmla="*/ 499120 w 3056900"/>
                <a:gd name="connsiteY6" fmla="*/ 875030 h 4631689"/>
                <a:gd name="connsiteX7" fmla="*/ 499120 w 3056900"/>
                <a:gd name="connsiteY7" fmla="*/ 875030 h 4631689"/>
                <a:gd name="connsiteX8" fmla="*/ 500390 w 3056900"/>
                <a:gd name="connsiteY8" fmla="*/ 875030 h 4631689"/>
                <a:gd name="connsiteX9" fmla="*/ 501660 w 3056900"/>
                <a:gd name="connsiteY9" fmla="*/ 873760 h 4631689"/>
                <a:gd name="connsiteX10" fmla="*/ 1121420 w 3056900"/>
                <a:gd name="connsiteY10" fmla="*/ 0 h 463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56900" h="4631689">
                  <a:moveTo>
                    <a:pt x="3056900" y="4616450"/>
                  </a:moveTo>
                  <a:cubicBezTo>
                    <a:pt x="2998480" y="4626610"/>
                    <a:pt x="2940060" y="4631690"/>
                    <a:pt x="2879100" y="4631690"/>
                  </a:cubicBezTo>
                  <a:cubicBezTo>
                    <a:pt x="2413010" y="4630420"/>
                    <a:pt x="2020580" y="4318000"/>
                    <a:pt x="1894850" y="3892550"/>
                  </a:cubicBezTo>
                  <a:cubicBezTo>
                    <a:pt x="1774200" y="3487420"/>
                    <a:pt x="1678950" y="3374390"/>
                    <a:pt x="1125230" y="3275330"/>
                  </a:cubicBezTo>
                  <a:lnTo>
                    <a:pt x="1125230" y="3275330"/>
                  </a:lnTo>
                  <a:cubicBezTo>
                    <a:pt x="483880" y="3161030"/>
                    <a:pt x="-2530" y="2599690"/>
                    <a:pt x="10" y="1926590"/>
                  </a:cubicBezTo>
                  <a:cubicBezTo>
                    <a:pt x="1280" y="1502410"/>
                    <a:pt x="195590" y="1125220"/>
                    <a:pt x="499120" y="875030"/>
                  </a:cubicBezTo>
                  <a:lnTo>
                    <a:pt x="499120" y="875030"/>
                  </a:lnTo>
                  <a:cubicBezTo>
                    <a:pt x="499120" y="875030"/>
                    <a:pt x="499120" y="875030"/>
                    <a:pt x="500390" y="875030"/>
                  </a:cubicBezTo>
                  <a:cubicBezTo>
                    <a:pt x="500390" y="875030"/>
                    <a:pt x="501660" y="873760"/>
                    <a:pt x="501660" y="873760"/>
                  </a:cubicBezTo>
                  <a:cubicBezTo>
                    <a:pt x="842020" y="594360"/>
                    <a:pt x="1047760" y="298450"/>
                    <a:pt x="1121420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20">
              <a:extLst>
                <a:ext uri="{FF2B5EF4-FFF2-40B4-BE49-F238E27FC236}">
                  <a16:creationId xmlns:a16="http://schemas.microsoft.com/office/drawing/2014/main" id="{E96E1F54-7F9A-5C75-022E-B3C96761EDF4}"/>
                </a:ext>
              </a:extLst>
            </p:cNvPr>
            <p:cNvSpPr/>
            <p:nvPr/>
          </p:nvSpPr>
          <p:spPr>
            <a:xfrm>
              <a:off x="9277347" y="1270"/>
              <a:ext cx="2914652" cy="4415789"/>
            </a:xfrm>
            <a:custGeom>
              <a:avLst/>
              <a:gdLst>
                <a:gd name="connsiteX0" fmla="*/ 2914653 w 2914652"/>
                <a:gd name="connsiteY0" fmla="*/ 4401820 h 4415789"/>
                <a:gd name="connsiteX1" fmla="*/ 2749553 w 2914652"/>
                <a:gd name="connsiteY1" fmla="*/ 4415790 h 4415789"/>
                <a:gd name="connsiteX2" fmla="*/ 1809753 w 2914652"/>
                <a:gd name="connsiteY2" fmla="*/ 3709670 h 4415789"/>
                <a:gd name="connsiteX3" fmla="*/ 1074422 w 2914652"/>
                <a:gd name="connsiteY3" fmla="*/ 3120390 h 4415789"/>
                <a:gd name="connsiteX4" fmla="*/ 1074422 w 2914652"/>
                <a:gd name="connsiteY4" fmla="*/ 3120390 h 4415789"/>
                <a:gd name="connsiteX5" fmla="*/ 3 w 2914652"/>
                <a:gd name="connsiteY5" fmla="*/ 1832610 h 4415789"/>
                <a:gd name="connsiteX6" fmla="*/ 476253 w 2914652"/>
                <a:gd name="connsiteY6" fmla="*/ 829310 h 4415789"/>
                <a:gd name="connsiteX7" fmla="*/ 476253 w 2914652"/>
                <a:gd name="connsiteY7" fmla="*/ 829310 h 4415789"/>
                <a:gd name="connsiteX8" fmla="*/ 476253 w 2914652"/>
                <a:gd name="connsiteY8" fmla="*/ 829310 h 4415789"/>
                <a:gd name="connsiteX9" fmla="*/ 477522 w 2914652"/>
                <a:gd name="connsiteY9" fmla="*/ 828040 h 4415789"/>
                <a:gd name="connsiteX10" fmla="*/ 1068072 w 2914652"/>
                <a:gd name="connsiteY10" fmla="*/ 0 h 4415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14652" h="4415789">
                  <a:moveTo>
                    <a:pt x="2914653" y="4401820"/>
                  </a:moveTo>
                  <a:cubicBezTo>
                    <a:pt x="2861313" y="4410710"/>
                    <a:pt x="2805433" y="4415790"/>
                    <a:pt x="2749553" y="4415790"/>
                  </a:cubicBezTo>
                  <a:cubicBezTo>
                    <a:pt x="2303783" y="4414520"/>
                    <a:pt x="1930403" y="4116070"/>
                    <a:pt x="1809753" y="3709670"/>
                  </a:cubicBezTo>
                  <a:cubicBezTo>
                    <a:pt x="1695453" y="3323590"/>
                    <a:pt x="1604013" y="3215640"/>
                    <a:pt x="1074422" y="3120390"/>
                  </a:cubicBezTo>
                  <a:lnTo>
                    <a:pt x="1074422" y="3120390"/>
                  </a:lnTo>
                  <a:cubicBezTo>
                    <a:pt x="462283" y="3011170"/>
                    <a:pt x="-1267" y="2475230"/>
                    <a:pt x="3" y="1832610"/>
                  </a:cubicBezTo>
                  <a:cubicBezTo>
                    <a:pt x="1272" y="1428750"/>
                    <a:pt x="186693" y="1066800"/>
                    <a:pt x="476253" y="829310"/>
                  </a:cubicBezTo>
                  <a:lnTo>
                    <a:pt x="476253" y="829310"/>
                  </a:lnTo>
                  <a:cubicBezTo>
                    <a:pt x="476253" y="829310"/>
                    <a:pt x="476253" y="829310"/>
                    <a:pt x="476253" y="829310"/>
                  </a:cubicBezTo>
                  <a:cubicBezTo>
                    <a:pt x="476253" y="829310"/>
                    <a:pt x="477522" y="828040"/>
                    <a:pt x="477522" y="828040"/>
                  </a:cubicBezTo>
                  <a:cubicBezTo>
                    <a:pt x="800103" y="562610"/>
                    <a:pt x="996953" y="283210"/>
                    <a:pt x="1068072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21">
              <a:extLst>
                <a:ext uri="{FF2B5EF4-FFF2-40B4-BE49-F238E27FC236}">
                  <a16:creationId xmlns:a16="http://schemas.microsoft.com/office/drawing/2014/main" id="{0E7FD298-F75D-0E47-F44C-C310B4DCB2DF}"/>
                </a:ext>
              </a:extLst>
            </p:cNvPr>
            <p:cNvSpPr/>
            <p:nvPr/>
          </p:nvSpPr>
          <p:spPr>
            <a:xfrm>
              <a:off x="9422119" y="0"/>
              <a:ext cx="2769880" cy="4201159"/>
            </a:xfrm>
            <a:custGeom>
              <a:avLst/>
              <a:gdLst>
                <a:gd name="connsiteX0" fmla="*/ 2769881 w 2769880"/>
                <a:gd name="connsiteY0" fmla="*/ 4188460 h 4201159"/>
                <a:gd name="connsiteX1" fmla="*/ 2617481 w 2769880"/>
                <a:gd name="connsiteY1" fmla="*/ 4201160 h 4201159"/>
                <a:gd name="connsiteX2" fmla="*/ 1722131 w 2769880"/>
                <a:gd name="connsiteY2" fmla="*/ 3529330 h 4201159"/>
                <a:gd name="connsiteX3" fmla="*/ 1022361 w 2769880"/>
                <a:gd name="connsiteY3" fmla="*/ 2967990 h 4201159"/>
                <a:gd name="connsiteX4" fmla="*/ 1022361 w 2769880"/>
                <a:gd name="connsiteY4" fmla="*/ 2967990 h 4201159"/>
                <a:gd name="connsiteX5" fmla="*/ 11 w 2769880"/>
                <a:gd name="connsiteY5" fmla="*/ 1741170 h 4201159"/>
                <a:gd name="connsiteX6" fmla="*/ 453400 w 2769880"/>
                <a:gd name="connsiteY6" fmla="*/ 784860 h 4201159"/>
                <a:gd name="connsiteX7" fmla="*/ 453400 w 2769880"/>
                <a:gd name="connsiteY7" fmla="*/ 784860 h 4201159"/>
                <a:gd name="connsiteX8" fmla="*/ 453400 w 2769880"/>
                <a:gd name="connsiteY8" fmla="*/ 784860 h 4201159"/>
                <a:gd name="connsiteX9" fmla="*/ 454671 w 2769880"/>
                <a:gd name="connsiteY9" fmla="*/ 783590 h 4201159"/>
                <a:gd name="connsiteX10" fmla="*/ 1014740 w 2769880"/>
                <a:gd name="connsiteY10" fmla="*/ 0 h 42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69880" h="4201159">
                  <a:moveTo>
                    <a:pt x="2769881" y="4188460"/>
                  </a:moveTo>
                  <a:cubicBezTo>
                    <a:pt x="2720350" y="4196080"/>
                    <a:pt x="2669550" y="4201160"/>
                    <a:pt x="2617481" y="4201160"/>
                  </a:cubicBezTo>
                  <a:cubicBezTo>
                    <a:pt x="2193300" y="4199890"/>
                    <a:pt x="1837700" y="3916680"/>
                    <a:pt x="1722131" y="3529330"/>
                  </a:cubicBezTo>
                  <a:cubicBezTo>
                    <a:pt x="1612911" y="3161030"/>
                    <a:pt x="1525281" y="3058160"/>
                    <a:pt x="1022361" y="2967990"/>
                  </a:cubicBezTo>
                  <a:lnTo>
                    <a:pt x="1022361" y="2967990"/>
                  </a:lnTo>
                  <a:cubicBezTo>
                    <a:pt x="439431" y="2863850"/>
                    <a:pt x="-2529" y="2353310"/>
                    <a:pt x="11" y="1741170"/>
                  </a:cubicBezTo>
                  <a:cubicBezTo>
                    <a:pt x="1281" y="1356360"/>
                    <a:pt x="177811" y="1012190"/>
                    <a:pt x="453400" y="784860"/>
                  </a:cubicBezTo>
                  <a:lnTo>
                    <a:pt x="453400" y="784860"/>
                  </a:lnTo>
                  <a:cubicBezTo>
                    <a:pt x="453400" y="784860"/>
                    <a:pt x="453400" y="784860"/>
                    <a:pt x="453400" y="784860"/>
                  </a:cubicBezTo>
                  <a:cubicBezTo>
                    <a:pt x="453400" y="784860"/>
                    <a:pt x="454671" y="783590"/>
                    <a:pt x="454671" y="783590"/>
                  </a:cubicBezTo>
                  <a:cubicBezTo>
                    <a:pt x="759471" y="532130"/>
                    <a:pt x="946161" y="267970"/>
                    <a:pt x="1014740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22">
              <a:extLst>
                <a:ext uri="{FF2B5EF4-FFF2-40B4-BE49-F238E27FC236}">
                  <a16:creationId xmlns:a16="http://schemas.microsoft.com/office/drawing/2014/main" id="{CBB0A9D5-D4C6-C442-5157-0FE9D540E6D8}"/>
                </a:ext>
              </a:extLst>
            </p:cNvPr>
            <p:cNvSpPr/>
            <p:nvPr/>
          </p:nvSpPr>
          <p:spPr>
            <a:xfrm>
              <a:off x="9565628" y="0"/>
              <a:ext cx="2626371" cy="3983990"/>
            </a:xfrm>
            <a:custGeom>
              <a:avLst/>
              <a:gdLst>
                <a:gd name="connsiteX0" fmla="*/ 2626371 w 2626371"/>
                <a:gd name="connsiteY0" fmla="*/ 3973830 h 3983990"/>
                <a:gd name="connsiteX1" fmla="*/ 2486671 w 2626371"/>
                <a:gd name="connsiteY1" fmla="*/ 3983990 h 3983990"/>
                <a:gd name="connsiteX2" fmla="*/ 1637041 w 2626371"/>
                <a:gd name="connsiteY2" fmla="*/ 3345180 h 3983990"/>
                <a:gd name="connsiteX3" fmla="*/ 971561 w 2626371"/>
                <a:gd name="connsiteY3" fmla="*/ 2811780 h 3983990"/>
                <a:gd name="connsiteX4" fmla="*/ 971561 w 2626371"/>
                <a:gd name="connsiteY4" fmla="*/ 2811780 h 3983990"/>
                <a:gd name="connsiteX5" fmla="*/ 11 w 2626371"/>
                <a:gd name="connsiteY5" fmla="*/ 1645920 h 3983990"/>
                <a:gd name="connsiteX6" fmla="*/ 430541 w 2626371"/>
                <a:gd name="connsiteY6" fmla="*/ 737870 h 3983990"/>
                <a:gd name="connsiteX7" fmla="*/ 430541 w 2626371"/>
                <a:gd name="connsiteY7" fmla="*/ 737870 h 3983990"/>
                <a:gd name="connsiteX8" fmla="*/ 430541 w 2626371"/>
                <a:gd name="connsiteY8" fmla="*/ 737870 h 3983990"/>
                <a:gd name="connsiteX9" fmla="*/ 431811 w 2626371"/>
                <a:gd name="connsiteY9" fmla="*/ 736600 h 3983990"/>
                <a:gd name="connsiteX10" fmla="*/ 962671 w 2626371"/>
                <a:gd name="connsiteY10" fmla="*/ 0 h 398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26371" h="3983990">
                  <a:moveTo>
                    <a:pt x="2626371" y="3973830"/>
                  </a:moveTo>
                  <a:cubicBezTo>
                    <a:pt x="2580652" y="3981450"/>
                    <a:pt x="2533662" y="3983990"/>
                    <a:pt x="2486671" y="3983990"/>
                  </a:cubicBezTo>
                  <a:cubicBezTo>
                    <a:pt x="2084081" y="3982720"/>
                    <a:pt x="1744991" y="3713480"/>
                    <a:pt x="1637041" y="3345180"/>
                  </a:cubicBezTo>
                  <a:cubicBezTo>
                    <a:pt x="1532902" y="2995930"/>
                    <a:pt x="1450352" y="2898140"/>
                    <a:pt x="971561" y="2811780"/>
                  </a:cubicBezTo>
                  <a:lnTo>
                    <a:pt x="971561" y="2811780"/>
                  </a:lnTo>
                  <a:cubicBezTo>
                    <a:pt x="417841" y="2712720"/>
                    <a:pt x="-2529" y="2228850"/>
                    <a:pt x="11" y="1645920"/>
                  </a:cubicBezTo>
                  <a:cubicBezTo>
                    <a:pt x="1281" y="1280160"/>
                    <a:pt x="168921" y="953770"/>
                    <a:pt x="430541" y="737870"/>
                  </a:cubicBezTo>
                  <a:lnTo>
                    <a:pt x="430541" y="737870"/>
                  </a:lnTo>
                  <a:cubicBezTo>
                    <a:pt x="430541" y="737870"/>
                    <a:pt x="430541" y="737870"/>
                    <a:pt x="430541" y="737870"/>
                  </a:cubicBezTo>
                  <a:cubicBezTo>
                    <a:pt x="430541" y="737870"/>
                    <a:pt x="431811" y="736600"/>
                    <a:pt x="431811" y="736600"/>
                  </a:cubicBezTo>
                  <a:cubicBezTo>
                    <a:pt x="720102" y="501650"/>
                    <a:pt x="896631" y="252730"/>
                    <a:pt x="962671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23">
              <a:extLst>
                <a:ext uri="{FF2B5EF4-FFF2-40B4-BE49-F238E27FC236}">
                  <a16:creationId xmlns:a16="http://schemas.microsoft.com/office/drawing/2014/main" id="{10F4961A-1395-7FED-BAD1-336B7AFF81EF}"/>
                </a:ext>
              </a:extLst>
            </p:cNvPr>
            <p:cNvSpPr/>
            <p:nvPr/>
          </p:nvSpPr>
          <p:spPr>
            <a:xfrm>
              <a:off x="9709146" y="0"/>
              <a:ext cx="2482853" cy="3768090"/>
            </a:xfrm>
            <a:custGeom>
              <a:avLst/>
              <a:gdLst>
                <a:gd name="connsiteX0" fmla="*/ 2482853 w 2482853"/>
                <a:gd name="connsiteY0" fmla="*/ 3759200 h 3768090"/>
                <a:gd name="connsiteX1" fmla="*/ 2355853 w 2482853"/>
                <a:gd name="connsiteY1" fmla="*/ 3768090 h 3768090"/>
                <a:gd name="connsiteX2" fmla="*/ 1550673 w 2482853"/>
                <a:gd name="connsiteY2" fmla="*/ 3163570 h 3768090"/>
                <a:gd name="connsiteX3" fmla="*/ 920753 w 2482853"/>
                <a:gd name="connsiteY3" fmla="*/ 2658110 h 3768090"/>
                <a:gd name="connsiteX4" fmla="*/ 920753 w 2482853"/>
                <a:gd name="connsiteY4" fmla="*/ 2658110 h 3768090"/>
                <a:gd name="connsiteX5" fmla="*/ 3 w 2482853"/>
                <a:gd name="connsiteY5" fmla="*/ 1554480 h 3768090"/>
                <a:gd name="connsiteX6" fmla="*/ 407673 w 2482853"/>
                <a:gd name="connsiteY6" fmla="*/ 694690 h 3768090"/>
                <a:gd name="connsiteX7" fmla="*/ 407673 w 2482853"/>
                <a:gd name="connsiteY7" fmla="*/ 694690 h 3768090"/>
                <a:gd name="connsiteX8" fmla="*/ 407673 w 2482853"/>
                <a:gd name="connsiteY8" fmla="*/ 694690 h 3768090"/>
                <a:gd name="connsiteX9" fmla="*/ 408943 w 2482853"/>
                <a:gd name="connsiteY9" fmla="*/ 693420 h 3768090"/>
                <a:gd name="connsiteX10" fmla="*/ 910593 w 2482853"/>
                <a:gd name="connsiteY10" fmla="*/ 0 h 3768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2853" h="3768090">
                  <a:moveTo>
                    <a:pt x="2482853" y="3759200"/>
                  </a:moveTo>
                  <a:cubicBezTo>
                    <a:pt x="2440943" y="3765550"/>
                    <a:pt x="2399033" y="3768090"/>
                    <a:pt x="2355853" y="3768090"/>
                  </a:cubicBezTo>
                  <a:cubicBezTo>
                    <a:pt x="1973583" y="3766820"/>
                    <a:pt x="1653543" y="3511550"/>
                    <a:pt x="1550673" y="3163570"/>
                  </a:cubicBezTo>
                  <a:cubicBezTo>
                    <a:pt x="1452883" y="2832100"/>
                    <a:pt x="1374143" y="2739390"/>
                    <a:pt x="920753" y="2658110"/>
                  </a:cubicBezTo>
                  <a:lnTo>
                    <a:pt x="920753" y="2658110"/>
                  </a:lnTo>
                  <a:cubicBezTo>
                    <a:pt x="396243" y="2564130"/>
                    <a:pt x="-1267" y="2105660"/>
                    <a:pt x="3" y="1554480"/>
                  </a:cubicBezTo>
                  <a:cubicBezTo>
                    <a:pt x="1273" y="1207770"/>
                    <a:pt x="160023" y="897890"/>
                    <a:pt x="407673" y="694690"/>
                  </a:cubicBezTo>
                  <a:lnTo>
                    <a:pt x="407673" y="694690"/>
                  </a:lnTo>
                  <a:cubicBezTo>
                    <a:pt x="407673" y="694690"/>
                    <a:pt x="407673" y="694690"/>
                    <a:pt x="407673" y="694690"/>
                  </a:cubicBezTo>
                  <a:cubicBezTo>
                    <a:pt x="407673" y="694690"/>
                    <a:pt x="408943" y="693420"/>
                    <a:pt x="408943" y="693420"/>
                  </a:cubicBezTo>
                  <a:cubicBezTo>
                    <a:pt x="679453" y="471170"/>
                    <a:pt x="845823" y="236220"/>
                    <a:pt x="910593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" name="Freeform 24">
              <a:extLst>
                <a:ext uri="{FF2B5EF4-FFF2-40B4-BE49-F238E27FC236}">
                  <a16:creationId xmlns:a16="http://schemas.microsoft.com/office/drawing/2014/main" id="{CEAFB86B-2490-B715-3A68-465E1E8EB305}"/>
                </a:ext>
              </a:extLst>
            </p:cNvPr>
            <p:cNvSpPr/>
            <p:nvPr/>
          </p:nvSpPr>
          <p:spPr>
            <a:xfrm>
              <a:off x="9851386" y="-1270"/>
              <a:ext cx="2340613" cy="3553460"/>
            </a:xfrm>
            <a:custGeom>
              <a:avLst/>
              <a:gdLst>
                <a:gd name="connsiteX0" fmla="*/ 2340613 w 2340613"/>
                <a:gd name="connsiteY0" fmla="*/ 3545840 h 3553460"/>
                <a:gd name="connsiteX1" fmla="*/ 2226313 w 2340613"/>
                <a:gd name="connsiteY1" fmla="*/ 3553460 h 3553460"/>
                <a:gd name="connsiteX2" fmla="*/ 1465583 w 2340613"/>
                <a:gd name="connsiteY2" fmla="*/ 2981960 h 3553460"/>
                <a:gd name="connsiteX3" fmla="*/ 869953 w 2340613"/>
                <a:gd name="connsiteY3" fmla="*/ 2504440 h 3553460"/>
                <a:gd name="connsiteX4" fmla="*/ 869953 w 2340613"/>
                <a:gd name="connsiteY4" fmla="*/ 2504440 h 3553460"/>
                <a:gd name="connsiteX5" fmla="*/ 3 w 2340613"/>
                <a:gd name="connsiteY5" fmla="*/ 1461770 h 3553460"/>
                <a:gd name="connsiteX6" fmla="*/ 386083 w 2340613"/>
                <a:gd name="connsiteY6" fmla="*/ 648970 h 3553460"/>
                <a:gd name="connsiteX7" fmla="*/ 386083 w 2340613"/>
                <a:gd name="connsiteY7" fmla="*/ 648970 h 3553460"/>
                <a:gd name="connsiteX8" fmla="*/ 386083 w 2340613"/>
                <a:gd name="connsiteY8" fmla="*/ 648970 h 3553460"/>
                <a:gd name="connsiteX9" fmla="*/ 387353 w 2340613"/>
                <a:gd name="connsiteY9" fmla="*/ 647700 h 3553460"/>
                <a:gd name="connsiteX10" fmla="*/ 858523 w 2340613"/>
                <a:gd name="connsiteY10" fmla="*/ 0 h 355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40613" h="3553460">
                  <a:moveTo>
                    <a:pt x="2340613" y="3545840"/>
                  </a:moveTo>
                  <a:cubicBezTo>
                    <a:pt x="2303783" y="3550920"/>
                    <a:pt x="2264413" y="3553460"/>
                    <a:pt x="2226313" y="3553460"/>
                  </a:cubicBezTo>
                  <a:cubicBezTo>
                    <a:pt x="1865633" y="3552190"/>
                    <a:pt x="1563373" y="3310890"/>
                    <a:pt x="1465583" y="2981960"/>
                  </a:cubicBezTo>
                  <a:cubicBezTo>
                    <a:pt x="1372873" y="2669540"/>
                    <a:pt x="1299213" y="2581910"/>
                    <a:pt x="869953" y="2504440"/>
                  </a:cubicBezTo>
                  <a:lnTo>
                    <a:pt x="869953" y="2504440"/>
                  </a:lnTo>
                  <a:cubicBezTo>
                    <a:pt x="374653" y="2415540"/>
                    <a:pt x="-1267" y="1982470"/>
                    <a:pt x="3" y="1461770"/>
                  </a:cubicBezTo>
                  <a:cubicBezTo>
                    <a:pt x="1273" y="1134110"/>
                    <a:pt x="151133" y="842010"/>
                    <a:pt x="386083" y="648970"/>
                  </a:cubicBezTo>
                  <a:lnTo>
                    <a:pt x="386083" y="648970"/>
                  </a:lnTo>
                  <a:cubicBezTo>
                    <a:pt x="386083" y="648970"/>
                    <a:pt x="386083" y="648970"/>
                    <a:pt x="386083" y="648970"/>
                  </a:cubicBezTo>
                  <a:cubicBezTo>
                    <a:pt x="386083" y="648970"/>
                    <a:pt x="387353" y="647700"/>
                    <a:pt x="387353" y="647700"/>
                  </a:cubicBezTo>
                  <a:cubicBezTo>
                    <a:pt x="640083" y="439420"/>
                    <a:pt x="796293" y="222250"/>
                    <a:pt x="858523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" name="Freeform 25">
              <a:extLst>
                <a:ext uri="{FF2B5EF4-FFF2-40B4-BE49-F238E27FC236}">
                  <a16:creationId xmlns:a16="http://schemas.microsoft.com/office/drawing/2014/main" id="{1EAF4F7B-CC56-D2E0-44DE-50FFC2A70B92}"/>
                </a:ext>
              </a:extLst>
            </p:cNvPr>
            <p:cNvSpPr/>
            <p:nvPr/>
          </p:nvSpPr>
          <p:spPr>
            <a:xfrm>
              <a:off x="9996156" y="0"/>
              <a:ext cx="2195843" cy="3336290"/>
            </a:xfrm>
            <a:custGeom>
              <a:avLst/>
              <a:gdLst>
                <a:gd name="connsiteX0" fmla="*/ 2195844 w 2195843"/>
                <a:gd name="connsiteY0" fmla="*/ 3329940 h 3336290"/>
                <a:gd name="connsiteX1" fmla="*/ 2094244 w 2195843"/>
                <a:gd name="connsiteY1" fmla="*/ 3336290 h 3336290"/>
                <a:gd name="connsiteX2" fmla="*/ 1377964 w 2195843"/>
                <a:gd name="connsiteY2" fmla="*/ 2799080 h 3336290"/>
                <a:gd name="connsiteX3" fmla="*/ 817894 w 2195843"/>
                <a:gd name="connsiteY3" fmla="*/ 2349500 h 3336290"/>
                <a:gd name="connsiteX4" fmla="*/ 817894 w 2195843"/>
                <a:gd name="connsiteY4" fmla="*/ 2349500 h 3336290"/>
                <a:gd name="connsiteX5" fmla="*/ 14 w 2195843"/>
                <a:gd name="connsiteY5" fmla="*/ 1367790 h 3336290"/>
                <a:gd name="connsiteX6" fmla="*/ 363234 w 2195843"/>
                <a:gd name="connsiteY6" fmla="*/ 603250 h 3336290"/>
                <a:gd name="connsiteX7" fmla="*/ 363234 w 2195843"/>
                <a:gd name="connsiteY7" fmla="*/ 603250 h 3336290"/>
                <a:gd name="connsiteX8" fmla="*/ 363234 w 2195843"/>
                <a:gd name="connsiteY8" fmla="*/ 603250 h 3336290"/>
                <a:gd name="connsiteX9" fmla="*/ 364504 w 2195843"/>
                <a:gd name="connsiteY9" fmla="*/ 601980 h 3336290"/>
                <a:gd name="connsiteX10" fmla="*/ 806464 w 2195843"/>
                <a:gd name="connsiteY10" fmla="*/ 0 h 3336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95843" h="3336290">
                  <a:moveTo>
                    <a:pt x="2195844" y="3329940"/>
                  </a:moveTo>
                  <a:cubicBezTo>
                    <a:pt x="2162824" y="3333750"/>
                    <a:pt x="2128534" y="3336290"/>
                    <a:pt x="2094244" y="3336290"/>
                  </a:cubicBezTo>
                  <a:cubicBezTo>
                    <a:pt x="1755154" y="3335020"/>
                    <a:pt x="1470674" y="3107690"/>
                    <a:pt x="1377964" y="2799080"/>
                  </a:cubicBezTo>
                  <a:cubicBezTo>
                    <a:pt x="1290334" y="2504440"/>
                    <a:pt x="1220484" y="2421890"/>
                    <a:pt x="817894" y="2349500"/>
                  </a:cubicBezTo>
                  <a:lnTo>
                    <a:pt x="817894" y="2349500"/>
                  </a:lnTo>
                  <a:cubicBezTo>
                    <a:pt x="351804" y="2265680"/>
                    <a:pt x="-2526" y="1858010"/>
                    <a:pt x="14" y="1367790"/>
                  </a:cubicBezTo>
                  <a:cubicBezTo>
                    <a:pt x="1284" y="1059180"/>
                    <a:pt x="142254" y="784860"/>
                    <a:pt x="363234" y="603250"/>
                  </a:cubicBezTo>
                  <a:lnTo>
                    <a:pt x="363234" y="603250"/>
                  </a:lnTo>
                  <a:cubicBezTo>
                    <a:pt x="363234" y="603250"/>
                    <a:pt x="363234" y="603250"/>
                    <a:pt x="363234" y="603250"/>
                  </a:cubicBezTo>
                  <a:cubicBezTo>
                    <a:pt x="363234" y="603250"/>
                    <a:pt x="364504" y="601980"/>
                    <a:pt x="364504" y="601980"/>
                  </a:cubicBezTo>
                  <a:cubicBezTo>
                    <a:pt x="599454" y="408940"/>
                    <a:pt x="746774" y="205740"/>
                    <a:pt x="80646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26">
              <a:extLst>
                <a:ext uri="{FF2B5EF4-FFF2-40B4-BE49-F238E27FC236}">
                  <a16:creationId xmlns:a16="http://schemas.microsoft.com/office/drawing/2014/main" id="{3B220283-8FE5-E220-47CC-39A6E6994927}"/>
                </a:ext>
              </a:extLst>
            </p:cNvPr>
            <p:cNvSpPr/>
            <p:nvPr/>
          </p:nvSpPr>
          <p:spPr>
            <a:xfrm>
              <a:off x="10138406" y="0"/>
              <a:ext cx="2053593" cy="3120389"/>
            </a:xfrm>
            <a:custGeom>
              <a:avLst/>
              <a:gdLst>
                <a:gd name="connsiteX0" fmla="*/ 2053594 w 2053593"/>
                <a:gd name="connsiteY0" fmla="*/ 3115310 h 3120389"/>
                <a:gd name="connsiteX1" fmla="*/ 1964694 w 2053593"/>
                <a:gd name="connsiteY1" fmla="*/ 3120390 h 3120389"/>
                <a:gd name="connsiteX2" fmla="*/ 1292864 w 2053593"/>
                <a:gd name="connsiteY2" fmla="*/ 2616200 h 3120389"/>
                <a:gd name="connsiteX3" fmla="*/ 767084 w 2053593"/>
                <a:gd name="connsiteY3" fmla="*/ 2194560 h 3120389"/>
                <a:gd name="connsiteX4" fmla="*/ 767084 w 2053593"/>
                <a:gd name="connsiteY4" fmla="*/ 2194560 h 3120389"/>
                <a:gd name="connsiteX5" fmla="*/ 4 w 2053593"/>
                <a:gd name="connsiteY5" fmla="*/ 1273810 h 3120389"/>
                <a:gd name="connsiteX6" fmla="*/ 340363 w 2053593"/>
                <a:gd name="connsiteY6" fmla="*/ 556260 h 3120389"/>
                <a:gd name="connsiteX7" fmla="*/ 340363 w 2053593"/>
                <a:gd name="connsiteY7" fmla="*/ 556260 h 3120389"/>
                <a:gd name="connsiteX8" fmla="*/ 340363 w 2053593"/>
                <a:gd name="connsiteY8" fmla="*/ 556260 h 3120389"/>
                <a:gd name="connsiteX9" fmla="*/ 341634 w 2053593"/>
                <a:gd name="connsiteY9" fmla="*/ 554990 h 3120389"/>
                <a:gd name="connsiteX10" fmla="*/ 754384 w 2053593"/>
                <a:gd name="connsiteY10" fmla="*/ 0 h 312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53593" h="3120389">
                  <a:moveTo>
                    <a:pt x="2053594" y="3115310"/>
                  </a:moveTo>
                  <a:cubicBezTo>
                    <a:pt x="2024384" y="3119120"/>
                    <a:pt x="1995174" y="3120390"/>
                    <a:pt x="1964694" y="3120390"/>
                  </a:cubicBezTo>
                  <a:cubicBezTo>
                    <a:pt x="1645924" y="3119120"/>
                    <a:pt x="1379224" y="2907030"/>
                    <a:pt x="1292864" y="2616200"/>
                  </a:cubicBezTo>
                  <a:cubicBezTo>
                    <a:pt x="1211584" y="2340610"/>
                    <a:pt x="1145544" y="2263140"/>
                    <a:pt x="767084" y="2194560"/>
                  </a:cubicBezTo>
                  <a:lnTo>
                    <a:pt x="767084" y="2194560"/>
                  </a:lnTo>
                  <a:cubicBezTo>
                    <a:pt x="330204" y="2117090"/>
                    <a:pt x="-1266" y="1733550"/>
                    <a:pt x="4" y="1273810"/>
                  </a:cubicBezTo>
                  <a:cubicBezTo>
                    <a:pt x="1274" y="984250"/>
                    <a:pt x="133354" y="727710"/>
                    <a:pt x="340363" y="556260"/>
                  </a:cubicBezTo>
                  <a:lnTo>
                    <a:pt x="340363" y="556260"/>
                  </a:lnTo>
                  <a:cubicBezTo>
                    <a:pt x="340363" y="556260"/>
                    <a:pt x="340363" y="556260"/>
                    <a:pt x="340363" y="556260"/>
                  </a:cubicBezTo>
                  <a:cubicBezTo>
                    <a:pt x="340363" y="556260"/>
                    <a:pt x="341634" y="554990"/>
                    <a:pt x="341634" y="554990"/>
                  </a:cubicBezTo>
                  <a:cubicBezTo>
                    <a:pt x="560074" y="378460"/>
                    <a:pt x="697234" y="190500"/>
                    <a:pt x="75438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27">
              <a:extLst>
                <a:ext uri="{FF2B5EF4-FFF2-40B4-BE49-F238E27FC236}">
                  <a16:creationId xmlns:a16="http://schemas.microsoft.com/office/drawing/2014/main" id="{BDB57F72-FD2E-2252-5FDC-F9EA0FE5FE61}"/>
                </a:ext>
              </a:extLst>
            </p:cNvPr>
            <p:cNvSpPr/>
            <p:nvPr/>
          </p:nvSpPr>
          <p:spPr>
            <a:xfrm>
              <a:off x="10283186" y="0"/>
              <a:ext cx="1908813" cy="2904489"/>
            </a:xfrm>
            <a:custGeom>
              <a:avLst/>
              <a:gdLst>
                <a:gd name="connsiteX0" fmla="*/ 1908814 w 1908813"/>
                <a:gd name="connsiteY0" fmla="*/ 2900680 h 2904489"/>
                <a:gd name="connsiteX1" fmla="*/ 1832614 w 1908813"/>
                <a:gd name="connsiteY1" fmla="*/ 2904490 h 2904489"/>
                <a:gd name="connsiteX2" fmla="*/ 1206504 w 1908813"/>
                <a:gd name="connsiteY2" fmla="*/ 2434590 h 2904489"/>
                <a:gd name="connsiteX3" fmla="*/ 716283 w 1908813"/>
                <a:gd name="connsiteY3" fmla="*/ 2040890 h 2904489"/>
                <a:gd name="connsiteX4" fmla="*/ 716283 w 1908813"/>
                <a:gd name="connsiteY4" fmla="*/ 2040890 h 2904489"/>
                <a:gd name="connsiteX5" fmla="*/ 4 w 1908813"/>
                <a:gd name="connsiteY5" fmla="*/ 1182370 h 2904489"/>
                <a:gd name="connsiteX6" fmla="*/ 317504 w 1908813"/>
                <a:gd name="connsiteY6" fmla="*/ 513080 h 2904489"/>
                <a:gd name="connsiteX7" fmla="*/ 317504 w 1908813"/>
                <a:gd name="connsiteY7" fmla="*/ 513080 h 2904489"/>
                <a:gd name="connsiteX8" fmla="*/ 317504 w 1908813"/>
                <a:gd name="connsiteY8" fmla="*/ 513080 h 2904489"/>
                <a:gd name="connsiteX9" fmla="*/ 318774 w 1908813"/>
                <a:gd name="connsiteY9" fmla="*/ 511810 h 2904489"/>
                <a:gd name="connsiteX10" fmla="*/ 701044 w 1908813"/>
                <a:gd name="connsiteY10" fmla="*/ 0 h 2904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8813" h="2904489">
                  <a:moveTo>
                    <a:pt x="1908814" y="2900680"/>
                  </a:moveTo>
                  <a:cubicBezTo>
                    <a:pt x="1883414" y="2903220"/>
                    <a:pt x="1858014" y="2904490"/>
                    <a:pt x="1832614" y="2904490"/>
                  </a:cubicBezTo>
                  <a:cubicBezTo>
                    <a:pt x="1535433" y="2903220"/>
                    <a:pt x="1286514" y="2705100"/>
                    <a:pt x="1206504" y="2434590"/>
                  </a:cubicBezTo>
                  <a:cubicBezTo>
                    <a:pt x="1130304" y="2176780"/>
                    <a:pt x="1069344" y="2104390"/>
                    <a:pt x="716283" y="2040890"/>
                  </a:cubicBezTo>
                  <a:lnTo>
                    <a:pt x="716283" y="2040890"/>
                  </a:lnTo>
                  <a:cubicBezTo>
                    <a:pt x="308614" y="1968500"/>
                    <a:pt x="-1267" y="1610360"/>
                    <a:pt x="4" y="1182370"/>
                  </a:cubicBezTo>
                  <a:cubicBezTo>
                    <a:pt x="1274" y="913130"/>
                    <a:pt x="124464" y="671830"/>
                    <a:pt x="317504" y="513080"/>
                  </a:cubicBezTo>
                  <a:lnTo>
                    <a:pt x="317504" y="513080"/>
                  </a:lnTo>
                  <a:cubicBezTo>
                    <a:pt x="317504" y="513080"/>
                    <a:pt x="317504" y="513080"/>
                    <a:pt x="317504" y="513080"/>
                  </a:cubicBezTo>
                  <a:cubicBezTo>
                    <a:pt x="317504" y="513080"/>
                    <a:pt x="318774" y="513080"/>
                    <a:pt x="318774" y="511810"/>
                  </a:cubicBezTo>
                  <a:cubicBezTo>
                    <a:pt x="518164" y="347980"/>
                    <a:pt x="645164" y="175260"/>
                    <a:pt x="70104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28">
              <a:extLst>
                <a:ext uri="{FF2B5EF4-FFF2-40B4-BE49-F238E27FC236}">
                  <a16:creationId xmlns:a16="http://schemas.microsoft.com/office/drawing/2014/main" id="{7D0AFB7D-27E1-B78E-D9D9-F5AD1C634108}"/>
                </a:ext>
              </a:extLst>
            </p:cNvPr>
            <p:cNvSpPr/>
            <p:nvPr/>
          </p:nvSpPr>
          <p:spPr>
            <a:xfrm>
              <a:off x="10426695" y="0"/>
              <a:ext cx="1765304" cy="2689088"/>
            </a:xfrm>
            <a:custGeom>
              <a:avLst/>
              <a:gdLst>
                <a:gd name="connsiteX0" fmla="*/ 1765304 w 1765304"/>
                <a:gd name="connsiteY0" fmla="*/ 2686050 h 2689088"/>
                <a:gd name="connsiteX1" fmla="*/ 1701804 w 1765304"/>
                <a:gd name="connsiteY1" fmla="*/ 2688590 h 2689088"/>
                <a:gd name="connsiteX2" fmla="*/ 1120144 w 1765304"/>
                <a:gd name="connsiteY2" fmla="*/ 2251710 h 2689088"/>
                <a:gd name="connsiteX3" fmla="*/ 665485 w 1765304"/>
                <a:gd name="connsiteY3" fmla="*/ 1887220 h 2689088"/>
                <a:gd name="connsiteX4" fmla="*/ 665485 w 1765304"/>
                <a:gd name="connsiteY4" fmla="*/ 1887220 h 2689088"/>
                <a:gd name="connsiteX5" fmla="*/ 4 w 1765304"/>
                <a:gd name="connsiteY5" fmla="*/ 1089660 h 2689088"/>
                <a:gd name="connsiteX6" fmla="*/ 294644 w 1765304"/>
                <a:gd name="connsiteY6" fmla="*/ 468630 h 2689088"/>
                <a:gd name="connsiteX7" fmla="*/ 294644 w 1765304"/>
                <a:gd name="connsiteY7" fmla="*/ 468630 h 2689088"/>
                <a:gd name="connsiteX8" fmla="*/ 294644 w 1765304"/>
                <a:gd name="connsiteY8" fmla="*/ 468630 h 2689088"/>
                <a:gd name="connsiteX9" fmla="*/ 295914 w 1765304"/>
                <a:gd name="connsiteY9" fmla="*/ 467360 h 2689088"/>
                <a:gd name="connsiteX10" fmla="*/ 647704 w 1765304"/>
                <a:gd name="connsiteY10" fmla="*/ 0 h 2689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65304" h="2689088">
                  <a:moveTo>
                    <a:pt x="1765304" y="2686050"/>
                  </a:moveTo>
                  <a:cubicBezTo>
                    <a:pt x="1744985" y="2688590"/>
                    <a:pt x="1723394" y="2689860"/>
                    <a:pt x="1701804" y="2688590"/>
                  </a:cubicBezTo>
                  <a:cubicBezTo>
                    <a:pt x="1426214" y="2687320"/>
                    <a:pt x="1195074" y="2503170"/>
                    <a:pt x="1120144" y="2251710"/>
                  </a:cubicBezTo>
                  <a:cubicBezTo>
                    <a:pt x="1049024" y="2012950"/>
                    <a:pt x="993144" y="1945640"/>
                    <a:pt x="665485" y="1887220"/>
                  </a:cubicBezTo>
                  <a:lnTo>
                    <a:pt x="665485" y="1887220"/>
                  </a:lnTo>
                  <a:cubicBezTo>
                    <a:pt x="287024" y="1819910"/>
                    <a:pt x="-1266" y="1488440"/>
                    <a:pt x="4" y="1089660"/>
                  </a:cubicBezTo>
                  <a:cubicBezTo>
                    <a:pt x="1274" y="839470"/>
                    <a:pt x="115574" y="615950"/>
                    <a:pt x="294644" y="468630"/>
                  </a:cubicBezTo>
                  <a:lnTo>
                    <a:pt x="294644" y="468630"/>
                  </a:lnTo>
                  <a:cubicBezTo>
                    <a:pt x="294644" y="468630"/>
                    <a:pt x="294644" y="468630"/>
                    <a:pt x="294644" y="468630"/>
                  </a:cubicBezTo>
                  <a:cubicBezTo>
                    <a:pt x="294644" y="468630"/>
                    <a:pt x="295914" y="468630"/>
                    <a:pt x="295914" y="467360"/>
                  </a:cubicBezTo>
                  <a:cubicBezTo>
                    <a:pt x="477524" y="316230"/>
                    <a:pt x="595635" y="160020"/>
                    <a:pt x="64770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" name="Freeform 29">
              <a:extLst>
                <a:ext uri="{FF2B5EF4-FFF2-40B4-BE49-F238E27FC236}">
                  <a16:creationId xmlns:a16="http://schemas.microsoft.com/office/drawing/2014/main" id="{91BDEFA7-527F-5EB3-F15F-FC9A3DDC1A18}"/>
                </a:ext>
              </a:extLst>
            </p:cNvPr>
            <p:cNvSpPr/>
            <p:nvPr/>
          </p:nvSpPr>
          <p:spPr>
            <a:xfrm>
              <a:off x="10570205" y="-1270"/>
              <a:ext cx="1621794" cy="2473959"/>
            </a:xfrm>
            <a:custGeom>
              <a:avLst/>
              <a:gdLst>
                <a:gd name="connsiteX0" fmla="*/ 1621795 w 1621794"/>
                <a:gd name="connsiteY0" fmla="*/ 2471420 h 2473959"/>
                <a:gd name="connsiteX1" fmla="*/ 1570995 w 1621794"/>
                <a:gd name="connsiteY1" fmla="*/ 2473960 h 2473959"/>
                <a:gd name="connsiteX2" fmla="*/ 1033785 w 1621794"/>
                <a:gd name="connsiteY2" fmla="*/ 2070100 h 2473959"/>
                <a:gd name="connsiteX3" fmla="*/ 613414 w 1621794"/>
                <a:gd name="connsiteY3" fmla="*/ 1733550 h 2473959"/>
                <a:gd name="connsiteX4" fmla="*/ 613414 w 1621794"/>
                <a:gd name="connsiteY4" fmla="*/ 1733550 h 2473959"/>
                <a:gd name="connsiteX5" fmla="*/ 5 w 1621794"/>
                <a:gd name="connsiteY5" fmla="*/ 996950 h 2473959"/>
                <a:gd name="connsiteX6" fmla="*/ 271785 w 1621794"/>
                <a:gd name="connsiteY6" fmla="*/ 422910 h 2473959"/>
                <a:gd name="connsiteX7" fmla="*/ 271785 w 1621794"/>
                <a:gd name="connsiteY7" fmla="*/ 422910 h 2473959"/>
                <a:gd name="connsiteX8" fmla="*/ 271785 w 1621794"/>
                <a:gd name="connsiteY8" fmla="*/ 422910 h 2473959"/>
                <a:gd name="connsiteX9" fmla="*/ 273055 w 1621794"/>
                <a:gd name="connsiteY9" fmla="*/ 421640 h 2473959"/>
                <a:gd name="connsiteX10" fmla="*/ 594364 w 1621794"/>
                <a:gd name="connsiteY10" fmla="*/ 0 h 24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1794" h="2473959">
                  <a:moveTo>
                    <a:pt x="1621795" y="2471420"/>
                  </a:moveTo>
                  <a:cubicBezTo>
                    <a:pt x="1605285" y="2472690"/>
                    <a:pt x="1587505" y="2473960"/>
                    <a:pt x="1570995" y="2473960"/>
                  </a:cubicBezTo>
                  <a:cubicBezTo>
                    <a:pt x="1316995" y="2472690"/>
                    <a:pt x="1102364" y="2302510"/>
                    <a:pt x="1033785" y="2070100"/>
                  </a:cubicBezTo>
                  <a:cubicBezTo>
                    <a:pt x="967745" y="1849120"/>
                    <a:pt x="915675" y="1786890"/>
                    <a:pt x="613414" y="1733550"/>
                  </a:cubicBezTo>
                  <a:lnTo>
                    <a:pt x="613414" y="1733550"/>
                  </a:lnTo>
                  <a:cubicBezTo>
                    <a:pt x="264164" y="1671320"/>
                    <a:pt x="-1265" y="1365250"/>
                    <a:pt x="5" y="996950"/>
                  </a:cubicBezTo>
                  <a:cubicBezTo>
                    <a:pt x="1275" y="765810"/>
                    <a:pt x="106685" y="560070"/>
                    <a:pt x="271785" y="422910"/>
                  </a:cubicBezTo>
                  <a:lnTo>
                    <a:pt x="271785" y="422910"/>
                  </a:lnTo>
                  <a:cubicBezTo>
                    <a:pt x="271785" y="422910"/>
                    <a:pt x="271785" y="422910"/>
                    <a:pt x="271785" y="422910"/>
                  </a:cubicBezTo>
                  <a:cubicBezTo>
                    <a:pt x="271785" y="422910"/>
                    <a:pt x="271785" y="422910"/>
                    <a:pt x="273055" y="421640"/>
                  </a:cubicBezTo>
                  <a:cubicBezTo>
                    <a:pt x="438155" y="285750"/>
                    <a:pt x="544835" y="144780"/>
                    <a:pt x="59436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" name="Freeform 30">
              <a:extLst>
                <a:ext uri="{FF2B5EF4-FFF2-40B4-BE49-F238E27FC236}">
                  <a16:creationId xmlns:a16="http://schemas.microsoft.com/office/drawing/2014/main" id="{6E7657B8-8F44-DE16-CEBD-4C4318FECA89}"/>
                </a:ext>
              </a:extLst>
            </p:cNvPr>
            <p:cNvSpPr/>
            <p:nvPr/>
          </p:nvSpPr>
          <p:spPr>
            <a:xfrm>
              <a:off x="10713714" y="1270"/>
              <a:ext cx="1478285" cy="2255519"/>
            </a:xfrm>
            <a:custGeom>
              <a:avLst/>
              <a:gdLst>
                <a:gd name="connsiteX0" fmla="*/ 1478285 w 1478285"/>
                <a:gd name="connsiteY0" fmla="*/ 2254250 h 2255519"/>
                <a:gd name="connsiteX1" fmla="*/ 1440185 w 1478285"/>
                <a:gd name="connsiteY1" fmla="*/ 2255520 h 2255519"/>
                <a:gd name="connsiteX2" fmla="*/ 947425 w 1478285"/>
                <a:gd name="connsiteY2" fmla="*/ 1885950 h 2255519"/>
                <a:gd name="connsiteX3" fmla="*/ 562616 w 1478285"/>
                <a:gd name="connsiteY3" fmla="*/ 1577340 h 2255519"/>
                <a:gd name="connsiteX4" fmla="*/ 562616 w 1478285"/>
                <a:gd name="connsiteY4" fmla="*/ 1577340 h 2255519"/>
                <a:gd name="connsiteX5" fmla="*/ 5 w 1478285"/>
                <a:gd name="connsiteY5" fmla="*/ 902970 h 2255519"/>
                <a:gd name="connsiteX6" fmla="*/ 248925 w 1478285"/>
                <a:gd name="connsiteY6" fmla="*/ 377190 h 2255519"/>
                <a:gd name="connsiteX7" fmla="*/ 248925 w 1478285"/>
                <a:gd name="connsiteY7" fmla="*/ 377190 h 2255519"/>
                <a:gd name="connsiteX8" fmla="*/ 248925 w 1478285"/>
                <a:gd name="connsiteY8" fmla="*/ 377190 h 2255519"/>
                <a:gd name="connsiteX9" fmla="*/ 250195 w 1478285"/>
                <a:gd name="connsiteY9" fmla="*/ 375920 h 2255519"/>
                <a:gd name="connsiteX10" fmla="*/ 541025 w 1478285"/>
                <a:gd name="connsiteY10" fmla="*/ 0 h 2255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8285" h="2255519">
                  <a:moveTo>
                    <a:pt x="1478285" y="2254250"/>
                  </a:moveTo>
                  <a:cubicBezTo>
                    <a:pt x="1465585" y="2255520"/>
                    <a:pt x="1452885" y="2255520"/>
                    <a:pt x="1440185" y="2255520"/>
                  </a:cubicBezTo>
                  <a:cubicBezTo>
                    <a:pt x="1206505" y="2254250"/>
                    <a:pt x="1010925" y="2099310"/>
                    <a:pt x="947425" y="1885950"/>
                  </a:cubicBezTo>
                  <a:cubicBezTo>
                    <a:pt x="887735" y="1684020"/>
                    <a:pt x="839475" y="1626870"/>
                    <a:pt x="562616" y="1577340"/>
                  </a:cubicBezTo>
                  <a:lnTo>
                    <a:pt x="562616" y="1577340"/>
                  </a:lnTo>
                  <a:cubicBezTo>
                    <a:pt x="241305" y="1520190"/>
                    <a:pt x="-1265" y="1239520"/>
                    <a:pt x="5" y="902970"/>
                  </a:cubicBezTo>
                  <a:cubicBezTo>
                    <a:pt x="1275" y="690880"/>
                    <a:pt x="97795" y="501650"/>
                    <a:pt x="248925" y="377190"/>
                  </a:cubicBezTo>
                  <a:lnTo>
                    <a:pt x="248925" y="377190"/>
                  </a:lnTo>
                  <a:cubicBezTo>
                    <a:pt x="248925" y="377190"/>
                    <a:pt x="248925" y="377190"/>
                    <a:pt x="248925" y="377190"/>
                  </a:cubicBezTo>
                  <a:cubicBezTo>
                    <a:pt x="248925" y="377190"/>
                    <a:pt x="248925" y="377190"/>
                    <a:pt x="250195" y="375920"/>
                  </a:cubicBezTo>
                  <a:cubicBezTo>
                    <a:pt x="397516" y="255270"/>
                    <a:pt x="494035" y="128270"/>
                    <a:pt x="541025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31">
              <a:extLst>
                <a:ext uri="{FF2B5EF4-FFF2-40B4-BE49-F238E27FC236}">
                  <a16:creationId xmlns:a16="http://schemas.microsoft.com/office/drawing/2014/main" id="{DE25019B-94D2-3DA2-F953-AE87671B1931}"/>
                </a:ext>
              </a:extLst>
            </p:cNvPr>
            <p:cNvSpPr/>
            <p:nvPr/>
          </p:nvSpPr>
          <p:spPr>
            <a:xfrm>
              <a:off x="10857224" y="0"/>
              <a:ext cx="1334775" cy="2040889"/>
            </a:xfrm>
            <a:custGeom>
              <a:avLst/>
              <a:gdLst>
                <a:gd name="connsiteX0" fmla="*/ 1334775 w 1334775"/>
                <a:gd name="connsiteY0" fmla="*/ 2039620 h 2040889"/>
                <a:gd name="connsiteX1" fmla="*/ 1309375 w 1334775"/>
                <a:gd name="connsiteY1" fmla="*/ 2040890 h 2040889"/>
                <a:gd name="connsiteX2" fmla="*/ 862335 w 1334775"/>
                <a:gd name="connsiteY2" fmla="*/ 1704340 h 2040889"/>
                <a:gd name="connsiteX3" fmla="*/ 511815 w 1334775"/>
                <a:gd name="connsiteY3" fmla="*/ 1423670 h 2040889"/>
                <a:gd name="connsiteX4" fmla="*/ 511815 w 1334775"/>
                <a:gd name="connsiteY4" fmla="*/ 1423670 h 2040889"/>
                <a:gd name="connsiteX5" fmla="*/ 5 w 1334775"/>
                <a:gd name="connsiteY5" fmla="*/ 810260 h 2040889"/>
                <a:gd name="connsiteX6" fmla="*/ 227335 w 1334775"/>
                <a:gd name="connsiteY6" fmla="*/ 332740 h 2040889"/>
                <a:gd name="connsiteX7" fmla="*/ 227335 w 1334775"/>
                <a:gd name="connsiteY7" fmla="*/ 332740 h 2040889"/>
                <a:gd name="connsiteX8" fmla="*/ 227335 w 1334775"/>
                <a:gd name="connsiteY8" fmla="*/ 332740 h 2040889"/>
                <a:gd name="connsiteX9" fmla="*/ 228605 w 1334775"/>
                <a:gd name="connsiteY9" fmla="*/ 331470 h 2040889"/>
                <a:gd name="connsiteX10" fmla="*/ 488955 w 1334775"/>
                <a:gd name="connsiteY10" fmla="*/ 0 h 2040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775" h="2040889">
                  <a:moveTo>
                    <a:pt x="1334775" y="2039620"/>
                  </a:moveTo>
                  <a:cubicBezTo>
                    <a:pt x="1325885" y="2039620"/>
                    <a:pt x="1318265" y="2040890"/>
                    <a:pt x="1309375" y="2040890"/>
                  </a:cubicBezTo>
                  <a:cubicBezTo>
                    <a:pt x="1097285" y="2039620"/>
                    <a:pt x="919485" y="1898650"/>
                    <a:pt x="862335" y="1704340"/>
                  </a:cubicBezTo>
                  <a:cubicBezTo>
                    <a:pt x="807725" y="1520190"/>
                    <a:pt x="764545" y="1469390"/>
                    <a:pt x="511815" y="1423670"/>
                  </a:cubicBezTo>
                  <a:lnTo>
                    <a:pt x="511815" y="1423670"/>
                  </a:lnTo>
                  <a:cubicBezTo>
                    <a:pt x="219715" y="1371600"/>
                    <a:pt x="-1265" y="1116330"/>
                    <a:pt x="5" y="810260"/>
                  </a:cubicBezTo>
                  <a:cubicBezTo>
                    <a:pt x="5" y="617220"/>
                    <a:pt x="88905" y="445770"/>
                    <a:pt x="227335" y="332740"/>
                  </a:cubicBezTo>
                  <a:lnTo>
                    <a:pt x="227335" y="332740"/>
                  </a:lnTo>
                  <a:cubicBezTo>
                    <a:pt x="227335" y="332740"/>
                    <a:pt x="227335" y="332740"/>
                    <a:pt x="227335" y="332740"/>
                  </a:cubicBezTo>
                  <a:cubicBezTo>
                    <a:pt x="227335" y="332740"/>
                    <a:pt x="227335" y="332740"/>
                    <a:pt x="228605" y="331470"/>
                  </a:cubicBezTo>
                  <a:cubicBezTo>
                    <a:pt x="358145" y="224790"/>
                    <a:pt x="444505" y="113030"/>
                    <a:pt x="488955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32">
              <a:extLst>
                <a:ext uri="{FF2B5EF4-FFF2-40B4-BE49-F238E27FC236}">
                  <a16:creationId xmlns:a16="http://schemas.microsoft.com/office/drawing/2014/main" id="{FB7C46AE-716D-D45C-E5EE-28308308E11B}"/>
                </a:ext>
              </a:extLst>
            </p:cNvPr>
            <p:cNvSpPr/>
            <p:nvPr/>
          </p:nvSpPr>
          <p:spPr>
            <a:xfrm>
              <a:off x="11000740" y="1270"/>
              <a:ext cx="1191259" cy="1823719"/>
            </a:xfrm>
            <a:custGeom>
              <a:avLst/>
              <a:gdLst>
                <a:gd name="connsiteX0" fmla="*/ 1191260 w 1191259"/>
                <a:gd name="connsiteY0" fmla="*/ 1823720 h 1823719"/>
                <a:gd name="connsiteX1" fmla="*/ 1178560 w 1191259"/>
                <a:gd name="connsiteY1" fmla="*/ 1823720 h 1823719"/>
                <a:gd name="connsiteX2" fmla="*/ 775970 w 1191259"/>
                <a:gd name="connsiteY2" fmla="*/ 1521460 h 1823719"/>
                <a:gd name="connsiteX3" fmla="*/ 461010 w 1191259"/>
                <a:gd name="connsiteY3" fmla="*/ 1268730 h 1823719"/>
                <a:gd name="connsiteX4" fmla="*/ 461010 w 1191259"/>
                <a:gd name="connsiteY4" fmla="*/ 1268730 h 1823719"/>
                <a:gd name="connsiteX5" fmla="*/ 0 w 1191259"/>
                <a:gd name="connsiteY5" fmla="*/ 716280 h 1823719"/>
                <a:gd name="connsiteX6" fmla="*/ 204470 w 1191259"/>
                <a:gd name="connsiteY6" fmla="*/ 285750 h 1823719"/>
                <a:gd name="connsiteX7" fmla="*/ 204470 w 1191259"/>
                <a:gd name="connsiteY7" fmla="*/ 285750 h 1823719"/>
                <a:gd name="connsiteX8" fmla="*/ 204470 w 1191259"/>
                <a:gd name="connsiteY8" fmla="*/ 285750 h 1823719"/>
                <a:gd name="connsiteX9" fmla="*/ 205740 w 1191259"/>
                <a:gd name="connsiteY9" fmla="*/ 285750 h 1823719"/>
                <a:gd name="connsiteX10" fmla="*/ 435610 w 1191259"/>
                <a:gd name="connsiteY10" fmla="*/ 0 h 1823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1259" h="1823719">
                  <a:moveTo>
                    <a:pt x="1191260" y="1823720"/>
                  </a:moveTo>
                  <a:cubicBezTo>
                    <a:pt x="1187450" y="1823720"/>
                    <a:pt x="1182370" y="1823720"/>
                    <a:pt x="1178560" y="1823720"/>
                  </a:cubicBezTo>
                  <a:cubicBezTo>
                    <a:pt x="988060" y="1823720"/>
                    <a:pt x="826770" y="1695450"/>
                    <a:pt x="775970" y="1521460"/>
                  </a:cubicBezTo>
                  <a:cubicBezTo>
                    <a:pt x="726440" y="1356360"/>
                    <a:pt x="687070" y="1309370"/>
                    <a:pt x="461010" y="1268730"/>
                  </a:cubicBezTo>
                  <a:lnTo>
                    <a:pt x="461010" y="1268730"/>
                  </a:lnTo>
                  <a:cubicBezTo>
                    <a:pt x="198120" y="1221740"/>
                    <a:pt x="0" y="991870"/>
                    <a:pt x="0" y="716280"/>
                  </a:cubicBezTo>
                  <a:cubicBezTo>
                    <a:pt x="0" y="542290"/>
                    <a:pt x="80010" y="388620"/>
                    <a:pt x="204470" y="285750"/>
                  </a:cubicBezTo>
                  <a:lnTo>
                    <a:pt x="204470" y="285750"/>
                  </a:lnTo>
                  <a:cubicBezTo>
                    <a:pt x="204470" y="285750"/>
                    <a:pt x="204470" y="285750"/>
                    <a:pt x="204470" y="285750"/>
                  </a:cubicBezTo>
                  <a:cubicBezTo>
                    <a:pt x="204470" y="285750"/>
                    <a:pt x="204470" y="285750"/>
                    <a:pt x="205740" y="285750"/>
                  </a:cubicBezTo>
                  <a:cubicBezTo>
                    <a:pt x="317500" y="193040"/>
                    <a:pt x="393700" y="97790"/>
                    <a:pt x="435610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33">
              <a:extLst>
                <a:ext uri="{FF2B5EF4-FFF2-40B4-BE49-F238E27FC236}">
                  <a16:creationId xmlns:a16="http://schemas.microsoft.com/office/drawing/2014/main" id="{55ACDE3D-7E2C-8EAE-3F19-79C9EF8D5B10}"/>
                </a:ext>
              </a:extLst>
            </p:cNvPr>
            <p:cNvSpPr/>
            <p:nvPr/>
          </p:nvSpPr>
          <p:spPr>
            <a:xfrm>
              <a:off x="11144243" y="0"/>
              <a:ext cx="1047756" cy="1609089"/>
            </a:xfrm>
            <a:custGeom>
              <a:avLst/>
              <a:gdLst>
                <a:gd name="connsiteX0" fmla="*/ 1047757 w 1047756"/>
                <a:gd name="connsiteY0" fmla="*/ 1609090 h 1609089"/>
                <a:gd name="connsiteX1" fmla="*/ 1047757 w 1047756"/>
                <a:gd name="connsiteY1" fmla="*/ 1609090 h 1609089"/>
                <a:gd name="connsiteX2" fmla="*/ 689617 w 1047756"/>
                <a:gd name="connsiteY2" fmla="*/ 1339850 h 1609089"/>
                <a:gd name="connsiteX3" fmla="*/ 408947 w 1047756"/>
                <a:gd name="connsiteY3" fmla="*/ 1115060 h 1609089"/>
                <a:gd name="connsiteX4" fmla="*/ 408947 w 1047756"/>
                <a:gd name="connsiteY4" fmla="*/ 1115060 h 1609089"/>
                <a:gd name="connsiteX5" fmla="*/ 7 w 1047756"/>
                <a:gd name="connsiteY5" fmla="*/ 623570 h 1609089"/>
                <a:gd name="connsiteX6" fmla="*/ 181617 w 1047756"/>
                <a:gd name="connsiteY6" fmla="*/ 241300 h 1609089"/>
                <a:gd name="connsiteX7" fmla="*/ 181617 w 1047756"/>
                <a:gd name="connsiteY7" fmla="*/ 241300 h 1609089"/>
                <a:gd name="connsiteX8" fmla="*/ 181617 w 1047756"/>
                <a:gd name="connsiteY8" fmla="*/ 241300 h 1609089"/>
                <a:gd name="connsiteX9" fmla="*/ 181617 w 1047756"/>
                <a:gd name="connsiteY9" fmla="*/ 241300 h 1609089"/>
                <a:gd name="connsiteX10" fmla="*/ 379737 w 1047756"/>
                <a:gd name="connsiteY10" fmla="*/ 0 h 1609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7756" h="1609089">
                  <a:moveTo>
                    <a:pt x="1047757" y="1609090"/>
                  </a:moveTo>
                  <a:cubicBezTo>
                    <a:pt x="1047757" y="1609090"/>
                    <a:pt x="1047757" y="1609090"/>
                    <a:pt x="1047757" y="1609090"/>
                  </a:cubicBezTo>
                  <a:cubicBezTo>
                    <a:pt x="877577" y="1609090"/>
                    <a:pt x="735337" y="1494790"/>
                    <a:pt x="689617" y="1339850"/>
                  </a:cubicBezTo>
                  <a:cubicBezTo>
                    <a:pt x="646437" y="1192530"/>
                    <a:pt x="610877" y="1151890"/>
                    <a:pt x="408947" y="1115060"/>
                  </a:cubicBezTo>
                  <a:lnTo>
                    <a:pt x="408947" y="1115060"/>
                  </a:lnTo>
                  <a:cubicBezTo>
                    <a:pt x="175267" y="1073150"/>
                    <a:pt x="-1263" y="868680"/>
                    <a:pt x="7" y="623570"/>
                  </a:cubicBezTo>
                  <a:cubicBezTo>
                    <a:pt x="7" y="469900"/>
                    <a:pt x="71126" y="331470"/>
                    <a:pt x="181617" y="241300"/>
                  </a:cubicBezTo>
                  <a:lnTo>
                    <a:pt x="181617" y="241300"/>
                  </a:lnTo>
                  <a:cubicBezTo>
                    <a:pt x="181617" y="241300"/>
                    <a:pt x="181617" y="241300"/>
                    <a:pt x="181617" y="241300"/>
                  </a:cubicBezTo>
                  <a:cubicBezTo>
                    <a:pt x="181617" y="241300"/>
                    <a:pt x="181617" y="241300"/>
                    <a:pt x="181617" y="241300"/>
                  </a:cubicBezTo>
                  <a:cubicBezTo>
                    <a:pt x="275597" y="163830"/>
                    <a:pt x="341637" y="82550"/>
                    <a:pt x="379737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" name="Freeform 34">
              <a:extLst>
                <a:ext uri="{FF2B5EF4-FFF2-40B4-BE49-F238E27FC236}">
                  <a16:creationId xmlns:a16="http://schemas.microsoft.com/office/drawing/2014/main" id="{3159250D-B54D-A856-13C4-8B825F2834E4}"/>
                </a:ext>
              </a:extLst>
            </p:cNvPr>
            <p:cNvSpPr/>
            <p:nvPr/>
          </p:nvSpPr>
          <p:spPr>
            <a:xfrm>
              <a:off x="11287752" y="0"/>
              <a:ext cx="904247" cy="1391919"/>
            </a:xfrm>
            <a:custGeom>
              <a:avLst/>
              <a:gdLst>
                <a:gd name="connsiteX0" fmla="*/ 904248 w 904247"/>
                <a:gd name="connsiteY0" fmla="*/ 1391920 h 1391919"/>
                <a:gd name="connsiteX1" fmla="*/ 603258 w 904247"/>
                <a:gd name="connsiteY1" fmla="*/ 1156970 h 1391919"/>
                <a:gd name="connsiteX2" fmla="*/ 358148 w 904247"/>
                <a:gd name="connsiteY2" fmla="*/ 960120 h 1391919"/>
                <a:gd name="connsiteX3" fmla="*/ 358148 w 904247"/>
                <a:gd name="connsiteY3" fmla="*/ 960120 h 1391919"/>
                <a:gd name="connsiteX4" fmla="*/ 8 w 904247"/>
                <a:gd name="connsiteY4" fmla="*/ 530860 h 1391919"/>
                <a:gd name="connsiteX5" fmla="*/ 158758 w 904247"/>
                <a:gd name="connsiteY5" fmla="*/ 195580 h 1391919"/>
                <a:gd name="connsiteX6" fmla="*/ 158758 w 904247"/>
                <a:gd name="connsiteY6" fmla="*/ 195580 h 1391919"/>
                <a:gd name="connsiteX7" fmla="*/ 158758 w 904247"/>
                <a:gd name="connsiteY7" fmla="*/ 195580 h 1391919"/>
                <a:gd name="connsiteX8" fmla="*/ 158758 w 904247"/>
                <a:gd name="connsiteY8" fmla="*/ 195580 h 1391919"/>
                <a:gd name="connsiteX9" fmla="*/ 325128 w 904247"/>
                <a:gd name="connsiteY9" fmla="*/ 0 h 139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4247" h="1391919">
                  <a:moveTo>
                    <a:pt x="904248" y="1391920"/>
                  </a:moveTo>
                  <a:cubicBezTo>
                    <a:pt x="760738" y="1385570"/>
                    <a:pt x="642628" y="1289050"/>
                    <a:pt x="603258" y="1156970"/>
                  </a:cubicBezTo>
                  <a:cubicBezTo>
                    <a:pt x="565158" y="1028700"/>
                    <a:pt x="534678" y="991870"/>
                    <a:pt x="358148" y="960120"/>
                  </a:cubicBezTo>
                  <a:lnTo>
                    <a:pt x="358148" y="960120"/>
                  </a:lnTo>
                  <a:cubicBezTo>
                    <a:pt x="153678" y="923290"/>
                    <a:pt x="-1262" y="745490"/>
                    <a:pt x="8" y="530860"/>
                  </a:cubicBezTo>
                  <a:cubicBezTo>
                    <a:pt x="8" y="396240"/>
                    <a:pt x="62238" y="275590"/>
                    <a:pt x="158758" y="195580"/>
                  </a:cubicBezTo>
                  <a:lnTo>
                    <a:pt x="158758" y="195580"/>
                  </a:lnTo>
                  <a:cubicBezTo>
                    <a:pt x="158758" y="195580"/>
                    <a:pt x="158758" y="195580"/>
                    <a:pt x="158758" y="195580"/>
                  </a:cubicBezTo>
                  <a:cubicBezTo>
                    <a:pt x="158758" y="195580"/>
                    <a:pt x="158758" y="195580"/>
                    <a:pt x="158758" y="195580"/>
                  </a:cubicBezTo>
                  <a:cubicBezTo>
                    <a:pt x="234958" y="132080"/>
                    <a:pt x="290838" y="67310"/>
                    <a:pt x="32512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" name="Freeform 35">
              <a:extLst>
                <a:ext uri="{FF2B5EF4-FFF2-40B4-BE49-F238E27FC236}">
                  <a16:creationId xmlns:a16="http://schemas.microsoft.com/office/drawing/2014/main" id="{AE9F5008-CC00-1EFA-5F67-18303DEC1C22}"/>
                </a:ext>
              </a:extLst>
            </p:cNvPr>
            <p:cNvSpPr/>
            <p:nvPr/>
          </p:nvSpPr>
          <p:spPr>
            <a:xfrm>
              <a:off x="11431269" y="0"/>
              <a:ext cx="762000" cy="1174750"/>
            </a:xfrm>
            <a:custGeom>
              <a:avLst/>
              <a:gdLst>
                <a:gd name="connsiteX0" fmla="*/ 269240 w 762000"/>
                <a:gd name="connsiteY0" fmla="*/ 0 h 1174750"/>
                <a:gd name="connsiteX1" fmla="*/ 135890 w 762000"/>
                <a:gd name="connsiteY1" fmla="*/ 149860 h 1174750"/>
                <a:gd name="connsiteX2" fmla="*/ 135890 w 762000"/>
                <a:gd name="connsiteY2" fmla="*/ 149860 h 1174750"/>
                <a:gd name="connsiteX3" fmla="*/ 135890 w 762000"/>
                <a:gd name="connsiteY3" fmla="*/ 149860 h 1174750"/>
                <a:gd name="connsiteX4" fmla="*/ 135890 w 762000"/>
                <a:gd name="connsiteY4" fmla="*/ 149860 h 1174750"/>
                <a:gd name="connsiteX5" fmla="*/ 0 w 762000"/>
                <a:gd name="connsiteY5" fmla="*/ 436880 h 1174750"/>
                <a:gd name="connsiteX6" fmla="*/ 307340 w 762000"/>
                <a:gd name="connsiteY6" fmla="*/ 805180 h 1174750"/>
                <a:gd name="connsiteX7" fmla="*/ 307340 w 762000"/>
                <a:gd name="connsiteY7" fmla="*/ 805180 h 1174750"/>
                <a:gd name="connsiteX8" fmla="*/ 518161 w 762000"/>
                <a:gd name="connsiteY8" fmla="*/ 974090 h 1174750"/>
                <a:gd name="connsiteX9" fmla="*/ 762000 w 762000"/>
                <a:gd name="connsiteY9" fmla="*/ 1174750 h 1174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0" h="1174750">
                  <a:moveTo>
                    <a:pt x="269240" y="0"/>
                  </a:moveTo>
                  <a:cubicBezTo>
                    <a:pt x="240030" y="50800"/>
                    <a:pt x="195580" y="101600"/>
                    <a:pt x="135890" y="149860"/>
                  </a:cubicBezTo>
                  <a:cubicBezTo>
                    <a:pt x="135890" y="149860"/>
                    <a:pt x="135890" y="149860"/>
                    <a:pt x="135890" y="149860"/>
                  </a:cubicBezTo>
                  <a:cubicBezTo>
                    <a:pt x="135890" y="149860"/>
                    <a:pt x="135890" y="149860"/>
                    <a:pt x="135890" y="149860"/>
                  </a:cubicBezTo>
                  <a:lnTo>
                    <a:pt x="135890" y="149860"/>
                  </a:lnTo>
                  <a:cubicBezTo>
                    <a:pt x="53340" y="218440"/>
                    <a:pt x="0" y="321310"/>
                    <a:pt x="0" y="436880"/>
                  </a:cubicBezTo>
                  <a:cubicBezTo>
                    <a:pt x="0" y="621030"/>
                    <a:pt x="132080" y="773430"/>
                    <a:pt x="307340" y="805180"/>
                  </a:cubicBezTo>
                  <a:lnTo>
                    <a:pt x="307340" y="805180"/>
                  </a:lnTo>
                  <a:cubicBezTo>
                    <a:pt x="458470" y="831850"/>
                    <a:pt x="485140" y="863600"/>
                    <a:pt x="518161" y="974090"/>
                  </a:cubicBezTo>
                  <a:cubicBezTo>
                    <a:pt x="549911" y="1082040"/>
                    <a:pt x="645161" y="1163320"/>
                    <a:pt x="762000" y="117475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36">
              <a:extLst>
                <a:ext uri="{FF2B5EF4-FFF2-40B4-BE49-F238E27FC236}">
                  <a16:creationId xmlns:a16="http://schemas.microsoft.com/office/drawing/2014/main" id="{44B024D0-785A-B4B6-FFD2-9CE70514B3F0}"/>
                </a:ext>
              </a:extLst>
            </p:cNvPr>
            <p:cNvSpPr/>
            <p:nvPr/>
          </p:nvSpPr>
          <p:spPr>
            <a:xfrm>
              <a:off x="11576050" y="0"/>
              <a:ext cx="618490" cy="957580"/>
            </a:xfrm>
            <a:custGeom>
              <a:avLst/>
              <a:gdLst>
                <a:gd name="connsiteX0" fmla="*/ 210820 w 618490"/>
                <a:gd name="connsiteY0" fmla="*/ 0 h 957580"/>
                <a:gd name="connsiteX1" fmla="*/ 113030 w 618490"/>
                <a:gd name="connsiteY1" fmla="*/ 105410 h 957580"/>
                <a:gd name="connsiteX2" fmla="*/ 113030 w 618490"/>
                <a:gd name="connsiteY2" fmla="*/ 105410 h 957580"/>
                <a:gd name="connsiteX3" fmla="*/ 113030 w 618490"/>
                <a:gd name="connsiteY3" fmla="*/ 105410 h 957580"/>
                <a:gd name="connsiteX4" fmla="*/ 113030 w 618490"/>
                <a:gd name="connsiteY4" fmla="*/ 105410 h 957580"/>
                <a:gd name="connsiteX5" fmla="*/ 0 w 618490"/>
                <a:gd name="connsiteY5" fmla="*/ 344170 h 957580"/>
                <a:gd name="connsiteX6" fmla="*/ 256540 w 618490"/>
                <a:gd name="connsiteY6" fmla="*/ 651510 h 957580"/>
                <a:gd name="connsiteX7" fmla="*/ 256540 w 618490"/>
                <a:gd name="connsiteY7" fmla="*/ 651510 h 957580"/>
                <a:gd name="connsiteX8" fmla="*/ 431800 w 618490"/>
                <a:gd name="connsiteY8" fmla="*/ 792480 h 957580"/>
                <a:gd name="connsiteX9" fmla="*/ 618490 w 618490"/>
                <a:gd name="connsiteY9" fmla="*/ 957580 h 95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490" h="957580">
                  <a:moveTo>
                    <a:pt x="210820" y="0"/>
                  </a:moveTo>
                  <a:cubicBezTo>
                    <a:pt x="186690" y="35560"/>
                    <a:pt x="153670" y="71120"/>
                    <a:pt x="113030" y="105410"/>
                  </a:cubicBezTo>
                  <a:cubicBezTo>
                    <a:pt x="113030" y="105410"/>
                    <a:pt x="113030" y="105410"/>
                    <a:pt x="113030" y="105410"/>
                  </a:cubicBezTo>
                  <a:cubicBezTo>
                    <a:pt x="113030" y="105410"/>
                    <a:pt x="113030" y="105410"/>
                    <a:pt x="113030" y="105410"/>
                  </a:cubicBezTo>
                  <a:lnTo>
                    <a:pt x="113030" y="105410"/>
                  </a:lnTo>
                  <a:cubicBezTo>
                    <a:pt x="44450" y="162560"/>
                    <a:pt x="0" y="247650"/>
                    <a:pt x="0" y="344170"/>
                  </a:cubicBezTo>
                  <a:cubicBezTo>
                    <a:pt x="0" y="497840"/>
                    <a:pt x="110490" y="624840"/>
                    <a:pt x="256540" y="651510"/>
                  </a:cubicBezTo>
                  <a:lnTo>
                    <a:pt x="256540" y="651510"/>
                  </a:lnTo>
                  <a:cubicBezTo>
                    <a:pt x="382270" y="674370"/>
                    <a:pt x="403860" y="699770"/>
                    <a:pt x="431800" y="792480"/>
                  </a:cubicBezTo>
                  <a:cubicBezTo>
                    <a:pt x="457200" y="877570"/>
                    <a:pt x="528320" y="942340"/>
                    <a:pt x="618490" y="95758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37">
              <a:extLst>
                <a:ext uri="{FF2B5EF4-FFF2-40B4-BE49-F238E27FC236}">
                  <a16:creationId xmlns:a16="http://schemas.microsoft.com/office/drawing/2014/main" id="{8A01E5FA-49AD-8D61-1B3F-E2A956E751A9}"/>
                </a:ext>
              </a:extLst>
            </p:cNvPr>
            <p:cNvSpPr/>
            <p:nvPr/>
          </p:nvSpPr>
          <p:spPr>
            <a:xfrm>
              <a:off x="11718290" y="0"/>
              <a:ext cx="472440" cy="736600"/>
            </a:xfrm>
            <a:custGeom>
              <a:avLst/>
              <a:gdLst>
                <a:gd name="connsiteX0" fmla="*/ 152400 w 472440"/>
                <a:gd name="connsiteY0" fmla="*/ 0 h 736600"/>
                <a:gd name="connsiteX1" fmla="*/ 91440 w 472440"/>
                <a:gd name="connsiteY1" fmla="*/ 59690 h 736600"/>
                <a:gd name="connsiteX2" fmla="*/ 91440 w 472440"/>
                <a:gd name="connsiteY2" fmla="*/ 59690 h 736600"/>
                <a:gd name="connsiteX3" fmla="*/ 91440 w 472440"/>
                <a:gd name="connsiteY3" fmla="*/ 59690 h 736600"/>
                <a:gd name="connsiteX4" fmla="*/ 91440 w 472440"/>
                <a:gd name="connsiteY4" fmla="*/ 59690 h 736600"/>
                <a:gd name="connsiteX5" fmla="*/ 0 w 472440"/>
                <a:gd name="connsiteY5" fmla="*/ 251460 h 736600"/>
                <a:gd name="connsiteX6" fmla="*/ 204470 w 472440"/>
                <a:gd name="connsiteY6" fmla="*/ 496570 h 736600"/>
                <a:gd name="connsiteX7" fmla="*/ 204470 w 472440"/>
                <a:gd name="connsiteY7" fmla="*/ 496570 h 736600"/>
                <a:gd name="connsiteX8" fmla="*/ 344170 w 472440"/>
                <a:gd name="connsiteY8" fmla="*/ 609600 h 736600"/>
                <a:gd name="connsiteX9" fmla="*/ 472440 w 472440"/>
                <a:gd name="connsiteY9" fmla="*/ 736600 h 736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2440" h="736600">
                  <a:moveTo>
                    <a:pt x="152400" y="0"/>
                  </a:moveTo>
                  <a:cubicBezTo>
                    <a:pt x="135890" y="20320"/>
                    <a:pt x="115570" y="40640"/>
                    <a:pt x="91440" y="59690"/>
                  </a:cubicBezTo>
                  <a:cubicBezTo>
                    <a:pt x="91440" y="59690"/>
                    <a:pt x="91440" y="59690"/>
                    <a:pt x="91440" y="59690"/>
                  </a:cubicBezTo>
                  <a:cubicBezTo>
                    <a:pt x="91440" y="59690"/>
                    <a:pt x="91440" y="59690"/>
                    <a:pt x="91440" y="59690"/>
                  </a:cubicBezTo>
                  <a:lnTo>
                    <a:pt x="91440" y="59690"/>
                  </a:lnTo>
                  <a:cubicBezTo>
                    <a:pt x="35560" y="105410"/>
                    <a:pt x="1270" y="173990"/>
                    <a:pt x="0" y="251460"/>
                  </a:cubicBezTo>
                  <a:cubicBezTo>
                    <a:pt x="0" y="374650"/>
                    <a:pt x="87630" y="476250"/>
                    <a:pt x="204470" y="496570"/>
                  </a:cubicBezTo>
                  <a:lnTo>
                    <a:pt x="204470" y="496570"/>
                  </a:lnTo>
                  <a:cubicBezTo>
                    <a:pt x="304800" y="514350"/>
                    <a:pt x="322580" y="535940"/>
                    <a:pt x="344170" y="609600"/>
                  </a:cubicBezTo>
                  <a:cubicBezTo>
                    <a:pt x="361950" y="670560"/>
                    <a:pt x="411480" y="718820"/>
                    <a:pt x="472440" y="7366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" name="Freeform 38">
              <a:extLst>
                <a:ext uri="{FF2B5EF4-FFF2-40B4-BE49-F238E27FC236}">
                  <a16:creationId xmlns:a16="http://schemas.microsoft.com/office/drawing/2014/main" id="{96434063-3DA7-6CE3-ABC6-3E81448C69D1}"/>
                </a:ext>
              </a:extLst>
            </p:cNvPr>
            <p:cNvSpPr/>
            <p:nvPr/>
          </p:nvSpPr>
          <p:spPr>
            <a:xfrm>
              <a:off x="11861800" y="0"/>
              <a:ext cx="330200" cy="511809"/>
            </a:xfrm>
            <a:custGeom>
              <a:avLst/>
              <a:gdLst>
                <a:gd name="connsiteX0" fmla="*/ 85090 w 330200"/>
                <a:gd name="connsiteY0" fmla="*/ 0 h 511809"/>
                <a:gd name="connsiteX1" fmla="*/ 68580 w 330200"/>
                <a:gd name="connsiteY1" fmla="*/ 15240 h 511809"/>
                <a:gd name="connsiteX2" fmla="*/ 68580 w 330200"/>
                <a:gd name="connsiteY2" fmla="*/ 15240 h 511809"/>
                <a:gd name="connsiteX3" fmla="*/ 68580 w 330200"/>
                <a:gd name="connsiteY3" fmla="*/ 15240 h 511809"/>
                <a:gd name="connsiteX4" fmla="*/ 68580 w 330200"/>
                <a:gd name="connsiteY4" fmla="*/ 15240 h 511809"/>
                <a:gd name="connsiteX5" fmla="*/ 0 w 330200"/>
                <a:gd name="connsiteY5" fmla="*/ 158750 h 511809"/>
                <a:gd name="connsiteX6" fmla="*/ 153670 w 330200"/>
                <a:gd name="connsiteY6" fmla="*/ 342900 h 511809"/>
                <a:gd name="connsiteX7" fmla="*/ 153670 w 330200"/>
                <a:gd name="connsiteY7" fmla="*/ 342900 h 511809"/>
                <a:gd name="connsiteX8" fmla="*/ 259080 w 330200"/>
                <a:gd name="connsiteY8" fmla="*/ 426720 h 511809"/>
                <a:gd name="connsiteX9" fmla="*/ 330200 w 330200"/>
                <a:gd name="connsiteY9" fmla="*/ 511810 h 511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0200" h="511809">
                  <a:moveTo>
                    <a:pt x="85090" y="0"/>
                  </a:moveTo>
                  <a:cubicBezTo>
                    <a:pt x="80010" y="5080"/>
                    <a:pt x="73660" y="10160"/>
                    <a:pt x="68580" y="15240"/>
                  </a:cubicBezTo>
                  <a:cubicBezTo>
                    <a:pt x="68580" y="15240"/>
                    <a:pt x="68580" y="15240"/>
                    <a:pt x="68580" y="15240"/>
                  </a:cubicBezTo>
                  <a:cubicBezTo>
                    <a:pt x="68580" y="15240"/>
                    <a:pt x="68580" y="15240"/>
                    <a:pt x="68580" y="15240"/>
                  </a:cubicBezTo>
                  <a:lnTo>
                    <a:pt x="68580" y="15240"/>
                  </a:lnTo>
                  <a:cubicBezTo>
                    <a:pt x="26670" y="49530"/>
                    <a:pt x="0" y="101600"/>
                    <a:pt x="0" y="158750"/>
                  </a:cubicBezTo>
                  <a:cubicBezTo>
                    <a:pt x="0" y="251460"/>
                    <a:pt x="66040" y="327660"/>
                    <a:pt x="153670" y="342900"/>
                  </a:cubicBezTo>
                  <a:lnTo>
                    <a:pt x="153670" y="342900"/>
                  </a:lnTo>
                  <a:cubicBezTo>
                    <a:pt x="229870" y="356870"/>
                    <a:pt x="242570" y="372110"/>
                    <a:pt x="259080" y="426720"/>
                  </a:cubicBezTo>
                  <a:cubicBezTo>
                    <a:pt x="270510" y="463550"/>
                    <a:pt x="295910" y="495300"/>
                    <a:pt x="330200" y="51181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" name="Freeform 39">
              <a:extLst>
                <a:ext uri="{FF2B5EF4-FFF2-40B4-BE49-F238E27FC236}">
                  <a16:creationId xmlns:a16="http://schemas.microsoft.com/office/drawing/2014/main" id="{6E97B6A9-B686-196D-B51D-60AC9EA0C61E}"/>
                </a:ext>
              </a:extLst>
            </p:cNvPr>
            <p:cNvSpPr/>
            <p:nvPr/>
          </p:nvSpPr>
          <p:spPr>
            <a:xfrm>
              <a:off x="12005309" y="0"/>
              <a:ext cx="186690" cy="273050"/>
            </a:xfrm>
            <a:custGeom>
              <a:avLst/>
              <a:gdLst>
                <a:gd name="connsiteX0" fmla="*/ 19050 w 186690"/>
                <a:gd name="connsiteY0" fmla="*/ 0 h 273050"/>
                <a:gd name="connsiteX1" fmla="*/ 0 w 186690"/>
                <a:gd name="connsiteY1" fmla="*/ 66040 h 273050"/>
                <a:gd name="connsiteX2" fmla="*/ 102870 w 186690"/>
                <a:gd name="connsiteY2" fmla="*/ 189230 h 273050"/>
                <a:gd name="connsiteX3" fmla="*/ 102870 w 186690"/>
                <a:gd name="connsiteY3" fmla="*/ 189230 h 273050"/>
                <a:gd name="connsiteX4" fmla="*/ 172720 w 186690"/>
                <a:gd name="connsiteY4" fmla="*/ 245110 h 273050"/>
                <a:gd name="connsiteX5" fmla="*/ 186690 w 186690"/>
                <a:gd name="connsiteY5" fmla="*/ 273050 h 27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690" h="273050">
                  <a:moveTo>
                    <a:pt x="19050" y="0"/>
                  </a:moveTo>
                  <a:cubicBezTo>
                    <a:pt x="7620" y="19050"/>
                    <a:pt x="0" y="41910"/>
                    <a:pt x="0" y="66040"/>
                  </a:cubicBezTo>
                  <a:cubicBezTo>
                    <a:pt x="0" y="127000"/>
                    <a:pt x="44450" y="179070"/>
                    <a:pt x="102870" y="189230"/>
                  </a:cubicBezTo>
                  <a:lnTo>
                    <a:pt x="102870" y="189230"/>
                  </a:lnTo>
                  <a:cubicBezTo>
                    <a:pt x="153670" y="198120"/>
                    <a:pt x="162560" y="208280"/>
                    <a:pt x="172720" y="245110"/>
                  </a:cubicBezTo>
                  <a:cubicBezTo>
                    <a:pt x="175260" y="255270"/>
                    <a:pt x="180340" y="264160"/>
                    <a:pt x="186690" y="27305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" name="Freeform 40">
              <a:extLst>
                <a:ext uri="{FF2B5EF4-FFF2-40B4-BE49-F238E27FC236}">
                  <a16:creationId xmlns:a16="http://schemas.microsoft.com/office/drawing/2014/main" id="{35AE6930-1381-335B-110C-16352926EAB3}"/>
                </a:ext>
              </a:extLst>
            </p:cNvPr>
            <p:cNvSpPr/>
            <p:nvPr/>
          </p:nvSpPr>
          <p:spPr>
            <a:xfrm>
              <a:off x="12155169" y="0"/>
              <a:ext cx="36830" cy="31750"/>
            </a:xfrm>
            <a:custGeom>
              <a:avLst/>
              <a:gdLst>
                <a:gd name="connsiteX0" fmla="*/ 0 w 36830"/>
                <a:gd name="connsiteY0" fmla="*/ 0 h 31750"/>
                <a:gd name="connsiteX1" fmla="*/ 36830 w 36830"/>
                <a:gd name="connsiteY1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830" h="31750">
                  <a:moveTo>
                    <a:pt x="0" y="0"/>
                  </a:moveTo>
                  <a:cubicBezTo>
                    <a:pt x="7620" y="15240"/>
                    <a:pt x="20320" y="26670"/>
                    <a:pt x="36830" y="3175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65" name="subtitle">
            <a:extLst>
              <a:ext uri="{FF2B5EF4-FFF2-40B4-BE49-F238E27FC236}">
                <a16:creationId xmlns:a16="http://schemas.microsoft.com/office/drawing/2014/main" id="{24BBF85F-CCE6-44E7-C627-CC3E4647BA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5220000"/>
            <a:ext cx="6120000" cy="90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4pPr>
              <a:defRPr lang="en-US" dirty="0"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endParaRPr lang="de-DE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3BC3BCD8-A855-5678-25AE-D2E54EED1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032000"/>
            <a:ext cx="6120000" cy="864000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0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DD89440-F2F5-D4C4-310C-AC38DD644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2034456"/>
            <a:ext cx="6120000" cy="1745544"/>
          </a:xfrm>
        </p:spPr>
        <p:txBody>
          <a:bodyPr vert="horz" anchor="b"/>
          <a:lstStyle>
            <a:lvl1pPr algn="l">
              <a:lnSpc>
                <a:spcPts val="4000"/>
              </a:lnSpc>
              <a:defRPr sz="3600">
                <a:gradFill>
                  <a:gsLst>
                    <a:gs pos="0">
                      <a:srgbClr val="EF4251"/>
                    </a:gs>
                    <a:gs pos="100000">
                      <a:srgbClr val="F4704D"/>
                    </a:gs>
                  </a:gsLst>
                  <a:lin ang="18900000" scaled="0"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57" name="customer logo">
            <a:extLst>
              <a:ext uri="{FF2B5EF4-FFF2-40B4-BE49-F238E27FC236}">
                <a16:creationId xmlns:a16="http://schemas.microsoft.com/office/drawing/2014/main" id="{86F15921-8FCF-A37B-1E89-4530ACC0F5C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6000" y="1479856"/>
            <a:ext cx="2124000" cy="4680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/>
              <a:defRPr/>
            </a:pPr>
            <a:endParaRPr lang="en-US" dirty="0"/>
          </a:p>
        </p:txBody>
      </p:sp>
      <p:pic>
        <p:nvPicPr>
          <p:cNvPr id="55" name="valantic logo">
            <a:extLst>
              <a:ext uri="{FF2B5EF4-FFF2-40B4-BE49-F238E27FC236}">
                <a16:creationId xmlns:a16="http://schemas.microsoft.com/office/drawing/2014/main" id="{F7AE2AE6-2DD6-B611-8273-3605A63BC1C8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526" y="123982"/>
            <a:ext cx="2802006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8283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  042 : title page guilloche right :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uilloche">
            <a:extLst>
              <a:ext uri="{FF2B5EF4-FFF2-40B4-BE49-F238E27FC236}">
                <a16:creationId xmlns:a16="http://schemas.microsoft.com/office/drawing/2014/main" id="{080F65FB-D380-45EB-A2BB-374874697436}"/>
              </a:ext>
            </a:extLst>
          </p:cNvPr>
          <p:cNvGrpSpPr/>
          <p:nvPr/>
        </p:nvGrpSpPr>
        <p:grpSpPr>
          <a:xfrm>
            <a:off x="6981176" y="-1270"/>
            <a:ext cx="5213363" cy="6860539"/>
            <a:chOff x="6981176" y="-1270"/>
            <a:chExt cx="5213363" cy="6860539"/>
          </a:xfrm>
          <a:noFill/>
        </p:grpSpPr>
        <p:sp>
          <p:nvSpPr>
            <p:cNvPr id="45" name="Freeform 4">
              <a:extLst>
                <a:ext uri="{FF2B5EF4-FFF2-40B4-BE49-F238E27FC236}">
                  <a16:creationId xmlns:a16="http://schemas.microsoft.com/office/drawing/2014/main" id="{7742A5EF-6E66-1D98-7A52-CF466D4E043B}"/>
                </a:ext>
              </a:extLst>
            </p:cNvPr>
            <p:cNvSpPr/>
            <p:nvPr/>
          </p:nvSpPr>
          <p:spPr>
            <a:xfrm>
              <a:off x="6981176" y="0"/>
              <a:ext cx="3272803" cy="6858000"/>
            </a:xfrm>
            <a:custGeom>
              <a:avLst/>
              <a:gdLst>
                <a:gd name="connsiteX0" fmla="*/ 1903743 w 3272803"/>
                <a:gd name="connsiteY0" fmla="*/ 0 h 6858000"/>
                <a:gd name="connsiteX1" fmla="*/ 843293 w 3272803"/>
                <a:gd name="connsiteY1" fmla="*/ 1550670 h 6858000"/>
                <a:gd name="connsiteX2" fmla="*/ 840753 w 3272803"/>
                <a:gd name="connsiteY2" fmla="*/ 1553210 h 6858000"/>
                <a:gd name="connsiteX3" fmla="*/ 839483 w 3272803"/>
                <a:gd name="connsiteY3" fmla="*/ 1554480 h 6858000"/>
                <a:gd name="connsiteX4" fmla="*/ 839483 w 3272803"/>
                <a:gd name="connsiteY4" fmla="*/ 1554480 h 6858000"/>
                <a:gd name="connsiteX5" fmla="*/ 13 w 3272803"/>
                <a:gd name="connsiteY5" fmla="*/ 3322320 h 6858000"/>
                <a:gd name="connsiteX6" fmla="*/ 1892313 w 3272803"/>
                <a:gd name="connsiteY6" fmla="*/ 5591810 h 6858000"/>
                <a:gd name="connsiteX7" fmla="*/ 1892313 w 3272803"/>
                <a:gd name="connsiteY7" fmla="*/ 5591810 h 6858000"/>
                <a:gd name="connsiteX8" fmla="*/ 3187713 w 3272803"/>
                <a:gd name="connsiteY8" fmla="*/ 6630670 h 6858000"/>
                <a:gd name="connsiteX9" fmla="*/ 3272804 w 3272803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72803" h="6858000">
                  <a:moveTo>
                    <a:pt x="1903743" y="0"/>
                  </a:moveTo>
                  <a:cubicBezTo>
                    <a:pt x="1798333" y="530860"/>
                    <a:pt x="1445273" y="1055370"/>
                    <a:pt x="843293" y="1550670"/>
                  </a:cubicBezTo>
                  <a:cubicBezTo>
                    <a:pt x="842023" y="1551940"/>
                    <a:pt x="842023" y="1551940"/>
                    <a:pt x="840753" y="1553210"/>
                  </a:cubicBezTo>
                  <a:cubicBezTo>
                    <a:pt x="840753" y="1553210"/>
                    <a:pt x="839483" y="1553210"/>
                    <a:pt x="839483" y="1554480"/>
                  </a:cubicBezTo>
                  <a:lnTo>
                    <a:pt x="839483" y="1554480"/>
                  </a:lnTo>
                  <a:cubicBezTo>
                    <a:pt x="328943" y="1974850"/>
                    <a:pt x="2553" y="2609850"/>
                    <a:pt x="13" y="3322320"/>
                  </a:cubicBezTo>
                  <a:cubicBezTo>
                    <a:pt x="-3797" y="4455160"/>
                    <a:pt x="814083" y="5398770"/>
                    <a:pt x="1892313" y="5591810"/>
                  </a:cubicBezTo>
                  <a:lnTo>
                    <a:pt x="1892313" y="5591810"/>
                  </a:lnTo>
                  <a:cubicBezTo>
                    <a:pt x="2824493" y="5759450"/>
                    <a:pt x="2983243" y="5949950"/>
                    <a:pt x="3187713" y="6630670"/>
                  </a:cubicBezTo>
                  <a:cubicBezTo>
                    <a:pt x="3210573" y="6709410"/>
                    <a:pt x="3238513" y="6785610"/>
                    <a:pt x="3272804" y="68580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id="{6635F5FB-7CCD-81B9-AEFF-EC649ACEAC83}"/>
                </a:ext>
              </a:extLst>
            </p:cNvPr>
            <p:cNvSpPr/>
            <p:nvPr/>
          </p:nvSpPr>
          <p:spPr>
            <a:xfrm>
              <a:off x="7124686" y="0"/>
              <a:ext cx="3284233" cy="6858000"/>
            </a:xfrm>
            <a:custGeom>
              <a:avLst/>
              <a:gdLst>
                <a:gd name="connsiteX0" fmla="*/ 1851674 w 3284233"/>
                <a:gd name="connsiteY0" fmla="*/ 0 h 6858000"/>
                <a:gd name="connsiteX1" fmla="*/ 820433 w 3284233"/>
                <a:gd name="connsiteY1" fmla="*/ 1506220 h 6858000"/>
                <a:gd name="connsiteX2" fmla="*/ 817894 w 3284233"/>
                <a:gd name="connsiteY2" fmla="*/ 1508760 h 6858000"/>
                <a:gd name="connsiteX3" fmla="*/ 816624 w 3284233"/>
                <a:gd name="connsiteY3" fmla="*/ 1510030 h 6858000"/>
                <a:gd name="connsiteX4" fmla="*/ 816624 w 3284233"/>
                <a:gd name="connsiteY4" fmla="*/ 1510030 h 6858000"/>
                <a:gd name="connsiteX5" fmla="*/ 14 w 3284233"/>
                <a:gd name="connsiteY5" fmla="*/ 3229610 h 6858000"/>
                <a:gd name="connsiteX6" fmla="*/ 1840244 w 3284233"/>
                <a:gd name="connsiteY6" fmla="*/ 5436870 h 6858000"/>
                <a:gd name="connsiteX7" fmla="*/ 1840244 w 3284233"/>
                <a:gd name="connsiteY7" fmla="*/ 5436870 h 6858000"/>
                <a:gd name="connsiteX8" fmla="*/ 3100083 w 3284233"/>
                <a:gd name="connsiteY8" fmla="*/ 6447790 h 6858000"/>
                <a:gd name="connsiteX9" fmla="*/ 3284233 w 3284233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4233" h="6858000">
                  <a:moveTo>
                    <a:pt x="1851674" y="0"/>
                  </a:moveTo>
                  <a:cubicBezTo>
                    <a:pt x="1748804" y="514350"/>
                    <a:pt x="1405904" y="1023620"/>
                    <a:pt x="820433" y="1506220"/>
                  </a:cubicBezTo>
                  <a:cubicBezTo>
                    <a:pt x="819164" y="1507490"/>
                    <a:pt x="819164" y="1507490"/>
                    <a:pt x="817894" y="1508760"/>
                  </a:cubicBezTo>
                  <a:cubicBezTo>
                    <a:pt x="817894" y="1508760"/>
                    <a:pt x="816624" y="1508760"/>
                    <a:pt x="816624" y="1510030"/>
                  </a:cubicBezTo>
                  <a:lnTo>
                    <a:pt x="816624" y="1510030"/>
                  </a:lnTo>
                  <a:cubicBezTo>
                    <a:pt x="320054" y="1918970"/>
                    <a:pt x="2554" y="2537460"/>
                    <a:pt x="14" y="3229610"/>
                  </a:cubicBezTo>
                  <a:cubicBezTo>
                    <a:pt x="-3796" y="4331970"/>
                    <a:pt x="791224" y="5250180"/>
                    <a:pt x="1840244" y="5436870"/>
                  </a:cubicBezTo>
                  <a:lnTo>
                    <a:pt x="1840244" y="5436870"/>
                  </a:lnTo>
                  <a:cubicBezTo>
                    <a:pt x="2747024" y="5599430"/>
                    <a:pt x="2903233" y="5784850"/>
                    <a:pt x="3100083" y="6447790"/>
                  </a:cubicBezTo>
                  <a:cubicBezTo>
                    <a:pt x="3143264" y="6593840"/>
                    <a:pt x="3205494" y="6731000"/>
                    <a:pt x="3284233" y="68580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240136EB-1655-08FD-66D8-85E488A1D624}"/>
                </a:ext>
              </a:extLst>
            </p:cNvPr>
            <p:cNvSpPr/>
            <p:nvPr/>
          </p:nvSpPr>
          <p:spPr>
            <a:xfrm>
              <a:off x="7268195" y="0"/>
              <a:ext cx="3335034" cy="6859269"/>
            </a:xfrm>
            <a:custGeom>
              <a:avLst/>
              <a:gdLst>
                <a:gd name="connsiteX0" fmla="*/ 1799604 w 3335034"/>
                <a:gd name="connsiteY0" fmla="*/ 0 h 6859269"/>
                <a:gd name="connsiteX1" fmla="*/ 797574 w 3335034"/>
                <a:gd name="connsiteY1" fmla="*/ 1460500 h 6859269"/>
                <a:gd name="connsiteX2" fmla="*/ 795035 w 3335034"/>
                <a:gd name="connsiteY2" fmla="*/ 1463040 h 6859269"/>
                <a:gd name="connsiteX3" fmla="*/ 793764 w 3335034"/>
                <a:gd name="connsiteY3" fmla="*/ 1464310 h 6859269"/>
                <a:gd name="connsiteX4" fmla="*/ 793764 w 3335034"/>
                <a:gd name="connsiteY4" fmla="*/ 1464310 h 6859269"/>
                <a:gd name="connsiteX5" fmla="*/ 14 w 3335034"/>
                <a:gd name="connsiteY5" fmla="*/ 3136900 h 6859269"/>
                <a:gd name="connsiteX6" fmla="*/ 1789444 w 3335034"/>
                <a:gd name="connsiteY6" fmla="*/ 5283200 h 6859269"/>
                <a:gd name="connsiteX7" fmla="*/ 1789444 w 3335034"/>
                <a:gd name="connsiteY7" fmla="*/ 5283200 h 6859269"/>
                <a:gd name="connsiteX8" fmla="*/ 3014994 w 3335034"/>
                <a:gd name="connsiteY8" fmla="*/ 6266180 h 6859269"/>
                <a:gd name="connsiteX9" fmla="*/ 3335035 w 3335034"/>
                <a:gd name="connsiteY9" fmla="*/ 6859270 h 6859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35034" h="6859269">
                  <a:moveTo>
                    <a:pt x="1799604" y="0"/>
                  </a:moveTo>
                  <a:cubicBezTo>
                    <a:pt x="1699274" y="499110"/>
                    <a:pt x="1365264" y="993140"/>
                    <a:pt x="797574" y="1460500"/>
                  </a:cubicBezTo>
                  <a:cubicBezTo>
                    <a:pt x="796304" y="1461770"/>
                    <a:pt x="796304" y="1461770"/>
                    <a:pt x="795035" y="1463040"/>
                  </a:cubicBezTo>
                  <a:cubicBezTo>
                    <a:pt x="795035" y="1463040"/>
                    <a:pt x="793764" y="1463040"/>
                    <a:pt x="793764" y="1464310"/>
                  </a:cubicBezTo>
                  <a:lnTo>
                    <a:pt x="793764" y="1464310"/>
                  </a:lnTo>
                  <a:cubicBezTo>
                    <a:pt x="311164" y="1861820"/>
                    <a:pt x="2554" y="2462530"/>
                    <a:pt x="14" y="3136900"/>
                  </a:cubicBezTo>
                  <a:cubicBezTo>
                    <a:pt x="-3796" y="4208780"/>
                    <a:pt x="769635" y="5101590"/>
                    <a:pt x="1789444" y="5283200"/>
                  </a:cubicBezTo>
                  <a:lnTo>
                    <a:pt x="1789444" y="5283200"/>
                  </a:lnTo>
                  <a:cubicBezTo>
                    <a:pt x="2670824" y="5441950"/>
                    <a:pt x="2823224" y="5622290"/>
                    <a:pt x="3014994" y="6266180"/>
                  </a:cubicBezTo>
                  <a:cubicBezTo>
                    <a:pt x="3079764" y="6485890"/>
                    <a:pt x="3190254" y="6687820"/>
                    <a:pt x="3335035" y="685927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46CA90F8-DEE3-B982-9648-F83A0656EC94}"/>
                </a:ext>
              </a:extLst>
            </p:cNvPr>
            <p:cNvSpPr/>
            <p:nvPr/>
          </p:nvSpPr>
          <p:spPr>
            <a:xfrm>
              <a:off x="7412975" y="0"/>
              <a:ext cx="3440443" cy="6858000"/>
            </a:xfrm>
            <a:custGeom>
              <a:avLst/>
              <a:gdLst>
                <a:gd name="connsiteX0" fmla="*/ 1746264 w 3440443"/>
                <a:gd name="connsiteY0" fmla="*/ 0 h 6858000"/>
                <a:gd name="connsiteX1" fmla="*/ 774714 w 3440443"/>
                <a:gd name="connsiteY1" fmla="*/ 1416050 h 6858000"/>
                <a:gd name="connsiteX2" fmla="*/ 772174 w 3440443"/>
                <a:gd name="connsiteY2" fmla="*/ 1418590 h 6858000"/>
                <a:gd name="connsiteX3" fmla="*/ 770905 w 3440443"/>
                <a:gd name="connsiteY3" fmla="*/ 1419860 h 6858000"/>
                <a:gd name="connsiteX4" fmla="*/ 770905 w 3440443"/>
                <a:gd name="connsiteY4" fmla="*/ 1419860 h 6858000"/>
                <a:gd name="connsiteX5" fmla="*/ 14 w 3440443"/>
                <a:gd name="connsiteY5" fmla="*/ 3044190 h 6858000"/>
                <a:gd name="connsiteX6" fmla="*/ 1738644 w 3440443"/>
                <a:gd name="connsiteY6" fmla="*/ 5129530 h 6858000"/>
                <a:gd name="connsiteX7" fmla="*/ 1738644 w 3440443"/>
                <a:gd name="connsiteY7" fmla="*/ 5129530 h 6858000"/>
                <a:gd name="connsiteX8" fmla="*/ 2928634 w 3440443"/>
                <a:gd name="connsiteY8" fmla="*/ 6083300 h 6858000"/>
                <a:gd name="connsiteX9" fmla="*/ 3440444 w 3440443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40443" h="6858000">
                  <a:moveTo>
                    <a:pt x="1746264" y="0"/>
                  </a:moveTo>
                  <a:cubicBezTo>
                    <a:pt x="1648474" y="483870"/>
                    <a:pt x="1324624" y="962660"/>
                    <a:pt x="774714" y="1416050"/>
                  </a:cubicBezTo>
                  <a:cubicBezTo>
                    <a:pt x="773444" y="1417320"/>
                    <a:pt x="773444" y="1417320"/>
                    <a:pt x="772174" y="1418590"/>
                  </a:cubicBezTo>
                  <a:cubicBezTo>
                    <a:pt x="772174" y="1418590"/>
                    <a:pt x="770905" y="1418590"/>
                    <a:pt x="770905" y="1419860"/>
                  </a:cubicBezTo>
                  <a:lnTo>
                    <a:pt x="770905" y="1419860"/>
                  </a:lnTo>
                  <a:cubicBezTo>
                    <a:pt x="302274" y="1805940"/>
                    <a:pt x="2555" y="2390140"/>
                    <a:pt x="14" y="3044190"/>
                  </a:cubicBezTo>
                  <a:cubicBezTo>
                    <a:pt x="-3795" y="4085590"/>
                    <a:pt x="748044" y="4953000"/>
                    <a:pt x="1738644" y="5129530"/>
                  </a:cubicBezTo>
                  <a:lnTo>
                    <a:pt x="1738644" y="5129530"/>
                  </a:lnTo>
                  <a:cubicBezTo>
                    <a:pt x="2594624" y="5283200"/>
                    <a:pt x="2743215" y="5458460"/>
                    <a:pt x="2928634" y="6083300"/>
                  </a:cubicBezTo>
                  <a:cubicBezTo>
                    <a:pt x="3020074" y="6390640"/>
                    <a:pt x="3200415" y="6658610"/>
                    <a:pt x="3440444" y="68580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2F699378-83B0-89D6-3753-14760168B83F}"/>
                </a:ext>
              </a:extLst>
            </p:cNvPr>
            <p:cNvSpPr/>
            <p:nvPr/>
          </p:nvSpPr>
          <p:spPr>
            <a:xfrm>
              <a:off x="7556485" y="0"/>
              <a:ext cx="3658884" cy="6858000"/>
            </a:xfrm>
            <a:custGeom>
              <a:avLst/>
              <a:gdLst>
                <a:gd name="connsiteX0" fmla="*/ 1694195 w 3658884"/>
                <a:gd name="connsiteY0" fmla="*/ 0 h 6858000"/>
                <a:gd name="connsiteX1" fmla="*/ 751855 w 3658884"/>
                <a:gd name="connsiteY1" fmla="*/ 1370330 h 6858000"/>
                <a:gd name="connsiteX2" fmla="*/ 749315 w 3658884"/>
                <a:gd name="connsiteY2" fmla="*/ 1372870 h 6858000"/>
                <a:gd name="connsiteX3" fmla="*/ 748045 w 3658884"/>
                <a:gd name="connsiteY3" fmla="*/ 1374140 h 6858000"/>
                <a:gd name="connsiteX4" fmla="*/ 748045 w 3658884"/>
                <a:gd name="connsiteY4" fmla="*/ 1374140 h 6858000"/>
                <a:gd name="connsiteX5" fmla="*/ 15 w 3658884"/>
                <a:gd name="connsiteY5" fmla="*/ 2951480 h 6858000"/>
                <a:gd name="connsiteX6" fmla="*/ 1687845 w 3658884"/>
                <a:gd name="connsiteY6" fmla="*/ 4974590 h 6858000"/>
                <a:gd name="connsiteX7" fmla="*/ 1687845 w 3658884"/>
                <a:gd name="connsiteY7" fmla="*/ 4974590 h 6858000"/>
                <a:gd name="connsiteX8" fmla="*/ 2842275 w 3658884"/>
                <a:gd name="connsiteY8" fmla="*/ 5900420 h 6858000"/>
                <a:gd name="connsiteX9" fmla="*/ 3658885 w 3658884"/>
                <a:gd name="connsiteY9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58884" h="6858000">
                  <a:moveTo>
                    <a:pt x="1694195" y="0"/>
                  </a:moveTo>
                  <a:cubicBezTo>
                    <a:pt x="1597675" y="468630"/>
                    <a:pt x="1283985" y="932180"/>
                    <a:pt x="751855" y="1370330"/>
                  </a:cubicBezTo>
                  <a:cubicBezTo>
                    <a:pt x="750585" y="1371600"/>
                    <a:pt x="750585" y="1371600"/>
                    <a:pt x="749315" y="1372870"/>
                  </a:cubicBezTo>
                  <a:cubicBezTo>
                    <a:pt x="749315" y="1372870"/>
                    <a:pt x="748045" y="1372870"/>
                    <a:pt x="748045" y="1374140"/>
                  </a:cubicBezTo>
                  <a:lnTo>
                    <a:pt x="748045" y="1374140"/>
                  </a:lnTo>
                  <a:cubicBezTo>
                    <a:pt x="293385" y="1748790"/>
                    <a:pt x="1285" y="2315210"/>
                    <a:pt x="15" y="2951480"/>
                  </a:cubicBezTo>
                  <a:cubicBezTo>
                    <a:pt x="-3795" y="3962400"/>
                    <a:pt x="725185" y="4803140"/>
                    <a:pt x="1687845" y="4974590"/>
                  </a:cubicBezTo>
                  <a:lnTo>
                    <a:pt x="1687845" y="4974590"/>
                  </a:lnTo>
                  <a:cubicBezTo>
                    <a:pt x="2519695" y="5124450"/>
                    <a:pt x="2663205" y="5293360"/>
                    <a:pt x="2842275" y="5900420"/>
                  </a:cubicBezTo>
                  <a:cubicBezTo>
                    <a:pt x="2968005" y="6323330"/>
                    <a:pt x="3267725" y="6670040"/>
                    <a:pt x="3658885" y="68580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954CB2F3-B38C-4BF9-4657-4E11201E3B61}"/>
                </a:ext>
              </a:extLst>
            </p:cNvPr>
            <p:cNvSpPr/>
            <p:nvPr/>
          </p:nvSpPr>
          <p:spPr>
            <a:xfrm>
              <a:off x="7700003" y="0"/>
              <a:ext cx="4491996" cy="6793230"/>
            </a:xfrm>
            <a:custGeom>
              <a:avLst/>
              <a:gdLst>
                <a:gd name="connsiteX0" fmla="*/ 1642117 w 4491996"/>
                <a:gd name="connsiteY0" fmla="*/ 0 h 6793230"/>
                <a:gd name="connsiteX1" fmla="*/ 728987 w 4491996"/>
                <a:gd name="connsiteY1" fmla="*/ 1325880 h 6793230"/>
                <a:gd name="connsiteX2" fmla="*/ 726447 w 4491996"/>
                <a:gd name="connsiteY2" fmla="*/ 1328420 h 6793230"/>
                <a:gd name="connsiteX3" fmla="*/ 725177 w 4491996"/>
                <a:gd name="connsiteY3" fmla="*/ 1329690 h 6793230"/>
                <a:gd name="connsiteX4" fmla="*/ 725177 w 4491996"/>
                <a:gd name="connsiteY4" fmla="*/ 1329690 h 6793230"/>
                <a:gd name="connsiteX5" fmla="*/ 7 w 4491996"/>
                <a:gd name="connsiteY5" fmla="*/ 2858770 h 6793230"/>
                <a:gd name="connsiteX6" fmla="*/ 1635767 w 4491996"/>
                <a:gd name="connsiteY6" fmla="*/ 4820920 h 6793230"/>
                <a:gd name="connsiteX7" fmla="*/ 1635767 w 4491996"/>
                <a:gd name="connsiteY7" fmla="*/ 4820920 h 6793230"/>
                <a:gd name="connsiteX8" fmla="*/ 2755907 w 4491996"/>
                <a:gd name="connsiteY8" fmla="*/ 5718810 h 6793230"/>
                <a:gd name="connsiteX9" fmla="*/ 4187197 w 4491996"/>
                <a:gd name="connsiteY9" fmla="*/ 6793231 h 6793230"/>
                <a:gd name="connsiteX10" fmla="*/ 4491997 w 4491996"/>
                <a:gd name="connsiteY10" fmla="*/ 6762750 h 6793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491996" h="6793230">
                  <a:moveTo>
                    <a:pt x="1642117" y="0"/>
                  </a:moveTo>
                  <a:cubicBezTo>
                    <a:pt x="1548137" y="453390"/>
                    <a:pt x="1243337" y="901700"/>
                    <a:pt x="728987" y="1325880"/>
                  </a:cubicBezTo>
                  <a:cubicBezTo>
                    <a:pt x="727717" y="1327150"/>
                    <a:pt x="727717" y="1327150"/>
                    <a:pt x="726447" y="1328420"/>
                  </a:cubicBezTo>
                  <a:cubicBezTo>
                    <a:pt x="726447" y="1328420"/>
                    <a:pt x="726447" y="1328420"/>
                    <a:pt x="725177" y="1329690"/>
                  </a:cubicBezTo>
                  <a:lnTo>
                    <a:pt x="725177" y="1329690"/>
                  </a:lnTo>
                  <a:cubicBezTo>
                    <a:pt x="283217" y="1692910"/>
                    <a:pt x="1277" y="2242820"/>
                    <a:pt x="7" y="2858770"/>
                  </a:cubicBezTo>
                  <a:cubicBezTo>
                    <a:pt x="-2533" y="3839210"/>
                    <a:pt x="703587" y="4654550"/>
                    <a:pt x="1635767" y="4820920"/>
                  </a:cubicBezTo>
                  <a:lnTo>
                    <a:pt x="1635767" y="4820920"/>
                  </a:lnTo>
                  <a:cubicBezTo>
                    <a:pt x="2442217" y="4965700"/>
                    <a:pt x="2580647" y="5130800"/>
                    <a:pt x="2755907" y="5718810"/>
                  </a:cubicBezTo>
                  <a:cubicBezTo>
                    <a:pt x="2940057" y="6337300"/>
                    <a:pt x="3509017" y="6791960"/>
                    <a:pt x="4187197" y="6793231"/>
                  </a:cubicBezTo>
                  <a:cubicBezTo>
                    <a:pt x="4291337" y="6793231"/>
                    <a:pt x="4394207" y="6783070"/>
                    <a:pt x="4491997" y="676275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AC3E694E-EDEE-C246-44AB-682A775BF642}"/>
                </a:ext>
              </a:extLst>
            </p:cNvPr>
            <p:cNvSpPr/>
            <p:nvPr/>
          </p:nvSpPr>
          <p:spPr>
            <a:xfrm>
              <a:off x="7843503" y="0"/>
              <a:ext cx="4348496" cy="6576166"/>
            </a:xfrm>
            <a:custGeom>
              <a:avLst/>
              <a:gdLst>
                <a:gd name="connsiteX0" fmla="*/ 4348496 w 4348496"/>
                <a:gd name="connsiteY0" fmla="*/ 6548120 h 6576166"/>
                <a:gd name="connsiteX1" fmla="*/ 4056396 w 4348496"/>
                <a:gd name="connsiteY1" fmla="*/ 6576060 h 6576166"/>
                <a:gd name="connsiteX2" fmla="*/ 2669556 w 4348496"/>
                <a:gd name="connsiteY2" fmla="*/ 5534660 h 6576166"/>
                <a:gd name="connsiteX3" fmla="*/ 1584976 w 4348496"/>
                <a:gd name="connsiteY3" fmla="*/ 4664710 h 6576166"/>
                <a:gd name="connsiteX4" fmla="*/ 1584976 w 4348496"/>
                <a:gd name="connsiteY4" fmla="*/ 4664710 h 6576166"/>
                <a:gd name="connsiteX5" fmla="*/ 16 w 4348496"/>
                <a:gd name="connsiteY5" fmla="*/ 2763520 h 6576166"/>
                <a:gd name="connsiteX6" fmla="*/ 703596 w 4348496"/>
                <a:gd name="connsiteY6" fmla="*/ 1282700 h 6576166"/>
                <a:gd name="connsiteX7" fmla="*/ 703596 w 4348496"/>
                <a:gd name="connsiteY7" fmla="*/ 1282700 h 6576166"/>
                <a:gd name="connsiteX8" fmla="*/ 704866 w 4348496"/>
                <a:gd name="connsiteY8" fmla="*/ 1281430 h 6576166"/>
                <a:gd name="connsiteX9" fmla="*/ 707406 w 4348496"/>
                <a:gd name="connsiteY9" fmla="*/ 1278890 h 6576166"/>
                <a:gd name="connsiteX10" fmla="*/ 1590056 w 4348496"/>
                <a:gd name="connsiteY10" fmla="*/ 0 h 657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48496" h="6576166">
                  <a:moveTo>
                    <a:pt x="4348496" y="6548120"/>
                  </a:moveTo>
                  <a:cubicBezTo>
                    <a:pt x="4254516" y="6567170"/>
                    <a:pt x="4156727" y="6577331"/>
                    <a:pt x="4056396" y="6576060"/>
                  </a:cubicBezTo>
                  <a:cubicBezTo>
                    <a:pt x="3398536" y="6573520"/>
                    <a:pt x="2847356" y="6134100"/>
                    <a:pt x="2669556" y="5534660"/>
                  </a:cubicBezTo>
                  <a:cubicBezTo>
                    <a:pt x="2500646" y="4964430"/>
                    <a:pt x="2364756" y="4804410"/>
                    <a:pt x="1584976" y="4664710"/>
                  </a:cubicBezTo>
                  <a:lnTo>
                    <a:pt x="1584976" y="4664710"/>
                  </a:lnTo>
                  <a:cubicBezTo>
                    <a:pt x="682006" y="4503420"/>
                    <a:pt x="-3794" y="3713480"/>
                    <a:pt x="16" y="2763520"/>
                  </a:cubicBezTo>
                  <a:cubicBezTo>
                    <a:pt x="2556" y="2166620"/>
                    <a:pt x="275606" y="1634490"/>
                    <a:pt x="703596" y="1282700"/>
                  </a:cubicBezTo>
                  <a:lnTo>
                    <a:pt x="703596" y="1282700"/>
                  </a:lnTo>
                  <a:cubicBezTo>
                    <a:pt x="703596" y="1282700"/>
                    <a:pt x="703596" y="1282700"/>
                    <a:pt x="704866" y="1281430"/>
                  </a:cubicBezTo>
                  <a:cubicBezTo>
                    <a:pt x="706136" y="1280160"/>
                    <a:pt x="706136" y="1280160"/>
                    <a:pt x="707406" y="1278890"/>
                  </a:cubicBezTo>
                  <a:cubicBezTo>
                    <a:pt x="1202706" y="869950"/>
                    <a:pt x="1497346" y="438150"/>
                    <a:pt x="1590056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B48FA0B7-D136-8DDA-4300-933864230B96}"/>
                </a:ext>
              </a:extLst>
            </p:cNvPr>
            <p:cNvSpPr/>
            <p:nvPr/>
          </p:nvSpPr>
          <p:spPr>
            <a:xfrm>
              <a:off x="7985752" y="-1270"/>
              <a:ext cx="4206247" cy="6361429"/>
            </a:xfrm>
            <a:custGeom>
              <a:avLst/>
              <a:gdLst>
                <a:gd name="connsiteX0" fmla="*/ 4206248 w 4206247"/>
                <a:gd name="connsiteY0" fmla="*/ 6334760 h 6361429"/>
                <a:gd name="connsiteX1" fmla="*/ 3926848 w 4206247"/>
                <a:gd name="connsiteY1" fmla="*/ 6361430 h 6361429"/>
                <a:gd name="connsiteX2" fmla="*/ 2584457 w 4206247"/>
                <a:gd name="connsiteY2" fmla="*/ 5354320 h 6361429"/>
                <a:gd name="connsiteX3" fmla="*/ 1534167 w 4206247"/>
                <a:gd name="connsiteY3" fmla="*/ 4512310 h 6361429"/>
                <a:gd name="connsiteX4" fmla="*/ 1534167 w 4206247"/>
                <a:gd name="connsiteY4" fmla="*/ 4512310 h 6361429"/>
                <a:gd name="connsiteX5" fmla="*/ 7 w 4206247"/>
                <a:gd name="connsiteY5" fmla="*/ 2672080 h 6361429"/>
                <a:gd name="connsiteX6" fmla="*/ 680728 w 4206247"/>
                <a:gd name="connsiteY6" fmla="*/ 1238250 h 6361429"/>
                <a:gd name="connsiteX7" fmla="*/ 680728 w 4206247"/>
                <a:gd name="connsiteY7" fmla="*/ 1238250 h 6361429"/>
                <a:gd name="connsiteX8" fmla="*/ 681997 w 4206247"/>
                <a:gd name="connsiteY8" fmla="*/ 1236980 h 6361429"/>
                <a:gd name="connsiteX9" fmla="*/ 684538 w 4206247"/>
                <a:gd name="connsiteY9" fmla="*/ 1234440 h 6361429"/>
                <a:gd name="connsiteX10" fmla="*/ 1539247 w 4206247"/>
                <a:gd name="connsiteY10" fmla="*/ 0 h 636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06247" h="6361429">
                  <a:moveTo>
                    <a:pt x="4206248" y="6334760"/>
                  </a:moveTo>
                  <a:cubicBezTo>
                    <a:pt x="4116078" y="6352540"/>
                    <a:pt x="4022098" y="6361430"/>
                    <a:pt x="3926848" y="6361430"/>
                  </a:cubicBezTo>
                  <a:cubicBezTo>
                    <a:pt x="3290578" y="6358890"/>
                    <a:pt x="2757178" y="5933440"/>
                    <a:pt x="2584457" y="5354320"/>
                  </a:cubicBezTo>
                  <a:cubicBezTo>
                    <a:pt x="2420628" y="4803140"/>
                    <a:pt x="2289817" y="4648200"/>
                    <a:pt x="1534167" y="4512310"/>
                  </a:cubicBezTo>
                  <a:lnTo>
                    <a:pt x="1534167" y="4512310"/>
                  </a:lnTo>
                  <a:cubicBezTo>
                    <a:pt x="660407" y="4356100"/>
                    <a:pt x="-2533" y="3591560"/>
                    <a:pt x="7" y="2672080"/>
                  </a:cubicBezTo>
                  <a:cubicBezTo>
                    <a:pt x="1278" y="2094230"/>
                    <a:pt x="266707" y="1578610"/>
                    <a:pt x="680728" y="1238250"/>
                  </a:cubicBezTo>
                  <a:lnTo>
                    <a:pt x="680728" y="1238250"/>
                  </a:lnTo>
                  <a:cubicBezTo>
                    <a:pt x="680728" y="1238250"/>
                    <a:pt x="680728" y="1238250"/>
                    <a:pt x="681997" y="1236980"/>
                  </a:cubicBezTo>
                  <a:cubicBezTo>
                    <a:pt x="683267" y="1236980"/>
                    <a:pt x="683267" y="1235710"/>
                    <a:pt x="684538" y="1234440"/>
                  </a:cubicBezTo>
                  <a:cubicBezTo>
                    <a:pt x="1164597" y="839470"/>
                    <a:pt x="1449078" y="421640"/>
                    <a:pt x="1539247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" name="Freeform 12">
              <a:extLst>
                <a:ext uri="{FF2B5EF4-FFF2-40B4-BE49-F238E27FC236}">
                  <a16:creationId xmlns:a16="http://schemas.microsoft.com/office/drawing/2014/main" id="{132B7F9D-73CD-8514-E00F-E2A1CD38F7FE}"/>
                </a:ext>
              </a:extLst>
            </p:cNvPr>
            <p:cNvSpPr/>
            <p:nvPr/>
          </p:nvSpPr>
          <p:spPr>
            <a:xfrm>
              <a:off x="8129262" y="0"/>
              <a:ext cx="4062737" cy="6144259"/>
            </a:xfrm>
            <a:custGeom>
              <a:avLst/>
              <a:gdLst>
                <a:gd name="connsiteX0" fmla="*/ 4062738 w 4062737"/>
                <a:gd name="connsiteY0" fmla="*/ 6118860 h 6144259"/>
                <a:gd name="connsiteX1" fmla="*/ 3796038 w 4062737"/>
                <a:gd name="connsiteY1" fmla="*/ 6144260 h 6144259"/>
                <a:gd name="connsiteX2" fmla="*/ 2498098 w 4062737"/>
                <a:gd name="connsiteY2" fmla="*/ 5170170 h 6144259"/>
                <a:gd name="connsiteX3" fmla="*/ 1483368 w 4062737"/>
                <a:gd name="connsiteY3" fmla="*/ 4356100 h 6144259"/>
                <a:gd name="connsiteX4" fmla="*/ 1483368 w 4062737"/>
                <a:gd name="connsiteY4" fmla="*/ 4356100 h 6144259"/>
                <a:gd name="connsiteX5" fmla="*/ 8 w 4062737"/>
                <a:gd name="connsiteY5" fmla="*/ 2578100 h 6144259"/>
                <a:gd name="connsiteX6" fmla="*/ 657868 w 4062737"/>
                <a:gd name="connsiteY6" fmla="*/ 1192530 h 6144259"/>
                <a:gd name="connsiteX7" fmla="*/ 657868 w 4062737"/>
                <a:gd name="connsiteY7" fmla="*/ 1192530 h 6144259"/>
                <a:gd name="connsiteX8" fmla="*/ 659138 w 4062737"/>
                <a:gd name="connsiteY8" fmla="*/ 1191260 h 6144259"/>
                <a:gd name="connsiteX9" fmla="*/ 661678 w 4062737"/>
                <a:gd name="connsiteY9" fmla="*/ 1189990 h 6144259"/>
                <a:gd name="connsiteX10" fmla="*/ 1487178 w 4062737"/>
                <a:gd name="connsiteY10" fmla="*/ 0 h 614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062737" h="6144259">
                  <a:moveTo>
                    <a:pt x="4062738" y="6118860"/>
                  </a:moveTo>
                  <a:cubicBezTo>
                    <a:pt x="3976378" y="6135370"/>
                    <a:pt x="3887478" y="6144260"/>
                    <a:pt x="3796038" y="6144260"/>
                  </a:cubicBezTo>
                  <a:cubicBezTo>
                    <a:pt x="3181358" y="6141720"/>
                    <a:pt x="2664468" y="5731510"/>
                    <a:pt x="2498098" y="5170170"/>
                  </a:cubicBezTo>
                  <a:cubicBezTo>
                    <a:pt x="2339348" y="4636770"/>
                    <a:pt x="2213618" y="4486910"/>
                    <a:pt x="1483368" y="4356100"/>
                  </a:cubicBezTo>
                  <a:lnTo>
                    <a:pt x="1483368" y="4356100"/>
                  </a:lnTo>
                  <a:cubicBezTo>
                    <a:pt x="637548" y="4204970"/>
                    <a:pt x="-2532" y="3465830"/>
                    <a:pt x="8" y="2578100"/>
                  </a:cubicBezTo>
                  <a:cubicBezTo>
                    <a:pt x="1278" y="2019300"/>
                    <a:pt x="257818" y="1521460"/>
                    <a:pt x="657868" y="1192530"/>
                  </a:cubicBezTo>
                  <a:lnTo>
                    <a:pt x="657868" y="1192530"/>
                  </a:lnTo>
                  <a:cubicBezTo>
                    <a:pt x="657868" y="1192530"/>
                    <a:pt x="657868" y="1192530"/>
                    <a:pt x="659138" y="1191260"/>
                  </a:cubicBezTo>
                  <a:cubicBezTo>
                    <a:pt x="660408" y="1191260"/>
                    <a:pt x="660408" y="1189990"/>
                    <a:pt x="661678" y="1189990"/>
                  </a:cubicBezTo>
                  <a:cubicBezTo>
                    <a:pt x="1123958" y="808990"/>
                    <a:pt x="1399548" y="407670"/>
                    <a:pt x="148717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" name="Freeform 13">
              <a:extLst>
                <a:ext uri="{FF2B5EF4-FFF2-40B4-BE49-F238E27FC236}">
                  <a16:creationId xmlns:a16="http://schemas.microsoft.com/office/drawing/2014/main" id="{3F563CA3-B390-4613-1D3E-A98A20523BA9}"/>
                </a:ext>
              </a:extLst>
            </p:cNvPr>
            <p:cNvSpPr/>
            <p:nvPr/>
          </p:nvSpPr>
          <p:spPr>
            <a:xfrm>
              <a:off x="8274032" y="0"/>
              <a:ext cx="3917967" cy="5929629"/>
            </a:xfrm>
            <a:custGeom>
              <a:avLst/>
              <a:gdLst>
                <a:gd name="connsiteX0" fmla="*/ 3917968 w 3917967"/>
                <a:gd name="connsiteY0" fmla="*/ 5905500 h 5929629"/>
                <a:gd name="connsiteX1" fmla="*/ 3663968 w 3917967"/>
                <a:gd name="connsiteY1" fmla="*/ 5929630 h 5929629"/>
                <a:gd name="connsiteX2" fmla="*/ 2411748 w 3917967"/>
                <a:gd name="connsiteY2" fmla="*/ 4988560 h 5929629"/>
                <a:gd name="connsiteX3" fmla="*/ 1431308 w 3917967"/>
                <a:gd name="connsiteY3" fmla="*/ 4202430 h 5929629"/>
                <a:gd name="connsiteX4" fmla="*/ 1431308 w 3917967"/>
                <a:gd name="connsiteY4" fmla="*/ 4202430 h 5929629"/>
                <a:gd name="connsiteX5" fmla="*/ 18 w 3917967"/>
                <a:gd name="connsiteY5" fmla="*/ 2485390 h 5929629"/>
                <a:gd name="connsiteX6" fmla="*/ 635018 w 3917967"/>
                <a:gd name="connsiteY6" fmla="*/ 1146810 h 5929629"/>
                <a:gd name="connsiteX7" fmla="*/ 635018 w 3917967"/>
                <a:gd name="connsiteY7" fmla="*/ 1146810 h 5929629"/>
                <a:gd name="connsiteX8" fmla="*/ 636287 w 3917967"/>
                <a:gd name="connsiteY8" fmla="*/ 1145540 h 5929629"/>
                <a:gd name="connsiteX9" fmla="*/ 638827 w 3917967"/>
                <a:gd name="connsiteY9" fmla="*/ 1144270 h 5929629"/>
                <a:gd name="connsiteX10" fmla="*/ 1435118 w 3917967"/>
                <a:gd name="connsiteY10" fmla="*/ 0 h 5929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17967" h="5929629">
                  <a:moveTo>
                    <a:pt x="3917968" y="5905500"/>
                  </a:moveTo>
                  <a:cubicBezTo>
                    <a:pt x="3835418" y="5922010"/>
                    <a:pt x="3750327" y="5929630"/>
                    <a:pt x="3663968" y="5929630"/>
                  </a:cubicBezTo>
                  <a:cubicBezTo>
                    <a:pt x="3070877" y="5927090"/>
                    <a:pt x="2571768" y="5530850"/>
                    <a:pt x="2411748" y="4988560"/>
                  </a:cubicBezTo>
                  <a:cubicBezTo>
                    <a:pt x="2259348" y="4474210"/>
                    <a:pt x="2137427" y="4329430"/>
                    <a:pt x="1431308" y="4202430"/>
                  </a:cubicBezTo>
                  <a:lnTo>
                    <a:pt x="1431308" y="4202430"/>
                  </a:lnTo>
                  <a:cubicBezTo>
                    <a:pt x="614698" y="4056380"/>
                    <a:pt x="-3792" y="3342640"/>
                    <a:pt x="18" y="2485390"/>
                  </a:cubicBezTo>
                  <a:cubicBezTo>
                    <a:pt x="1287" y="1945640"/>
                    <a:pt x="248937" y="1465580"/>
                    <a:pt x="635018" y="1146810"/>
                  </a:cubicBezTo>
                  <a:lnTo>
                    <a:pt x="635018" y="1146810"/>
                  </a:lnTo>
                  <a:cubicBezTo>
                    <a:pt x="635018" y="1146810"/>
                    <a:pt x="635018" y="1146810"/>
                    <a:pt x="636287" y="1145540"/>
                  </a:cubicBezTo>
                  <a:cubicBezTo>
                    <a:pt x="637558" y="1145540"/>
                    <a:pt x="637558" y="1144270"/>
                    <a:pt x="638827" y="1144270"/>
                  </a:cubicBezTo>
                  <a:cubicBezTo>
                    <a:pt x="1083327" y="777240"/>
                    <a:pt x="1348758" y="391160"/>
                    <a:pt x="143511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14">
              <a:extLst>
                <a:ext uri="{FF2B5EF4-FFF2-40B4-BE49-F238E27FC236}">
                  <a16:creationId xmlns:a16="http://schemas.microsoft.com/office/drawing/2014/main" id="{4C493567-760F-3F44-421C-406617F9785B}"/>
                </a:ext>
              </a:extLst>
            </p:cNvPr>
            <p:cNvSpPr/>
            <p:nvPr/>
          </p:nvSpPr>
          <p:spPr>
            <a:xfrm>
              <a:off x="8417551" y="0"/>
              <a:ext cx="3774448" cy="5713729"/>
            </a:xfrm>
            <a:custGeom>
              <a:avLst/>
              <a:gdLst>
                <a:gd name="connsiteX0" fmla="*/ 3774448 w 3774448"/>
                <a:gd name="connsiteY0" fmla="*/ 5690870 h 5713729"/>
                <a:gd name="connsiteX1" fmla="*/ 3533148 w 3774448"/>
                <a:gd name="connsiteY1" fmla="*/ 5713730 h 5713729"/>
                <a:gd name="connsiteX2" fmla="*/ 2325379 w 3774448"/>
                <a:gd name="connsiteY2" fmla="*/ 4806950 h 5713729"/>
                <a:gd name="connsiteX3" fmla="*/ 1380498 w 3774448"/>
                <a:gd name="connsiteY3" fmla="*/ 4048760 h 5713729"/>
                <a:gd name="connsiteX4" fmla="*/ 1380498 w 3774448"/>
                <a:gd name="connsiteY4" fmla="*/ 4048760 h 5713729"/>
                <a:gd name="connsiteX5" fmla="*/ 8 w 3774448"/>
                <a:gd name="connsiteY5" fmla="*/ 2392680 h 5713729"/>
                <a:gd name="connsiteX6" fmla="*/ 612148 w 3774448"/>
                <a:gd name="connsiteY6" fmla="*/ 1102360 h 5713729"/>
                <a:gd name="connsiteX7" fmla="*/ 612148 w 3774448"/>
                <a:gd name="connsiteY7" fmla="*/ 1102360 h 5713729"/>
                <a:gd name="connsiteX8" fmla="*/ 613418 w 3774448"/>
                <a:gd name="connsiteY8" fmla="*/ 1101090 h 5713729"/>
                <a:gd name="connsiteX9" fmla="*/ 615958 w 3774448"/>
                <a:gd name="connsiteY9" fmla="*/ 1099820 h 5713729"/>
                <a:gd name="connsiteX10" fmla="*/ 1383038 w 3774448"/>
                <a:gd name="connsiteY10" fmla="*/ 0 h 571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74448" h="5713729">
                  <a:moveTo>
                    <a:pt x="3774448" y="5690870"/>
                  </a:moveTo>
                  <a:cubicBezTo>
                    <a:pt x="3695708" y="5706110"/>
                    <a:pt x="3615698" y="5713730"/>
                    <a:pt x="3533148" y="5713730"/>
                  </a:cubicBezTo>
                  <a:cubicBezTo>
                    <a:pt x="2960379" y="5712460"/>
                    <a:pt x="2480318" y="5328920"/>
                    <a:pt x="2325379" y="4806950"/>
                  </a:cubicBezTo>
                  <a:cubicBezTo>
                    <a:pt x="2178058" y="4310380"/>
                    <a:pt x="2059948" y="4171950"/>
                    <a:pt x="1380498" y="4048760"/>
                  </a:cubicBezTo>
                  <a:lnTo>
                    <a:pt x="1380498" y="4048760"/>
                  </a:lnTo>
                  <a:cubicBezTo>
                    <a:pt x="593098" y="3907790"/>
                    <a:pt x="-2532" y="3219450"/>
                    <a:pt x="8" y="2392680"/>
                  </a:cubicBezTo>
                  <a:cubicBezTo>
                    <a:pt x="1279" y="1873250"/>
                    <a:pt x="240038" y="1408430"/>
                    <a:pt x="612148" y="1102360"/>
                  </a:cubicBezTo>
                  <a:lnTo>
                    <a:pt x="612148" y="1102360"/>
                  </a:lnTo>
                  <a:cubicBezTo>
                    <a:pt x="612148" y="1102360"/>
                    <a:pt x="612148" y="1102360"/>
                    <a:pt x="613418" y="1101090"/>
                  </a:cubicBezTo>
                  <a:cubicBezTo>
                    <a:pt x="614688" y="1101090"/>
                    <a:pt x="614688" y="1099820"/>
                    <a:pt x="615958" y="1099820"/>
                  </a:cubicBezTo>
                  <a:cubicBezTo>
                    <a:pt x="1043948" y="748030"/>
                    <a:pt x="1299218" y="375920"/>
                    <a:pt x="138303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" name="Freeform 15">
              <a:extLst>
                <a:ext uri="{FF2B5EF4-FFF2-40B4-BE49-F238E27FC236}">
                  <a16:creationId xmlns:a16="http://schemas.microsoft.com/office/drawing/2014/main" id="{E620A3F7-6891-4545-63C5-96D50E39CDFE}"/>
                </a:ext>
              </a:extLst>
            </p:cNvPr>
            <p:cNvSpPr/>
            <p:nvPr/>
          </p:nvSpPr>
          <p:spPr>
            <a:xfrm>
              <a:off x="8559791" y="0"/>
              <a:ext cx="3632208" cy="5496696"/>
            </a:xfrm>
            <a:custGeom>
              <a:avLst/>
              <a:gdLst>
                <a:gd name="connsiteX0" fmla="*/ 3632209 w 3632208"/>
                <a:gd name="connsiteY0" fmla="*/ 5476240 h 5496696"/>
                <a:gd name="connsiteX1" fmla="*/ 3403609 w 3632208"/>
                <a:gd name="connsiteY1" fmla="*/ 5496560 h 5496696"/>
                <a:gd name="connsiteX2" fmla="*/ 2240289 w 3632208"/>
                <a:gd name="connsiteY2" fmla="*/ 4622800 h 5496696"/>
                <a:gd name="connsiteX3" fmla="*/ 1329699 w 3632208"/>
                <a:gd name="connsiteY3" fmla="*/ 3892550 h 5496696"/>
                <a:gd name="connsiteX4" fmla="*/ 1329699 w 3632208"/>
                <a:gd name="connsiteY4" fmla="*/ 3892550 h 5496696"/>
                <a:gd name="connsiteX5" fmla="*/ 8 w 3632208"/>
                <a:gd name="connsiteY5" fmla="*/ 2298700 h 5496696"/>
                <a:gd name="connsiteX6" fmla="*/ 589289 w 3632208"/>
                <a:gd name="connsiteY6" fmla="*/ 1056640 h 5496696"/>
                <a:gd name="connsiteX7" fmla="*/ 589289 w 3632208"/>
                <a:gd name="connsiteY7" fmla="*/ 1056640 h 5496696"/>
                <a:gd name="connsiteX8" fmla="*/ 590558 w 3632208"/>
                <a:gd name="connsiteY8" fmla="*/ 1055370 h 5496696"/>
                <a:gd name="connsiteX9" fmla="*/ 593099 w 3632208"/>
                <a:gd name="connsiteY9" fmla="*/ 1054100 h 5496696"/>
                <a:gd name="connsiteX10" fmla="*/ 1330968 w 3632208"/>
                <a:gd name="connsiteY10" fmla="*/ 0 h 5496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32208" h="5496696">
                  <a:moveTo>
                    <a:pt x="3632209" y="5476240"/>
                  </a:moveTo>
                  <a:cubicBezTo>
                    <a:pt x="3558549" y="5490210"/>
                    <a:pt x="3481078" y="5497830"/>
                    <a:pt x="3403609" y="5496560"/>
                  </a:cubicBezTo>
                  <a:cubicBezTo>
                    <a:pt x="2852428" y="5495290"/>
                    <a:pt x="2390149" y="5125720"/>
                    <a:pt x="2240289" y="4622800"/>
                  </a:cubicBezTo>
                  <a:cubicBezTo>
                    <a:pt x="2098049" y="4144010"/>
                    <a:pt x="1985018" y="4010660"/>
                    <a:pt x="1329699" y="3892550"/>
                  </a:cubicBezTo>
                  <a:lnTo>
                    <a:pt x="1329699" y="3892550"/>
                  </a:lnTo>
                  <a:cubicBezTo>
                    <a:pt x="572778" y="3757930"/>
                    <a:pt x="-2532" y="3094990"/>
                    <a:pt x="8" y="2298700"/>
                  </a:cubicBezTo>
                  <a:cubicBezTo>
                    <a:pt x="1278" y="1798320"/>
                    <a:pt x="231149" y="1351280"/>
                    <a:pt x="589289" y="1056640"/>
                  </a:cubicBezTo>
                  <a:lnTo>
                    <a:pt x="589289" y="1056640"/>
                  </a:lnTo>
                  <a:cubicBezTo>
                    <a:pt x="589289" y="1056640"/>
                    <a:pt x="589289" y="1056640"/>
                    <a:pt x="590558" y="1055370"/>
                  </a:cubicBezTo>
                  <a:cubicBezTo>
                    <a:pt x="591828" y="1055370"/>
                    <a:pt x="591828" y="1054100"/>
                    <a:pt x="593099" y="1054100"/>
                  </a:cubicBezTo>
                  <a:cubicBezTo>
                    <a:pt x="1003308" y="716280"/>
                    <a:pt x="1248418" y="360680"/>
                    <a:pt x="133096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16">
              <a:extLst>
                <a:ext uri="{FF2B5EF4-FFF2-40B4-BE49-F238E27FC236}">
                  <a16:creationId xmlns:a16="http://schemas.microsoft.com/office/drawing/2014/main" id="{4A11E0DC-4330-E8B4-4EFA-7BDF840A558A}"/>
                </a:ext>
              </a:extLst>
            </p:cNvPr>
            <p:cNvSpPr/>
            <p:nvPr/>
          </p:nvSpPr>
          <p:spPr>
            <a:xfrm>
              <a:off x="8703301" y="0"/>
              <a:ext cx="3488698" cy="5280659"/>
            </a:xfrm>
            <a:custGeom>
              <a:avLst/>
              <a:gdLst>
                <a:gd name="connsiteX0" fmla="*/ 3488699 w 3488698"/>
                <a:gd name="connsiteY0" fmla="*/ 5261610 h 5280659"/>
                <a:gd name="connsiteX1" fmla="*/ 3272799 w 3488698"/>
                <a:gd name="connsiteY1" fmla="*/ 5280660 h 5280659"/>
                <a:gd name="connsiteX2" fmla="*/ 2153929 w 3488698"/>
                <a:gd name="connsiteY2" fmla="*/ 4441190 h 5280659"/>
                <a:gd name="connsiteX3" fmla="*/ 1278899 w 3488698"/>
                <a:gd name="connsiteY3" fmla="*/ 3738880 h 5280659"/>
                <a:gd name="connsiteX4" fmla="*/ 1278899 w 3488698"/>
                <a:gd name="connsiteY4" fmla="*/ 3738880 h 5280659"/>
                <a:gd name="connsiteX5" fmla="*/ 9 w 3488698"/>
                <a:gd name="connsiteY5" fmla="*/ 2205990 h 5280659"/>
                <a:gd name="connsiteX6" fmla="*/ 566429 w 3488698"/>
                <a:gd name="connsiteY6" fmla="*/ 1010920 h 5280659"/>
                <a:gd name="connsiteX7" fmla="*/ 566429 w 3488698"/>
                <a:gd name="connsiteY7" fmla="*/ 1010920 h 5280659"/>
                <a:gd name="connsiteX8" fmla="*/ 567699 w 3488698"/>
                <a:gd name="connsiteY8" fmla="*/ 1010920 h 5280659"/>
                <a:gd name="connsiteX9" fmla="*/ 570239 w 3488698"/>
                <a:gd name="connsiteY9" fmla="*/ 1009650 h 5280659"/>
                <a:gd name="connsiteX10" fmla="*/ 1277629 w 3488698"/>
                <a:gd name="connsiteY10" fmla="*/ 0 h 528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88698" h="5280659">
                  <a:moveTo>
                    <a:pt x="3488699" y="5261610"/>
                  </a:moveTo>
                  <a:cubicBezTo>
                    <a:pt x="3418849" y="5274310"/>
                    <a:pt x="3346459" y="5280660"/>
                    <a:pt x="3272799" y="5280660"/>
                  </a:cubicBezTo>
                  <a:cubicBezTo>
                    <a:pt x="2743209" y="5279390"/>
                    <a:pt x="2297439" y="4923790"/>
                    <a:pt x="2153929" y="4441190"/>
                  </a:cubicBezTo>
                  <a:cubicBezTo>
                    <a:pt x="2018039" y="3981450"/>
                    <a:pt x="1908819" y="3853180"/>
                    <a:pt x="1278899" y="3738880"/>
                  </a:cubicBezTo>
                  <a:lnTo>
                    <a:pt x="1278899" y="3738880"/>
                  </a:lnTo>
                  <a:cubicBezTo>
                    <a:pt x="549919" y="3609340"/>
                    <a:pt x="-2531" y="2971800"/>
                    <a:pt x="9" y="2205990"/>
                  </a:cubicBezTo>
                  <a:cubicBezTo>
                    <a:pt x="1279" y="1724660"/>
                    <a:pt x="222259" y="1295400"/>
                    <a:pt x="566429" y="1010920"/>
                  </a:cubicBezTo>
                  <a:lnTo>
                    <a:pt x="566429" y="1010920"/>
                  </a:lnTo>
                  <a:cubicBezTo>
                    <a:pt x="566429" y="1010920"/>
                    <a:pt x="566429" y="1010920"/>
                    <a:pt x="567699" y="1010920"/>
                  </a:cubicBezTo>
                  <a:cubicBezTo>
                    <a:pt x="568969" y="1010920"/>
                    <a:pt x="568969" y="1009650"/>
                    <a:pt x="570239" y="1009650"/>
                  </a:cubicBezTo>
                  <a:cubicBezTo>
                    <a:pt x="962669" y="685800"/>
                    <a:pt x="1197619" y="345440"/>
                    <a:pt x="1277629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17">
              <a:extLst>
                <a:ext uri="{FF2B5EF4-FFF2-40B4-BE49-F238E27FC236}">
                  <a16:creationId xmlns:a16="http://schemas.microsoft.com/office/drawing/2014/main" id="{E0749B2F-D3FB-8715-3D10-FADE99CCF884}"/>
                </a:ext>
              </a:extLst>
            </p:cNvPr>
            <p:cNvSpPr/>
            <p:nvPr/>
          </p:nvSpPr>
          <p:spPr>
            <a:xfrm>
              <a:off x="8846810" y="0"/>
              <a:ext cx="3345189" cy="5064759"/>
            </a:xfrm>
            <a:custGeom>
              <a:avLst/>
              <a:gdLst>
                <a:gd name="connsiteX0" fmla="*/ 3345190 w 3345189"/>
                <a:gd name="connsiteY0" fmla="*/ 5046980 h 5064759"/>
                <a:gd name="connsiteX1" fmla="*/ 3141990 w 3345189"/>
                <a:gd name="connsiteY1" fmla="*/ 5064760 h 5064759"/>
                <a:gd name="connsiteX2" fmla="*/ 2067570 w 3345189"/>
                <a:gd name="connsiteY2" fmla="*/ 4258310 h 5064759"/>
                <a:gd name="connsiteX3" fmla="*/ 1226830 w 3345189"/>
                <a:gd name="connsiteY3" fmla="*/ 3585210 h 5064759"/>
                <a:gd name="connsiteX4" fmla="*/ 1226830 w 3345189"/>
                <a:gd name="connsiteY4" fmla="*/ 3585210 h 5064759"/>
                <a:gd name="connsiteX5" fmla="*/ 9 w 3345189"/>
                <a:gd name="connsiteY5" fmla="*/ 2113280 h 5064759"/>
                <a:gd name="connsiteX6" fmla="*/ 544839 w 3345189"/>
                <a:gd name="connsiteY6" fmla="*/ 966470 h 5064759"/>
                <a:gd name="connsiteX7" fmla="*/ 544839 w 3345189"/>
                <a:gd name="connsiteY7" fmla="*/ 966470 h 5064759"/>
                <a:gd name="connsiteX8" fmla="*/ 546109 w 3345189"/>
                <a:gd name="connsiteY8" fmla="*/ 966470 h 5064759"/>
                <a:gd name="connsiteX9" fmla="*/ 547380 w 3345189"/>
                <a:gd name="connsiteY9" fmla="*/ 965200 h 5064759"/>
                <a:gd name="connsiteX10" fmla="*/ 1225559 w 3345189"/>
                <a:gd name="connsiteY10" fmla="*/ 0 h 506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45189" h="5064759">
                  <a:moveTo>
                    <a:pt x="3345190" y="5046980"/>
                  </a:moveTo>
                  <a:cubicBezTo>
                    <a:pt x="3279149" y="5058410"/>
                    <a:pt x="3210570" y="5064760"/>
                    <a:pt x="3141990" y="5064760"/>
                  </a:cubicBezTo>
                  <a:cubicBezTo>
                    <a:pt x="2632720" y="5063490"/>
                    <a:pt x="2205999" y="4723130"/>
                    <a:pt x="2067570" y="4258310"/>
                  </a:cubicBezTo>
                  <a:cubicBezTo>
                    <a:pt x="1936759" y="3816350"/>
                    <a:pt x="1832620" y="3693160"/>
                    <a:pt x="1226830" y="3585210"/>
                  </a:cubicBezTo>
                  <a:lnTo>
                    <a:pt x="1226830" y="3585210"/>
                  </a:lnTo>
                  <a:cubicBezTo>
                    <a:pt x="527059" y="3460750"/>
                    <a:pt x="-2530" y="2848610"/>
                    <a:pt x="9" y="2113280"/>
                  </a:cubicBezTo>
                  <a:cubicBezTo>
                    <a:pt x="1280" y="1651000"/>
                    <a:pt x="213370" y="1238250"/>
                    <a:pt x="544839" y="966470"/>
                  </a:cubicBezTo>
                  <a:lnTo>
                    <a:pt x="544839" y="966470"/>
                  </a:lnTo>
                  <a:cubicBezTo>
                    <a:pt x="544839" y="966470"/>
                    <a:pt x="544839" y="966470"/>
                    <a:pt x="546109" y="966470"/>
                  </a:cubicBezTo>
                  <a:cubicBezTo>
                    <a:pt x="546109" y="966470"/>
                    <a:pt x="547380" y="965200"/>
                    <a:pt x="547380" y="965200"/>
                  </a:cubicBezTo>
                  <a:cubicBezTo>
                    <a:pt x="922030" y="655320"/>
                    <a:pt x="1148089" y="328930"/>
                    <a:pt x="1225559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18">
              <a:extLst>
                <a:ext uri="{FF2B5EF4-FFF2-40B4-BE49-F238E27FC236}">
                  <a16:creationId xmlns:a16="http://schemas.microsoft.com/office/drawing/2014/main" id="{84FB7349-6097-1919-82AF-DD2E5F8388B9}"/>
                </a:ext>
              </a:extLst>
            </p:cNvPr>
            <p:cNvSpPr/>
            <p:nvPr/>
          </p:nvSpPr>
          <p:spPr>
            <a:xfrm>
              <a:off x="8991590" y="2540"/>
              <a:ext cx="3200409" cy="4846319"/>
            </a:xfrm>
            <a:custGeom>
              <a:avLst/>
              <a:gdLst>
                <a:gd name="connsiteX0" fmla="*/ 3200410 w 3200409"/>
                <a:gd name="connsiteY0" fmla="*/ 4829810 h 4846319"/>
                <a:gd name="connsiteX1" fmla="*/ 3009910 w 3200409"/>
                <a:gd name="connsiteY1" fmla="*/ 4846320 h 4846319"/>
                <a:gd name="connsiteX2" fmla="*/ 1981210 w 3200409"/>
                <a:gd name="connsiteY2" fmla="*/ 4074160 h 4846319"/>
                <a:gd name="connsiteX3" fmla="*/ 1176029 w 3200409"/>
                <a:gd name="connsiteY3" fmla="*/ 3429000 h 4846319"/>
                <a:gd name="connsiteX4" fmla="*/ 1176029 w 3200409"/>
                <a:gd name="connsiteY4" fmla="*/ 3429000 h 4846319"/>
                <a:gd name="connsiteX5" fmla="*/ 9 w 3200409"/>
                <a:gd name="connsiteY5" fmla="*/ 2018030 h 4846319"/>
                <a:gd name="connsiteX6" fmla="*/ 521979 w 3200409"/>
                <a:gd name="connsiteY6" fmla="*/ 919480 h 4846319"/>
                <a:gd name="connsiteX7" fmla="*/ 521979 w 3200409"/>
                <a:gd name="connsiteY7" fmla="*/ 919480 h 4846319"/>
                <a:gd name="connsiteX8" fmla="*/ 523250 w 3200409"/>
                <a:gd name="connsiteY8" fmla="*/ 919480 h 4846319"/>
                <a:gd name="connsiteX9" fmla="*/ 524519 w 3200409"/>
                <a:gd name="connsiteY9" fmla="*/ 918210 h 4846319"/>
                <a:gd name="connsiteX10" fmla="*/ 1173490 w 3200409"/>
                <a:gd name="connsiteY10" fmla="*/ 0 h 48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200409" h="4846319">
                  <a:moveTo>
                    <a:pt x="3200410" y="4829810"/>
                  </a:moveTo>
                  <a:cubicBezTo>
                    <a:pt x="3138179" y="4841240"/>
                    <a:pt x="3074679" y="4846320"/>
                    <a:pt x="3009910" y="4846320"/>
                  </a:cubicBezTo>
                  <a:cubicBezTo>
                    <a:pt x="2522229" y="4845050"/>
                    <a:pt x="2113290" y="4518660"/>
                    <a:pt x="1981210" y="4074160"/>
                  </a:cubicBezTo>
                  <a:cubicBezTo>
                    <a:pt x="1855479" y="3651250"/>
                    <a:pt x="1755150" y="3533140"/>
                    <a:pt x="1176029" y="3429000"/>
                  </a:cubicBezTo>
                  <a:lnTo>
                    <a:pt x="1176029" y="3429000"/>
                  </a:lnTo>
                  <a:cubicBezTo>
                    <a:pt x="505469" y="3309620"/>
                    <a:pt x="-2531" y="2722880"/>
                    <a:pt x="9" y="2018030"/>
                  </a:cubicBezTo>
                  <a:cubicBezTo>
                    <a:pt x="1279" y="1574800"/>
                    <a:pt x="204479" y="1179830"/>
                    <a:pt x="521979" y="919480"/>
                  </a:cubicBezTo>
                  <a:lnTo>
                    <a:pt x="521979" y="919480"/>
                  </a:lnTo>
                  <a:cubicBezTo>
                    <a:pt x="521979" y="919480"/>
                    <a:pt x="521979" y="919480"/>
                    <a:pt x="523250" y="919480"/>
                  </a:cubicBezTo>
                  <a:cubicBezTo>
                    <a:pt x="523250" y="919480"/>
                    <a:pt x="524519" y="918210"/>
                    <a:pt x="524519" y="918210"/>
                  </a:cubicBezTo>
                  <a:cubicBezTo>
                    <a:pt x="881390" y="623570"/>
                    <a:pt x="1098560" y="313690"/>
                    <a:pt x="1173490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19">
              <a:extLst>
                <a:ext uri="{FF2B5EF4-FFF2-40B4-BE49-F238E27FC236}">
                  <a16:creationId xmlns:a16="http://schemas.microsoft.com/office/drawing/2014/main" id="{02A43F9A-143C-1919-997A-5B39F600805C}"/>
                </a:ext>
              </a:extLst>
            </p:cNvPr>
            <p:cNvSpPr/>
            <p:nvPr/>
          </p:nvSpPr>
          <p:spPr>
            <a:xfrm>
              <a:off x="9135099" y="1270"/>
              <a:ext cx="3056900" cy="4631689"/>
            </a:xfrm>
            <a:custGeom>
              <a:avLst/>
              <a:gdLst>
                <a:gd name="connsiteX0" fmla="*/ 3056900 w 3056900"/>
                <a:gd name="connsiteY0" fmla="*/ 4616450 h 4631689"/>
                <a:gd name="connsiteX1" fmla="*/ 2879100 w 3056900"/>
                <a:gd name="connsiteY1" fmla="*/ 4631690 h 4631689"/>
                <a:gd name="connsiteX2" fmla="*/ 1894850 w 3056900"/>
                <a:gd name="connsiteY2" fmla="*/ 3892550 h 4631689"/>
                <a:gd name="connsiteX3" fmla="*/ 1125230 w 3056900"/>
                <a:gd name="connsiteY3" fmla="*/ 3275330 h 4631689"/>
                <a:gd name="connsiteX4" fmla="*/ 1125230 w 3056900"/>
                <a:gd name="connsiteY4" fmla="*/ 3275330 h 4631689"/>
                <a:gd name="connsiteX5" fmla="*/ 10 w 3056900"/>
                <a:gd name="connsiteY5" fmla="*/ 1926590 h 4631689"/>
                <a:gd name="connsiteX6" fmla="*/ 499120 w 3056900"/>
                <a:gd name="connsiteY6" fmla="*/ 875030 h 4631689"/>
                <a:gd name="connsiteX7" fmla="*/ 499120 w 3056900"/>
                <a:gd name="connsiteY7" fmla="*/ 875030 h 4631689"/>
                <a:gd name="connsiteX8" fmla="*/ 500390 w 3056900"/>
                <a:gd name="connsiteY8" fmla="*/ 875030 h 4631689"/>
                <a:gd name="connsiteX9" fmla="*/ 501660 w 3056900"/>
                <a:gd name="connsiteY9" fmla="*/ 873760 h 4631689"/>
                <a:gd name="connsiteX10" fmla="*/ 1121420 w 3056900"/>
                <a:gd name="connsiteY10" fmla="*/ 0 h 4631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56900" h="4631689">
                  <a:moveTo>
                    <a:pt x="3056900" y="4616450"/>
                  </a:moveTo>
                  <a:cubicBezTo>
                    <a:pt x="2998480" y="4626610"/>
                    <a:pt x="2940060" y="4631690"/>
                    <a:pt x="2879100" y="4631690"/>
                  </a:cubicBezTo>
                  <a:cubicBezTo>
                    <a:pt x="2413010" y="4630420"/>
                    <a:pt x="2020580" y="4318000"/>
                    <a:pt x="1894850" y="3892550"/>
                  </a:cubicBezTo>
                  <a:cubicBezTo>
                    <a:pt x="1774200" y="3487420"/>
                    <a:pt x="1678950" y="3374390"/>
                    <a:pt x="1125230" y="3275330"/>
                  </a:cubicBezTo>
                  <a:lnTo>
                    <a:pt x="1125230" y="3275330"/>
                  </a:lnTo>
                  <a:cubicBezTo>
                    <a:pt x="483880" y="3161030"/>
                    <a:pt x="-2530" y="2599690"/>
                    <a:pt x="10" y="1926590"/>
                  </a:cubicBezTo>
                  <a:cubicBezTo>
                    <a:pt x="1280" y="1502410"/>
                    <a:pt x="195590" y="1125220"/>
                    <a:pt x="499120" y="875030"/>
                  </a:cubicBezTo>
                  <a:lnTo>
                    <a:pt x="499120" y="875030"/>
                  </a:lnTo>
                  <a:cubicBezTo>
                    <a:pt x="499120" y="875030"/>
                    <a:pt x="499120" y="875030"/>
                    <a:pt x="500390" y="875030"/>
                  </a:cubicBezTo>
                  <a:cubicBezTo>
                    <a:pt x="500390" y="875030"/>
                    <a:pt x="501660" y="873760"/>
                    <a:pt x="501660" y="873760"/>
                  </a:cubicBezTo>
                  <a:cubicBezTo>
                    <a:pt x="842020" y="594360"/>
                    <a:pt x="1047760" y="298450"/>
                    <a:pt x="1121420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20">
              <a:extLst>
                <a:ext uri="{FF2B5EF4-FFF2-40B4-BE49-F238E27FC236}">
                  <a16:creationId xmlns:a16="http://schemas.microsoft.com/office/drawing/2014/main" id="{C84CCD84-2F93-6A26-163B-DA3B36EDE3F8}"/>
                </a:ext>
              </a:extLst>
            </p:cNvPr>
            <p:cNvSpPr/>
            <p:nvPr/>
          </p:nvSpPr>
          <p:spPr>
            <a:xfrm>
              <a:off x="9277347" y="1270"/>
              <a:ext cx="2914652" cy="4415789"/>
            </a:xfrm>
            <a:custGeom>
              <a:avLst/>
              <a:gdLst>
                <a:gd name="connsiteX0" fmla="*/ 2914653 w 2914652"/>
                <a:gd name="connsiteY0" fmla="*/ 4401820 h 4415789"/>
                <a:gd name="connsiteX1" fmla="*/ 2749553 w 2914652"/>
                <a:gd name="connsiteY1" fmla="*/ 4415790 h 4415789"/>
                <a:gd name="connsiteX2" fmla="*/ 1809753 w 2914652"/>
                <a:gd name="connsiteY2" fmla="*/ 3709670 h 4415789"/>
                <a:gd name="connsiteX3" fmla="*/ 1074422 w 2914652"/>
                <a:gd name="connsiteY3" fmla="*/ 3120390 h 4415789"/>
                <a:gd name="connsiteX4" fmla="*/ 1074422 w 2914652"/>
                <a:gd name="connsiteY4" fmla="*/ 3120390 h 4415789"/>
                <a:gd name="connsiteX5" fmla="*/ 3 w 2914652"/>
                <a:gd name="connsiteY5" fmla="*/ 1832610 h 4415789"/>
                <a:gd name="connsiteX6" fmla="*/ 476253 w 2914652"/>
                <a:gd name="connsiteY6" fmla="*/ 829310 h 4415789"/>
                <a:gd name="connsiteX7" fmla="*/ 476253 w 2914652"/>
                <a:gd name="connsiteY7" fmla="*/ 829310 h 4415789"/>
                <a:gd name="connsiteX8" fmla="*/ 476253 w 2914652"/>
                <a:gd name="connsiteY8" fmla="*/ 829310 h 4415789"/>
                <a:gd name="connsiteX9" fmla="*/ 477522 w 2914652"/>
                <a:gd name="connsiteY9" fmla="*/ 828040 h 4415789"/>
                <a:gd name="connsiteX10" fmla="*/ 1068072 w 2914652"/>
                <a:gd name="connsiteY10" fmla="*/ 0 h 4415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14652" h="4415789">
                  <a:moveTo>
                    <a:pt x="2914653" y="4401820"/>
                  </a:moveTo>
                  <a:cubicBezTo>
                    <a:pt x="2861313" y="4410710"/>
                    <a:pt x="2805433" y="4415790"/>
                    <a:pt x="2749553" y="4415790"/>
                  </a:cubicBezTo>
                  <a:cubicBezTo>
                    <a:pt x="2303783" y="4414520"/>
                    <a:pt x="1930403" y="4116070"/>
                    <a:pt x="1809753" y="3709670"/>
                  </a:cubicBezTo>
                  <a:cubicBezTo>
                    <a:pt x="1695453" y="3323590"/>
                    <a:pt x="1604013" y="3215640"/>
                    <a:pt x="1074422" y="3120390"/>
                  </a:cubicBezTo>
                  <a:lnTo>
                    <a:pt x="1074422" y="3120390"/>
                  </a:lnTo>
                  <a:cubicBezTo>
                    <a:pt x="462283" y="3011170"/>
                    <a:pt x="-1267" y="2475230"/>
                    <a:pt x="3" y="1832610"/>
                  </a:cubicBezTo>
                  <a:cubicBezTo>
                    <a:pt x="1272" y="1428750"/>
                    <a:pt x="186693" y="1066800"/>
                    <a:pt x="476253" y="829310"/>
                  </a:cubicBezTo>
                  <a:lnTo>
                    <a:pt x="476253" y="829310"/>
                  </a:lnTo>
                  <a:cubicBezTo>
                    <a:pt x="476253" y="829310"/>
                    <a:pt x="476253" y="829310"/>
                    <a:pt x="476253" y="829310"/>
                  </a:cubicBezTo>
                  <a:cubicBezTo>
                    <a:pt x="476253" y="829310"/>
                    <a:pt x="477522" y="828040"/>
                    <a:pt x="477522" y="828040"/>
                  </a:cubicBezTo>
                  <a:cubicBezTo>
                    <a:pt x="800103" y="562610"/>
                    <a:pt x="996953" y="283210"/>
                    <a:pt x="1068072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21">
              <a:extLst>
                <a:ext uri="{FF2B5EF4-FFF2-40B4-BE49-F238E27FC236}">
                  <a16:creationId xmlns:a16="http://schemas.microsoft.com/office/drawing/2014/main" id="{7FCBD578-43DB-CC09-19FC-CCA3F289B2A4}"/>
                </a:ext>
              </a:extLst>
            </p:cNvPr>
            <p:cNvSpPr/>
            <p:nvPr/>
          </p:nvSpPr>
          <p:spPr>
            <a:xfrm>
              <a:off x="9422119" y="0"/>
              <a:ext cx="2769880" cy="4201159"/>
            </a:xfrm>
            <a:custGeom>
              <a:avLst/>
              <a:gdLst>
                <a:gd name="connsiteX0" fmla="*/ 2769881 w 2769880"/>
                <a:gd name="connsiteY0" fmla="*/ 4188460 h 4201159"/>
                <a:gd name="connsiteX1" fmla="*/ 2617481 w 2769880"/>
                <a:gd name="connsiteY1" fmla="*/ 4201160 h 4201159"/>
                <a:gd name="connsiteX2" fmla="*/ 1722131 w 2769880"/>
                <a:gd name="connsiteY2" fmla="*/ 3529330 h 4201159"/>
                <a:gd name="connsiteX3" fmla="*/ 1022361 w 2769880"/>
                <a:gd name="connsiteY3" fmla="*/ 2967990 h 4201159"/>
                <a:gd name="connsiteX4" fmla="*/ 1022361 w 2769880"/>
                <a:gd name="connsiteY4" fmla="*/ 2967990 h 4201159"/>
                <a:gd name="connsiteX5" fmla="*/ 11 w 2769880"/>
                <a:gd name="connsiteY5" fmla="*/ 1741170 h 4201159"/>
                <a:gd name="connsiteX6" fmla="*/ 453400 w 2769880"/>
                <a:gd name="connsiteY6" fmla="*/ 784860 h 4201159"/>
                <a:gd name="connsiteX7" fmla="*/ 453400 w 2769880"/>
                <a:gd name="connsiteY7" fmla="*/ 784860 h 4201159"/>
                <a:gd name="connsiteX8" fmla="*/ 453400 w 2769880"/>
                <a:gd name="connsiteY8" fmla="*/ 784860 h 4201159"/>
                <a:gd name="connsiteX9" fmla="*/ 454671 w 2769880"/>
                <a:gd name="connsiteY9" fmla="*/ 783590 h 4201159"/>
                <a:gd name="connsiteX10" fmla="*/ 1014740 w 2769880"/>
                <a:gd name="connsiteY10" fmla="*/ 0 h 42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69880" h="4201159">
                  <a:moveTo>
                    <a:pt x="2769881" y="4188460"/>
                  </a:moveTo>
                  <a:cubicBezTo>
                    <a:pt x="2720350" y="4196080"/>
                    <a:pt x="2669550" y="4201160"/>
                    <a:pt x="2617481" y="4201160"/>
                  </a:cubicBezTo>
                  <a:cubicBezTo>
                    <a:pt x="2193300" y="4199890"/>
                    <a:pt x="1837700" y="3916680"/>
                    <a:pt x="1722131" y="3529330"/>
                  </a:cubicBezTo>
                  <a:cubicBezTo>
                    <a:pt x="1612911" y="3161030"/>
                    <a:pt x="1525281" y="3058160"/>
                    <a:pt x="1022361" y="2967990"/>
                  </a:cubicBezTo>
                  <a:lnTo>
                    <a:pt x="1022361" y="2967990"/>
                  </a:lnTo>
                  <a:cubicBezTo>
                    <a:pt x="439431" y="2863850"/>
                    <a:pt x="-2529" y="2353310"/>
                    <a:pt x="11" y="1741170"/>
                  </a:cubicBezTo>
                  <a:cubicBezTo>
                    <a:pt x="1281" y="1356360"/>
                    <a:pt x="177811" y="1012190"/>
                    <a:pt x="453400" y="784860"/>
                  </a:cubicBezTo>
                  <a:lnTo>
                    <a:pt x="453400" y="784860"/>
                  </a:lnTo>
                  <a:cubicBezTo>
                    <a:pt x="453400" y="784860"/>
                    <a:pt x="453400" y="784860"/>
                    <a:pt x="453400" y="784860"/>
                  </a:cubicBezTo>
                  <a:cubicBezTo>
                    <a:pt x="453400" y="784860"/>
                    <a:pt x="454671" y="783590"/>
                    <a:pt x="454671" y="783590"/>
                  </a:cubicBezTo>
                  <a:cubicBezTo>
                    <a:pt x="759471" y="532130"/>
                    <a:pt x="946161" y="267970"/>
                    <a:pt x="1014740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22">
              <a:extLst>
                <a:ext uri="{FF2B5EF4-FFF2-40B4-BE49-F238E27FC236}">
                  <a16:creationId xmlns:a16="http://schemas.microsoft.com/office/drawing/2014/main" id="{E8D69FC4-4B5B-CF71-24DD-A9C81A86A86B}"/>
                </a:ext>
              </a:extLst>
            </p:cNvPr>
            <p:cNvSpPr/>
            <p:nvPr/>
          </p:nvSpPr>
          <p:spPr>
            <a:xfrm>
              <a:off x="9565628" y="0"/>
              <a:ext cx="2626371" cy="3983990"/>
            </a:xfrm>
            <a:custGeom>
              <a:avLst/>
              <a:gdLst>
                <a:gd name="connsiteX0" fmla="*/ 2626371 w 2626371"/>
                <a:gd name="connsiteY0" fmla="*/ 3973830 h 3983990"/>
                <a:gd name="connsiteX1" fmla="*/ 2486671 w 2626371"/>
                <a:gd name="connsiteY1" fmla="*/ 3983990 h 3983990"/>
                <a:gd name="connsiteX2" fmla="*/ 1637041 w 2626371"/>
                <a:gd name="connsiteY2" fmla="*/ 3345180 h 3983990"/>
                <a:gd name="connsiteX3" fmla="*/ 971561 w 2626371"/>
                <a:gd name="connsiteY3" fmla="*/ 2811780 h 3983990"/>
                <a:gd name="connsiteX4" fmla="*/ 971561 w 2626371"/>
                <a:gd name="connsiteY4" fmla="*/ 2811780 h 3983990"/>
                <a:gd name="connsiteX5" fmla="*/ 11 w 2626371"/>
                <a:gd name="connsiteY5" fmla="*/ 1645920 h 3983990"/>
                <a:gd name="connsiteX6" fmla="*/ 430541 w 2626371"/>
                <a:gd name="connsiteY6" fmla="*/ 737870 h 3983990"/>
                <a:gd name="connsiteX7" fmla="*/ 430541 w 2626371"/>
                <a:gd name="connsiteY7" fmla="*/ 737870 h 3983990"/>
                <a:gd name="connsiteX8" fmla="*/ 430541 w 2626371"/>
                <a:gd name="connsiteY8" fmla="*/ 737870 h 3983990"/>
                <a:gd name="connsiteX9" fmla="*/ 431811 w 2626371"/>
                <a:gd name="connsiteY9" fmla="*/ 736600 h 3983990"/>
                <a:gd name="connsiteX10" fmla="*/ 962671 w 2626371"/>
                <a:gd name="connsiteY10" fmla="*/ 0 h 398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626371" h="3983990">
                  <a:moveTo>
                    <a:pt x="2626371" y="3973830"/>
                  </a:moveTo>
                  <a:cubicBezTo>
                    <a:pt x="2580652" y="3981450"/>
                    <a:pt x="2533662" y="3983990"/>
                    <a:pt x="2486671" y="3983990"/>
                  </a:cubicBezTo>
                  <a:cubicBezTo>
                    <a:pt x="2084081" y="3982720"/>
                    <a:pt x="1744991" y="3713480"/>
                    <a:pt x="1637041" y="3345180"/>
                  </a:cubicBezTo>
                  <a:cubicBezTo>
                    <a:pt x="1532902" y="2995930"/>
                    <a:pt x="1450352" y="2898140"/>
                    <a:pt x="971561" y="2811780"/>
                  </a:cubicBezTo>
                  <a:lnTo>
                    <a:pt x="971561" y="2811780"/>
                  </a:lnTo>
                  <a:cubicBezTo>
                    <a:pt x="417841" y="2712720"/>
                    <a:pt x="-2529" y="2228850"/>
                    <a:pt x="11" y="1645920"/>
                  </a:cubicBezTo>
                  <a:cubicBezTo>
                    <a:pt x="1281" y="1280160"/>
                    <a:pt x="168921" y="953770"/>
                    <a:pt x="430541" y="737870"/>
                  </a:cubicBezTo>
                  <a:lnTo>
                    <a:pt x="430541" y="737870"/>
                  </a:lnTo>
                  <a:cubicBezTo>
                    <a:pt x="430541" y="737870"/>
                    <a:pt x="430541" y="737870"/>
                    <a:pt x="430541" y="737870"/>
                  </a:cubicBezTo>
                  <a:cubicBezTo>
                    <a:pt x="430541" y="737870"/>
                    <a:pt x="431811" y="736600"/>
                    <a:pt x="431811" y="736600"/>
                  </a:cubicBezTo>
                  <a:cubicBezTo>
                    <a:pt x="720102" y="501650"/>
                    <a:pt x="896631" y="252730"/>
                    <a:pt x="962671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23">
              <a:extLst>
                <a:ext uri="{FF2B5EF4-FFF2-40B4-BE49-F238E27FC236}">
                  <a16:creationId xmlns:a16="http://schemas.microsoft.com/office/drawing/2014/main" id="{A4051C56-5B7B-F81A-C3F7-A73EA75FE763}"/>
                </a:ext>
              </a:extLst>
            </p:cNvPr>
            <p:cNvSpPr/>
            <p:nvPr/>
          </p:nvSpPr>
          <p:spPr>
            <a:xfrm>
              <a:off x="9709146" y="0"/>
              <a:ext cx="2482853" cy="3768090"/>
            </a:xfrm>
            <a:custGeom>
              <a:avLst/>
              <a:gdLst>
                <a:gd name="connsiteX0" fmla="*/ 2482853 w 2482853"/>
                <a:gd name="connsiteY0" fmla="*/ 3759200 h 3768090"/>
                <a:gd name="connsiteX1" fmla="*/ 2355853 w 2482853"/>
                <a:gd name="connsiteY1" fmla="*/ 3768090 h 3768090"/>
                <a:gd name="connsiteX2" fmla="*/ 1550673 w 2482853"/>
                <a:gd name="connsiteY2" fmla="*/ 3163570 h 3768090"/>
                <a:gd name="connsiteX3" fmla="*/ 920753 w 2482853"/>
                <a:gd name="connsiteY3" fmla="*/ 2658110 h 3768090"/>
                <a:gd name="connsiteX4" fmla="*/ 920753 w 2482853"/>
                <a:gd name="connsiteY4" fmla="*/ 2658110 h 3768090"/>
                <a:gd name="connsiteX5" fmla="*/ 3 w 2482853"/>
                <a:gd name="connsiteY5" fmla="*/ 1554480 h 3768090"/>
                <a:gd name="connsiteX6" fmla="*/ 407673 w 2482853"/>
                <a:gd name="connsiteY6" fmla="*/ 694690 h 3768090"/>
                <a:gd name="connsiteX7" fmla="*/ 407673 w 2482853"/>
                <a:gd name="connsiteY7" fmla="*/ 694690 h 3768090"/>
                <a:gd name="connsiteX8" fmla="*/ 407673 w 2482853"/>
                <a:gd name="connsiteY8" fmla="*/ 694690 h 3768090"/>
                <a:gd name="connsiteX9" fmla="*/ 408943 w 2482853"/>
                <a:gd name="connsiteY9" fmla="*/ 693420 h 3768090"/>
                <a:gd name="connsiteX10" fmla="*/ 910593 w 2482853"/>
                <a:gd name="connsiteY10" fmla="*/ 0 h 3768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82853" h="3768090">
                  <a:moveTo>
                    <a:pt x="2482853" y="3759200"/>
                  </a:moveTo>
                  <a:cubicBezTo>
                    <a:pt x="2440943" y="3765550"/>
                    <a:pt x="2399033" y="3768090"/>
                    <a:pt x="2355853" y="3768090"/>
                  </a:cubicBezTo>
                  <a:cubicBezTo>
                    <a:pt x="1973583" y="3766820"/>
                    <a:pt x="1653543" y="3511550"/>
                    <a:pt x="1550673" y="3163570"/>
                  </a:cubicBezTo>
                  <a:cubicBezTo>
                    <a:pt x="1452883" y="2832100"/>
                    <a:pt x="1374143" y="2739390"/>
                    <a:pt x="920753" y="2658110"/>
                  </a:cubicBezTo>
                  <a:lnTo>
                    <a:pt x="920753" y="2658110"/>
                  </a:lnTo>
                  <a:cubicBezTo>
                    <a:pt x="396243" y="2564130"/>
                    <a:pt x="-1267" y="2105660"/>
                    <a:pt x="3" y="1554480"/>
                  </a:cubicBezTo>
                  <a:cubicBezTo>
                    <a:pt x="1273" y="1207770"/>
                    <a:pt x="160023" y="897890"/>
                    <a:pt x="407673" y="694690"/>
                  </a:cubicBezTo>
                  <a:lnTo>
                    <a:pt x="407673" y="694690"/>
                  </a:lnTo>
                  <a:cubicBezTo>
                    <a:pt x="407673" y="694690"/>
                    <a:pt x="407673" y="694690"/>
                    <a:pt x="407673" y="694690"/>
                  </a:cubicBezTo>
                  <a:cubicBezTo>
                    <a:pt x="407673" y="694690"/>
                    <a:pt x="408943" y="693420"/>
                    <a:pt x="408943" y="693420"/>
                  </a:cubicBezTo>
                  <a:cubicBezTo>
                    <a:pt x="679453" y="471170"/>
                    <a:pt x="845823" y="236220"/>
                    <a:pt x="910593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" name="Freeform 24">
              <a:extLst>
                <a:ext uri="{FF2B5EF4-FFF2-40B4-BE49-F238E27FC236}">
                  <a16:creationId xmlns:a16="http://schemas.microsoft.com/office/drawing/2014/main" id="{AC358CDC-8B45-DE8B-0F3D-71D55F61CD7C}"/>
                </a:ext>
              </a:extLst>
            </p:cNvPr>
            <p:cNvSpPr/>
            <p:nvPr/>
          </p:nvSpPr>
          <p:spPr>
            <a:xfrm>
              <a:off x="9851386" y="-1270"/>
              <a:ext cx="2340613" cy="3553460"/>
            </a:xfrm>
            <a:custGeom>
              <a:avLst/>
              <a:gdLst>
                <a:gd name="connsiteX0" fmla="*/ 2340613 w 2340613"/>
                <a:gd name="connsiteY0" fmla="*/ 3545840 h 3553460"/>
                <a:gd name="connsiteX1" fmla="*/ 2226313 w 2340613"/>
                <a:gd name="connsiteY1" fmla="*/ 3553460 h 3553460"/>
                <a:gd name="connsiteX2" fmla="*/ 1465583 w 2340613"/>
                <a:gd name="connsiteY2" fmla="*/ 2981960 h 3553460"/>
                <a:gd name="connsiteX3" fmla="*/ 869953 w 2340613"/>
                <a:gd name="connsiteY3" fmla="*/ 2504440 h 3553460"/>
                <a:gd name="connsiteX4" fmla="*/ 869953 w 2340613"/>
                <a:gd name="connsiteY4" fmla="*/ 2504440 h 3553460"/>
                <a:gd name="connsiteX5" fmla="*/ 3 w 2340613"/>
                <a:gd name="connsiteY5" fmla="*/ 1461770 h 3553460"/>
                <a:gd name="connsiteX6" fmla="*/ 386083 w 2340613"/>
                <a:gd name="connsiteY6" fmla="*/ 648970 h 3553460"/>
                <a:gd name="connsiteX7" fmla="*/ 386083 w 2340613"/>
                <a:gd name="connsiteY7" fmla="*/ 648970 h 3553460"/>
                <a:gd name="connsiteX8" fmla="*/ 386083 w 2340613"/>
                <a:gd name="connsiteY8" fmla="*/ 648970 h 3553460"/>
                <a:gd name="connsiteX9" fmla="*/ 387353 w 2340613"/>
                <a:gd name="connsiteY9" fmla="*/ 647700 h 3553460"/>
                <a:gd name="connsiteX10" fmla="*/ 858523 w 2340613"/>
                <a:gd name="connsiteY10" fmla="*/ 0 h 3553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340613" h="3553460">
                  <a:moveTo>
                    <a:pt x="2340613" y="3545840"/>
                  </a:moveTo>
                  <a:cubicBezTo>
                    <a:pt x="2303783" y="3550920"/>
                    <a:pt x="2264413" y="3553460"/>
                    <a:pt x="2226313" y="3553460"/>
                  </a:cubicBezTo>
                  <a:cubicBezTo>
                    <a:pt x="1865633" y="3552190"/>
                    <a:pt x="1563373" y="3310890"/>
                    <a:pt x="1465583" y="2981960"/>
                  </a:cubicBezTo>
                  <a:cubicBezTo>
                    <a:pt x="1372873" y="2669540"/>
                    <a:pt x="1299213" y="2581910"/>
                    <a:pt x="869953" y="2504440"/>
                  </a:cubicBezTo>
                  <a:lnTo>
                    <a:pt x="869953" y="2504440"/>
                  </a:lnTo>
                  <a:cubicBezTo>
                    <a:pt x="374653" y="2415540"/>
                    <a:pt x="-1267" y="1982470"/>
                    <a:pt x="3" y="1461770"/>
                  </a:cubicBezTo>
                  <a:cubicBezTo>
                    <a:pt x="1273" y="1134110"/>
                    <a:pt x="151133" y="842010"/>
                    <a:pt x="386083" y="648970"/>
                  </a:cubicBezTo>
                  <a:lnTo>
                    <a:pt x="386083" y="648970"/>
                  </a:lnTo>
                  <a:cubicBezTo>
                    <a:pt x="386083" y="648970"/>
                    <a:pt x="386083" y="648970"/>
                    <a:pt x="386083" y="648970"/>
                  </a:cubicBezTo>
                  <a:cubicBezTo>
                    <a:pt x="386083" y="648970"/>
                    <a:pt x="387353" y="647700"/>
                    <a:pt x="387353" y="647700"/>
                  </a:cubicBezTo>
                  <a:cubicBezTo>
                    <a:pt x="640083" y="439420"/>
                    <a:pt x="796293" y="222250"/>
                    <a:pt x="858523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" name="Freeform 25">
              <a:extLst>
                <a:ext uri="{FF2B5EF4-FFF2-40B4-BE49-F238E27FC236}">
                  <a16:creationId xmlns:a16="http://schemas.microsoft.com/office/drawing/2014/main" id="{B18EA242-3CAC-DCDD-4455-CDE3ACE95117}"/>
                </a:ext>
              </a:extLst>
            </p:cNvPr>
            <p:cNvSpPr/>
            <p:nvPr/>
          </p:nvSpPr>
          <p:spPr>
            <a:xfrm>
              <a:off x="9996156" y="0"/>
              <a:ext cx="2195843" cy="3336290"/>
            </a:xfrm>
            <a:custGeom>
              <a:avLst/>
              <a:gdLst>
                <a:gd name="connsiteX0" fmla="*/ 2195844 w 2195843"/>
                <a:gd name="connsiteY0" fmla="*/ 3329940 h 3336290"/>
                <a:gd name="connsiteX1" fmla="*/ 2094244 w 2195843"/>
                <a:gd name="connsiteY1" fmla="*/ 3336290 h 3336290"/>
                <a:gd name="connsiteX2" fmla="*/ 1377964 w 2195843"/>
                <a:gd name="connsiteY2" fmla="*/ 2799080 h 3336290"/>
                <a:gd name="connsiteX3" fmla="*/ 817894 w 2195843"/>
                <a:gd name="connsiteY3" fmla="*/ 2349500 h 3336290"/>
                <a:gd name="connsiteX4" fmla="*/ 817894 w 2195843"/>
                <a:gd name="connsiteY4" fmla="*/ 2349500 h 3336290"/>
                <a:gd name="connsiteX5" fmla="*/ 14 w 2195843"/>
                <a:gd name="connsiteY5" fmla="*/ 1367790 h 3336290"/>
                <a:gd name="connsiteX6" fmla="*/ 363234 w 2195843"/>
                <a:gd name="connsiteY6" fmla="*/ 603250 h 3336290"/>
                <a:gd name="connsiteX7" fmla="*/ 363234 w 2195843"/>
                <a:gd name="connsiteY7" fmla="*/ 603250 h 3336290"/>
                <a:gd name="connsiteX8" fmla="*/ 363234 w 2195843"/>
                <a:gd name="connsiteY8" fmla="*/ 603250 h 3336290"/>
                <a:gd name="connsiteX9" fmla="*/ 364504 w 2195843"/>
                <a:gd name="connsiteY9" fmla="*/ 601980 h 3336290"/>
                <a:gd name="connsiteX10" fmla="*/ 806464 w 2195843"/>
                <a:gd name="connsiteY10" fmla="*/ 0 h 3336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95843" h="3336290">
                  <a:moveTo>
                    <a:pt x="2195844" y="3329940"/>
                  </a:moveTo>
                  <a:cubicBezTo>
                    <a:pt x="2162824" y="3333750"/>
                    <a:pt x="2128534" y="3336290"/>
                    <a:pt x="2094244" y="3336290"/>
                  </a:cubicBezTo>
                  <a:cubicBezTo>
                    <a:pt x="1755154" y="3335020"/>
                    <a:pt x="1470674" y="3107690"/>
                    <a:pt x="1377964" y="2799080"/>
                  </a:cubicBezTo>
                  <a:cubicBezTo>
                    <a:pt x="1290334" y="2504440"/>
                    <a:pt x="1220484" y="2421890"/>
                    <a:pt x="817894" y="2349500"/>
                  </a:cubicBezTo>
                  <a:lnTo>
                    <a:pt x="817894" y="2349500"/>
                  </a:lnTo>
                  <a:cubicBezTo>
                    <a:pt x="351804" y="2265680"/>
                    <a:pt x="-2526" y="1858010"/>
                    <a:pt x="14" y="1367790"/>
                  </a:cubicBezTo>
                  <a:cubicBezTo>
                    <a:pt x="1284" y="1059180"/>
                    <a:pt x="142254" y="784860"/>
                    <a:pt x="363234" y="603250"/>
                  </a:cubicBezTo>
                  <a:lnTo>
                    <a:pt x="363234" y="603250"/>
                  </a:lnTo>
                  <a:cubicBezTo>
                    <a:pt x="363234" y="603250"/>
                    <a:pt x="363234" y="603250"/>
                    <a:pt x="363234" y="603250"/>
                  </a:cubicBezTo>
                  <a:cubicBezTo>
                    <a:pt x="363234" y="603250"/>
                    <a:pt x="364504" y="601980"/>
                    <a:pt x="364504" y="601980"/>
                  </a:cubicBezTo>
                  <a:cubicBezTo>
                    <a:pt x="599454" y="408940"/>
                    <a:pt x="746774" y="205740"/>
                    <a:pt x="80646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26">
              <a:extLst>
                <a:ext uri="{FF2B5EF4-FFF2-40B4-BE49-F238E27FC236}">
                  <a16:creationId xmlns:a16="http://schemas.microsoft.com/office/drawing/2014/main" id="{1CB01738-8AA6-FA1D-9BEE-959606A593EF}"/>
                </a:ext>
              </a:extLst>
            </p:cNvPr>
            <p:cNvSpPr/>
            <p:nvPr/>
          </p:nvSpPr>
          <p:spPr>
            <a:xfrm>
              <a:off x="10138406" y="0"/>
              <a:ext cx="2053593" cy="3120389"/>
            </a:xfrm>
            <a:custGeom>
              <a:avLst/>
              <a:gdLst>
                <a:gd name="connsiteX0" fmla="*/ 2053594 w 2053593"/>
                <a:gd name="connsiteY0" fmla="*/ 3115310 h 3120389"/>
                <a:gd name="connsiteX1" fmla="*/ 1964694 w 2053593"/>
                <a:gd name="connsiteY1" fmla="*/ 3120390 h 3120389"/>
                <a:gd name="connsiteX2" fmla="*/ 1292864 w 2053593"/>
                <a:gd name="connsiteY2" fmla="*/ 2616200 h 3120389"/>
                <a:gd name="connsiteX3" fmla="*/ 767084 w 2053593"/>
                <a:gd name="connsiteY3" fmla="*/ 2194560 h 3120389"/>
                <a:gd name="connsiteX4" fmla="*/ 767084 w 2053593"/>
                <a:gd name="connsiteY4" fmla="*/ 2194560 h 3120389"/>
                <a:gd name="connsiteX5" fmla="*/ 4 w 2053593"/>
                <a:gd name="connsiteY5" fmla="*/ 1273810 h 3120389"/>
                <a:gd name="connsiteX6" fmla="*/ 340363 w 2053593"/>
                <a:gd name="connsiteY6" fmla="*/ 556260 h 3120389"/>
                <a:gd name="connsiteX7" fmla="*/ 340363 w 2053593"/>
                <a:gd name="connsiteY7" fmla="*/ 556260 h 3120389"/>
                <a:gd name="connsiteX8" fmla="*/ 340363 w 2053593"/>
                <a:gd name="connsiteY8" fmla="*/ 556260 h 3120389"/>
                <a:gd name="connsiteX9" fmla="*/ 341634 w 2053593"/>
                <a:gd name="connsiteY9" fmla="*/ 554990 h 3120389"/>
                <a:gd name="connsiteX10" fmla="*/ 754384 w 2053593"/>
                <a:gd name="connsiteY10" fmla="*/ 0 h 3120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53593" h="3120389">
                  <a:moveTo>
                    <a:pt x="2053594" y="3115310"/>
                  </a:moveTo>
                  <a:cubicBezTo>
                    <a:pt x="2024384" y="3119120"/>
                    <a:pt x="1995174" y="3120390"/>
                    <a:pt x="1964694" y="3120390"/>
                  </a:cubicBezTo>
                  <a:cubicBezTo>
                    <a:pt x="1645924" y="3119120"/>
                    <a:pt x="1379224" y="2907030"/>
                    <a:pt x="1292864" y="2616200"/>
                  </a:cubicBezTo>
                  <a:cubicBezTo>
                    <a:pt x="1211584" y="2340610"/>
                    <a:pt x="1145544" y="2263140"/>
                    <a:pt x="767084" y="2194560"/>
                  </a:cubicBezTo>
                  <a:lnTo>
                    <a:pt x="767084" y="2194560"/>
                  </a:lnTo>
                  <a:cubicBezTo>
                    <a:pt x="330204" y="2117090"/>
                    <a:pt x="-1266" y="1733550"/>
                    <a:pt x="4" y="1273810"/>
                  </a:cubicBezTo>
                  <a:cubicBezTo>
                    <a:pt x="1274" y="984250"/>
                    <a:pt x="133354" y="727710"/>
                    <a:pt x="340363" y="556260"/>
                  </a:cubicBezTo>
                  <a:lnTo>
                    <a:pt x="340363" y="556260"/>
                  </a:lnTo>
                  <a:cubicBezTo>
                    <a:pt x="340363" y="556260"/>
                    <a:pt x="340363" y="556260"/>
                    <a:pt x="340363" y="556260"/>
                  </a:cubicBezTo>
                  <a:cubicBezTo>
                    <a:pt x="340363" y="556260"/>
                    <a:pt x="341634" y="554990"/>
                    <a:pt x="341634" y="554990"/>
                  </a:cubicBezTo>
                  <a:cubicBezTo>
                    <a:pt x="560074" y="378460"/>
                    <a:pt x="697234" y="190500"/>
                    <a:pt x="75438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27">
              <a:extLst>
                <a:ext uri="{FF2B5EF4-FFF2-40B4-BE49-F238E27FC236}">
                  <a16:creationId xmlns:a16="http://schemas.microsoft.com/office/drawing/2014/main" id="{2F1E4919-4BAB-2733-497D-06947CBE8370}"/>
                </a:ext>
              </a:extLst>
            </p:cNvPr>
            <p:cNvSpPr/>
            <p:nvPr/>
          </p:nvSpPr>
          <p:spPr>
            <a:xfrm>
              <a:off x="10283186" y="0"/>
              <a:ext cx="1908813" cy="2904489"/>
            </a:xfrm>
            <a:custGeom>
              <a:avLst/>
              <a:gdLst>
                <a:gd name="connsiteX0" fmla="*/ 1908814 w 1908813"/>
                <a:gd name="connsiteY0" fmla="*/ 2900680 h 2904489"/>
                <a:gd name="connsiteX1" fmla="*/ 1832614 w 1908813"/>
                <a:gd name="connsiteY1" fmla="*/ 2904490 h 2904489"/>
                <a:gd name="connsiteX2" fmla="*/ 1206504 w 1908813"/>
                <a:gd name="connsiteY2" fmla="*/ 2434590 h 2904489"/>
                <a:gd name="connsiteX3" fmla="*/ 716283 w 1908813"/>
                <a:gd name="connsiteY3" fmla="*/ 2040890 h 2904489"/>
                <a:gd name="connsiteX4" fmla="*/ 716283 w 1908813"/>
                <a:gd name="connsiteY4" fmla="*/ 2040890 h 2904489"/>
                <a:gd name="connsiteX5" fmla="*/ 4 w 1908813"/>
                <a:gd name="connsiteY5" fmla="*/ 1182370 h 2904489"/>
                <a:gd name="connsiteX6" fmla="*/ 317504 w 1908813"/>
                <a:gd name="connsiteY6" fmla="*/ 513080 h 2904489"/>
                <a:gd name="connsiteX7" fmla="*/ 317504 w 1908813"/>
                <a:gd name="connsiteY7" fmla="*/ 513080 h 2904489"/>
                <a:gd name="connsiteX8" fmla="*/ 317504 w 1908813"/>
                <a:gd name="connsiteY8" fmla="*/ 513080 h 2904489"/>
                <a:gd name="connsiteX9" fmla="*/ 318774 w 1908813"/>
                <a:gd name="connsiteY9" fmla="*/ 511810 h 2904489"/>
                <a:gd name="connsiteX10" fmla="*/ 701044 w 1908813"/>
                <a:gd name="connsiteY10" fmla="*/ 0 h 2904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8813" h="2904489">
                  <a:moveTo>
                    <a:pt x="1908814" y="2900680"/>
                  </a:moveTo>
                  <a:cubicBezTo>
                    <a:pt x="1883414" y="2903220"/>
                    <a:pt x="1858014" y="2904490"/>
                    <a:pt x="1832614" y="2904490"/>
                  </a:cubicBezTo>
                  <a:cubicBezTo>
                    <a:pt x="1535433" y="2903220"/>
                    <a:pt x="1286514" y="2705100"/>
                    <a:pt x="1206504" y="2434590"/>
                  </a:cubicBezTo>
                  <a:cubicBezTo>
                    <a:pt x="1130304" y="2176780"/>
                    <a:pt x="1069344" y="2104390"/>
                    <a:pt x="716283" y="2040890"/>
                  </a:cubicBezTo>
                  <a:lnTo>
                    <a:pt x="716283" y="2040890"/>
                  </a:lnTo>
                  <a:cubicBezTo>
                    <a:pt x="308614" y="1968500"/>
                    <a:pt x="-1267" y="1610360"/>
                    <a:pt x="4" y="1182370"/>
                  </a:cubicBezTo>
                  <a:cubicBezTo>
                    <a:pt x="1274" y="913130"/>
                    <a:pt x="124464" y="671830"/>
                    <a:pt x="317504" y="513080"/>
                  </a:cubicBezTo>
                  <a:lnTo>
                    <a:pt x="317504" y="513080"/>
                  </a:lnTo>
                  <a:cubicBezTo>
                    <a:pt x="317504" y="513080"/>
                    <a:pt x="317504" y="513080"/>
                    <a:pt x="317504" y="513080"/>
                  </a:cubicBezTo>
                  <a:cubicBezTo>
                    <a:pt x="317504" y="513080"/>
                    <a:pt x="318774" y="513080"/>
                    <a:pt x="318774" y="511810"/>
                  </a:cubicBezTo>
                  <a:cubicBezTo>
                    <a:pt x="518164" y="347980"/>
                    <a:pt x="645164" y="175260"/>
                    <a:pt x="70104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28">
              <a:extLst>
                <a:ext uri="{FF2B5EF4-FFF2-40B4-BE49-F238E27FC236}">
                  <a16:creationId xmlns:a16="http://schemas.microsoft.com/office/drawing/2014/main" id="{C273194E-4D8A-7638-0B1D-9A7A24FB4291}"/>
                </a:ext>
              </a:extLst>
            </p:cNvPr>
            <p:cNvSpPr/>
            <p:nvPr/>
          </p:nvSpPr>
          <p:spPr>
            <a:xfrm>
              <a:off x="10426695" y="0"/>
              <a:ext cx="1765304" cy="2689088"/>
            </a:xfrm>
            <a:custGeom>
              <a:avLst/>
              <a:gdLst>
                <a:gd name="connsiteX0" fmla="*/ 1765304 w 1765304"/>
                <a:gd name="connsiteY0" fmla="*/ 2686050 h 2689088"/>
                <a:gd name="connsiteX1" fmla="*/ 1701804 w 1765304"/>
                <a:gd name="connsiteY1" fmla="*/ 2688590 h 2689088"/>
                <a:gd name="connsiteX2" fmla="*/ 1120144 w 1765304"/>
                <a:gd name="connsiteY2" fmla="*/ 2251710 h 2689088"/>
                <a:gd name="connsiteX3" fmla="*/ 665485 w 1765304"/>
                <a:gd name="connsiteY3" fmla="*/ 1887220 h 2689088"/>
                <a:gd name="connsiteX4" fmla="*/ 665485 w 1765304"/>
                <a:gd name="connsiteY4" fmla="*/ 1887220 h 2689088"/>
                <a:gd name="connsiteX5" fmla="*/ 4 w 1765304"/>
                <a:gd name="connsiteY5" fmla="*/ 1089660 h 2689088"/>
                <a:gd name="connsiteX6" fmla="*/ 294644 w 1765304"/>
                <a:gd name="connsiteY6" fmla="*/ 468630 h 2689088"/>
                <a:gd name="connsiteX7" fmla="*/ 294644 w 1765304"/>
                <a:gd name="connsiteY7" fmla="*/ 468630 h 2689088"/>
                <a:gd name="connsiteX8" fmla="*/ 294644 w 1765304"/>
                <a:gd name="connsiteY8" fmla="*/ 468630 h 2689088"/>
                <a:gd name="connsiteX9" fmla="*/ 295914 w 1765304"/>
                <a:gd name="connsiteY9" fmla="*/ 467360 h 2689088"/>
                <a:gd name="connsiteX10" fmla="*/ 647704 w 1765304"/>
                <a:gd name="connsiteY10" fmla="*/ 0 h 2689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765304" h="2689088">
                  <a:moveTo>
                    <a:pt x="1765304" y="2686050"/>
                  </a:moveTo>
                  <a:cubicBezTo>
                    <a:pt x="1744985" y="2688590"/>
                    <a:pt x="1723394" y="2689860"/>
                    <a:pt x="1701804" y="2688590"/>
                  </a:cubicBezTo>
                  <a:cubicBezTo>
                    <a:pt x="1426214" y="2687320"/>
                    <a:pt x="1195074" y="2503170"/>
                    <a:pt x="1120144" y="2251710"/>
                  </a:cubicBezTo>
                  <a:cubicBezTo>
                    <a:pt x="1049024" y="2012950"/>
                    <a:pt x="993144" y="1945640"/>
                    <a:pt x="665485" y="1887220"/>
                  </a:cubicBezTo>
                  <a:lnTo>
                    <a:pt x="665485" y="1887220"/>
                  </a:lnTo>
                  <a:cubicBezTo>
                    <a:pt x="287024" y="1819910"/>
                    <a:pt x="-1266" y="1488440"/>
                    <a:pt x="4" y="1089660"/>
                  </a:cubicBezTo>
                  <a:cubicBezTo>
                    <a:pt x="1274" y="839470"/>
                    <a:pt x="115574" y="615950"/>
                    <a:pt x="294644" y="468630"/>
                  </a:cubicBezTo>
                  <a:lnTo>
                    <a:pt x="294644" y="468630"/>
                  </a:lnTo>
                  <a:cubicBezTo>
                    <a:pt x="294644" y="468630"/>
                    <a:pt x="294644" y="468630"/>
                    <a:pt x="294644" y="468630"/>
                  </a:cubicBezTo>
                  <a:cubicBezTo>
                    <a:pt x="294644" y="468630"/>
                    <a:pt x="295914" y="468630"/>
                    <a:pt x="295914" y="467360"/>
                  </a:cubicBezTo>
                  <a:cubicBezTo>
                    <a:pt x="477524" y="316230"/>
                    <a:pt x="595635" y="160020"/>
                    <a:pt x="64770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" name="Freeform 29">
              <a:extLst>
                <a:ext uri="{FF2B5EF4-FFF2-40B4-BE49-F238E27FC236}">
                  <a16:creationId xmlns:a16="http://schemas.microsoft.com/office/drawing/2014/main" id="{C4CD4733-B2E6-4A7C-F93C-6883C9324CC2}"/>
                </a:ext>
              </a:extLst>
            </p:cNvPr>
            <p:cNvSpPr/>
            <p:nvPr/>
          </p:nvSpPr>
          <p:spPr>
            <a:xfrm>
              <a:off x="10570205" y="-1270"/>
              <a:ext cx="1621794" cy="2473959"/>
            </a:xfrm>
            <a:custGeom>
              <a:avLst/>
              <a:gdLst>
                <a:gd name="connsiteX0" fmla="*/ 1621795 w 1621794"/>
                <a:gd name="connsiteY0" fmla="*/ 2471420 h 2473959"/>
                <a:gd name="connsiteX1" fmla="*/ 1570995 w 1621794"/>
                <a:gd name="connsiteY1" fmla="*/ 2473960 h 2473959"/>
                <a:gd name="connsiteX2" fmla="*/ 1033785 w 1621794"/>
                <a:gd name="connsiteY2" fmla="*/ 2070100 h 2473959"/>
                <a:gd name="connsiteX3" fmla="*/ 613414 w 1621794"/>
                <a:gd name="connsiteY3" fmla="*/ 1733550 h 2473959"/>
                <a:gd name="connsiteX4" fmla="*/ 613414 w 1621794"/>
                <a:gd name="connsiteY4" fmla="*/ 1733550 h 2473959"/>
                <a:gd name="connsiteX5" fmla="*/ 5 w 1621794"/>
                <a:gd name="connsiteY5" fmla="*/ 996950 h 2473959"/>
                <a:gd name="connsiteX6" fmla="*/ 271785 w 1621794"/>
                <a:gd name="connsiteY6" fmla="*/ 422910 h 2473959"/>
                <a:gd name="connsiteX7" fmla="*/ 271785 w 1621794"/>
                <a:gd name="connsiteY7" fmla="*/ 422910 h 2473959"/>
                <a:gd name="connsiteX8" fmla="*/ 271785 w 1621794"/>
                <a:gd name="connsiteY8" fmla="*/ 422910 h 2473959"/>
                <a:gd name="connsiteX9" fmla="*/ 273055 w 1621794"/>
                <a:gd name="connsiteY9" fmla="*/ 421640 h 2473959"/>
                <a:gd name="connsiteX10" fmla="*/ 594364 w 1621794"/>
                <a:gd name="connsiteY10" fmla="*/ 0 h 24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21794" h="2473959">
                  <a:moveTo>
                    <a:pt x="1621795" y="2471420"/>
                  </a:moveTo>
                  <a:cubicBezTo>
                    <a:pt x="1605285" y="2472690"/>
                    <a:pt x="1587505" y="2473960"/>
                    <a:pt x="1570995" y="2473960"/>
                  </a:cubicBezTo>
                  <a:cubicBezTo>
                    <a:pt x="1316995" y="2472690"/>
                    <a:pt x="1102364" y="2302510"/>
                    <a:pt x="1033785" y="2070100"/>
                  </a:cubicBezTo>
                  <a:cubicBezTo>
                    <a:pt x="967745" y="1849120"/>
                    <a:pt x="915675" y="1786890"/>
                    <a:pt x="613414" y="1733550"/>
                  </a:cubicBezTo>
                  <a:lnTo>
                    <a:pt x="613414" y="1733550"/>
                  </a:lnTo>
                  <a:cubicBezTo>
                    <a:pt x="264164" y="1671320"/>
                    <a:pt x="-1265" y="1365250"/>
                    <a:pt x="5" y="996950"/>
                  </a:cubicBezTo>
                  <a:cubicBezTo>
                    <a:pt x="1275" y="765810"/>
                    <a:pt x="106685" y="560070"/>
                    <a:pt x="271785" y="422910"/>
                  </a:cubicBezTo>
                  <a:lnTo>
                    <a:pt x="271785" y="422910"/>
                  </a:lnTo>
                  <a:cubicBezTo>
                    <a:pt x="271785" y="422910"/>
                    <a:pt x="271785" y="422910"/>
                    <a:pt x="271785" y="422910"/>
                  </a:cubicBezTo>
                  <a:cubicBezTo>
                    <a:pt x="271785" y="422910"/>
                    <a:pt x="271785" y="422910"/>
                    <a:pt x="273055" y="421640"/>
                  </a:cubicBezTo>
                  <a:cubicBezTo>
                    <a:pt x="438155" y="285750"/>
                    <a:pt x="544835" y="144780"/>
                    <a:pt x="594364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" name="Freeform 30">
              <a:extLst>
                <a:ext uri="{FF2B5EF4-FFF2-40B4-BE49-F238E27FC236}">
                  <a16:creationId xmlns:a16="http://schemas.microsoft.com/office/drawing/2014/main" id="{B4301416-24FA-F091-99FD-D68BC894AB8A}"/>
                </a:ext>
              </a:extLst>
            </p:cNvPr>
            <p:cNvSpPr/>
            <p:nvPr/>
          </p:nvSpPr>
          <p:spPr>
            <a:xfrm>
              <a:off x="10713714" y="1270"/>
              <a:ext cx="1478285" cy="2255519"/>
            </a:xfrm>
            <a:custGeom>
              <a:avLst/>
              <a:gdLst>
                <a:gd name="connsiteX0" fmla="*/ 1478285 w 1478285"/>
                <a:gd name="connsiteY0" fmla="*/ 2254250 h 2255519"/>
                <a:gd name="connsiteX1" fmla="*/ 1440185 w 1478285"/>
                <a:gd name="connsiteY1" fmla="*/ 2255520 h 2255519"/>
                <a:gd name="connsiteX2" fmla="*/ 947425 w 1478285"/>
                <a:gd name="connsiteY2" fmla="*/ 1885950 h 2255519"/>
                <a:gd name="connsiteX3" fmla="*/ 562616 w 1478285"/>
                <a:gd name="connsiteY3" fmla="*/ 1577340 h 2255519"/>
                <a:gd name="connsiteX4" fmla="*/ 562616 w 1478285"/>
                <a:gd name="connsiteY4" fmla="*/ 1577340 h 2255519"/>
                <a:gd name="connsiteX5" fmla="*/ 5 w 1478285"/>
                <a:gd name="connsiteY5" fmla="*/ 902970 h 2255519"/>
                <a:gd name="connsiteX6" fmla="*/ 248925 w 1478285"/>
                <a:gd name="connsiteY6" fmla="*/ 377190 h 2255519"/>
                <a:gd name="connsiteX7" fmla="*/ 248925 w 1478285"/>
                <a:gd name="connsiteY7" fmla="*/ 377190 h 2255519"/>
                <a:gd name="connsiteX8" fmla="*/ 248925 w 1478285"/>
                <a:gd name="connsiteY8" fmla="*/ 377190 h 2255519"/>
                <a:gd name="connsiteX9" fmla="*/ 250195 w 1478285"/>
                <a:gd name="connsiteY9" fmla="*/ 375920 h 2255519"/>
                <a:gd name="connsiteX10" fmla="*/ 541025 w 1478285"/>
                <a:gd name="connsiteY10" fmla="*/ 0 h 2255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78285" h="2255519">
                  <a:moveTo>
                    <a:pt x="1478285" y="2254250"/>
                  </a:moveTo>
                  <a:cubicBezTo>
                    <a:pt x="1465585" y="2255520"/>
                    <a:pt x="1452885" y="2255520"/>
                    <a:pt x="1440185" y="2255520"/>
                  </a:cubicBezTo>
                  <a:cubicBezTo>
                    <a:pt x="1206505" y="2254250"/>
                    <a:pt x="1010925" y="2099310"/>
                    <a:pt x="947425" y="1885950"/>
                  </a:cubicBezTo>
                  <a:cubicBezTo>
                    <a:pt x="887735" y="1684020"/>
                    <a:pt x="839475" y="1626870"/>
                    <a:pt x="562616" y="1577340"/>
                  </a:cubicBezTo>
                  <a:lnTo>
                    <a:pt x="562616" y="1577340"/>
                  </a:lnTo>
                  <a:cubicBezTo>
                    <a:pt x="241305" y="1520190"/>
                    <a:pt x="-1265" y="1239520"/>
                    <a:pt x="5" y="902970"/>
                  </a:cubicBezTo>
                  <a:cubicBezTo>
                    <a:pt x="1275" y="690880"/>
                    <a:pt x="97795" y="501650"/>
                    <a:pt x="248925" y="377190"/>
                  </a:cubicBezTo>
                  <a:lnTo>
                    <a:pt x="248925" y="377190"/>
                  </a:lnTo>
                  <a:cubicBezTo>
                    <a:pt x="248925" y="377190"/>
                    <a:pt x="248925" y="377190"/>
                    <a:pt x="248925" y="377190"/>
                  </a:cubicBezTo>
                  <a:cubicBezTo>
                    <a:pt x="248925" y="377190"/>
                    <a:pt x="248925" y="377190"/>
                    <a:pt x="250195" y="375920"/>
                  </a:cubicBezTo>
                  <a:cubicBezTo>
                    <a:pt x="397516" y="255270"/>
                    <a:pt x="494035" y="128270"/>
                    <a:pt x="541025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31">
              <a:extLst>
                <a:ext uri="{FF2B5EF4-FFF2-40B4-BE49-F238E27FC236}">
                  <a16:creationId xmlns:a16="http://schemas.microsoft.com/office/drawing/2014/main" id="{59E12066-30D4-2135-D4E2-ED3A825F21BD}"/>
                </a:ext>
              </a:extLst>
            </p:cNvPr>
            <p:cNvSpPr/>
            <p:nvPr/>
          </p:nvSpPr>
          <p:spPr>
            <a:xfrm>
              <a:off x="10857224" y="0"/>
              <a:ext cx="1334775" cy="2040889"/>
            </a:xfrm>
            <a:custGeom>
              <a:avLst/>
              <a:gdLst>
                <a:gd name="connsiteX0" fmla="*/ 1334775 w 1334775"/>
                <a:gd name="connsiteY0" fmla="*/ 2039620 h 2040889"/>
                <a:gd name="connsiteX1" fmla="*/ 1309375 w 1334775"/>
                <a:gd name="connsiteY1" fmla="*/ 2040890 h 2040889"/>
                <a:gd name="connsiteX2" fmla="*/ 862335 w 1334775"/>
                <a:gd name="connsiteY2" fmla="*/ 1704340 h 2040889"/>
                <a:gd name="connsiteX3" fmla="*/ 511815 w 1334775"/>
                <a:gd name="connsiteY3" fmla="*/ 1423670 h 2040889"/>
                <a:gd name="connsiteX4" fmla="*/ 511815 w 1334775"/>
                <a:gd name="connsiteY4" fmla="*/ 1423670 h 2040889"/>
                <a:gd name="connsiteX5" fmla="*/ 5 w 1334775"/>
                <a:gd name="connsiteY5" fmla="*/ 810260 h 2040889"/>
                <a:gd name="connsiteX6" fmla="*/ 227335 w 1334775"/>
                <a:gd name="connsiteY6" fmla="*/ 332740 h 2040889"/>
                <a:gd name="connsiteX7" fmla="*/ 227335 w 1334775"/>
                <a:gd name="connsiteY7" fmla="*/ 332740 h 2040889"/>
                <a:gd name="connsiteX8" fmla="*/ 227335 w 1334775"/>
                <a:gd name="connsiteY8" fmla="*/ 332740 h 2040889"/>
                <a:gd name="connsiteX9" fmla="*/ 228605 w 1334775"/>
                <a:gd name="connsiteY9" fmla="*/ 331470 h 2040889"/>
                <a:gd name="connsiteX10" fmla="*/ 488955 w 1334775"/>
                <a:gd name="connsiteY10" fmla="*/ 0 h 2040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4775" h="2040889">
                  <a:moveTo>
                    <a:pt x="1334775" y="2039620"/>
                  </a:moveTo>
                  <a:cubicBezTo>
                    <a:pt x="1325885" y="2039620"/>
                    <a:pt x="1318265" y="2040890"/>
                    <a:pt x="1309375" y="2040890"/>
                  </a:cubicBezTo>
                  <a:cubicBezTo>
                    <a:pt x="1097285" y="2039620"/>
                    <a:pt x="919485" y="1898650"/>
                    <a:pt x="862335" y="1704340"/>
                  </a:cubicBezTo>
                  <a:cubicBezTo>
                    <a:pt x="807725" y="1520190"/>
                    <a:pt x="764545" y="1469390"/>
                    <a:pt x="511815" y="1423670"/>
                  </a:cubicBezTo>
                  <a:lnTo>
                    <a:pt x="511815" y="1423670"/>
                  </a:lnTo>
                  <a:cubicBezTo>
                    <a:pt x="219715" y="1371600"/>
                    <a:pt x="-1265" y="1116330"/>
                    <a:pt x="5" y="810260"/>
                  </a:cubicBezTo>
                  <a:cubicBezTo>
                    <a:pt x="5" y="617220"/>
                    <a:pt x="88905" y="445770"/>
                    <a:pt x="227335" y="332740"/>
                  </a:cubicBezTo>
                  <a:lnTo>
                    <a:pt x="227335" y="332740"/>
                  </a:lnTo>
                  <a:cubicBezTo>
                    <a:pt x="227335" y="332740"/>
                    <a:pt x="227335" y="332740"/>
                    <a:pt x="227335" y="332740"/>
                  </a:cubicBezTo>
                  <a:cubicBezTo>
                    <a:pt x="227335" y="332740"/>
                    <a:pt x="227335" y="332740"/>
                    <a:pt x="228605" y="331470"/>
                  </a:cubicBezTo>
                  <a:cubicBezTo>
                    <a:pt x="358145" y="224790"/>
                    <a:pt x="444505" y="113030"/>
                    <a:pt x="488955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32">
              <a:extLst>
                <a:ext uri="{FF2B5EF4-FFF2-40B4-BE49-F238E27FC236}">
                  <a16:creationId xmlns:a16="http://schemas.microsoft.com/office/drawing/2014/main" id="{893CA28B-6D85-E734-ED80-BD5EAC262EED}"/>
                </a:ext>
              </a:extLst>
            </p:cNvPr>
            <p:cNvSpPr/>
            <p:nvPr/>
          </p:nvSpPr>
          <p:spPr>
            <a:xfrm>
              <a:off x="11000740" y="1270"/>
              <a:ext cx="1191259" cy="1823719"/>
            </a:xfrm>
            <a:custGeom>
              <a:avLst/>
              <a:gdLst>
                <a:gd name="connsiteX0" fmla="*/ 1191260 w 1191259"/>
                <a:gd name="connsiteY0" fmla="*/ 1823720 h 1823719"/>
                <a:gd name="connsiteX1" fmla="*/ 1178560 w 1191259"/>
                <a:gd name="connsiteY1" fmla="*/ 1823720 h 1823719"/>
                <a:gd name="connsiteX2" fmla="*/ 775970 w 1191259"/>
                <a:gd name="connsiteY2" fmla="*/ 1521460 h 1823719"/>
                <a:gd name="connsiteX3" fmla="*/ 461010 w 1191259"/>
                <a:gd name="connsiteY3" fmla="*/ 1268730 h 1823719"/>
                <a:gd name="connsiteX4" fmla="*/ 461010 w 1191259"/>
                <a:gd name="connsiteY4" fmla="*/ 1268730 h 1823719"/>
                <a:gd name="connsiteX5" fmla="*/ 0 w 1191259"/>
                <a:gd name="connsiteY5" fmla="*/ 716280 h 1823719"/>
                <a:gd name="connsiteX6" fmla="*/ 204470 w 1191259"/>
                <a:gd name="connsiteY6" fmla="*/ 285750 h 1823719"/>
                <a:gd name="connsiteX7" fmla="*/ 204470 w 1191259"/>
                <a:gd name="connsiteY7" fmla="*/ 285750 h 1823719"/>
                <a:gd name="connsiteX8" fmla="*/ 204470 w 1191259"/>
                <a:gd name="connsiteY8" fmla="*/ 285750 h 1823719"/>
                <a:gd name="connsiteX9" fmla="*/ 205740 w 1191259"/>
                <a:gd name="connsiteY9" fmla="*/ 285750 h 1823719"/>
                <a:gd name="connsiteX10" fmla="*/ 435610 w 1191259"/>
                <a:gd name="connsiteY10" fmla="*/ 0 h 18237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1259" h="1823719">
                  <a:moveTo>
                    <a:pt x="1191260" y="1823720"/>
                  </a:moveTo>
                  <a:cubicBezTo>
                    <a:pt x="1187450" y="1823720"/>
                    <a:pt x="1182370" y="1823720"/>
                    <a:pt x="1178560" y="1823720"/>
                  </a:cubicBezTo>
                  <a:cubicBezTo>
                    <a:pt x="988060" y="1823720"/>
                    <a:pt x="826770" y="1695450"/>
                    <a:pt x="775970" y="1521460"/>
                  </a:cubicBezTo>
                  <a:cubicBezTo>
                    <a:pt x="726440" y="1356360"/>
                    <a:pt x="687070" y="1309370"/>
                    <a:pt x="461010" y="1268730"/>
                  </a:cubicBezTo>
                  <a:lnTo>
                    <a:pt x="461010" y="1268730"/>
                  </a:lnTo>
                  <a:cubicBezTo>
                    <a:pt x="198120" y="1221740"/>
                    <a:pt x="0" y="991870"/>
                    <a:pt x="0" y="716280"/>
                  </a:cubicBezTo>
                  <a:cubicBezTo>
                    <a:pt x="0" y="542290"/>
                    <a:pt x="80010" y="388620"/>
                    <a:pt x="204470" y="285750"/>
                  </a:cubicBezTo>
                  <a:lnTo>
                    <a:pt x="204470" y="285750"/>
                  </a:lnTo>
                  <a:cubicBezTo>
                    <a:pt x="204470" y="285750"/>
                    <a:pt x="204470" y="285750"/>
                    <a:pt x="204470" y="285750"/>
                  </a:cubicBezTo>
                  <a:cubicBezTo>
                    <a:pt x="204470" y="285750"/>
                    <a:pt x="204470" y="285750"/>
                    <a:pt x="205740" y="285750"/>
                  </a:cubicBezTo>
                  <a:cubicBezTo>
                    <a:pt x="317500" y="193040"/>
                    <a:pt x="393700" y="97790"/>
                    <a:pt x="435610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33">
              <a:extLst>
                <a:ext uri="{FF2B5EF4-FFF2-40B4-BE49-F238E27FC236}">
                  <a16:creationId xmlns:a16="http://schemas.microsoft.com/office/drawing/2014/main" id="{70372A36-171A-B8FA-48E3-9B151AB590F3}"/>
                </a:ext>
              </a:extLst>
            </p:cNvPr>
            <p:cNvSpPr/>
            <p:nvPr/>
          </p:nvSpPr>
          <p:spPr>
            <a:xfrm>
              <a:off x="11144243" y="0"/>
              <a:ext cx="1047756" cy="1609089"/>
            </a:xfrm>
            <a:custGeom>
              <a:avLst/>
              <a:gdLst>
                <a:gd name="connsiteX0" fmla="*/ 1047757 w 1047756"/>
                <a:gd name="connsiteY0" fmla="*/ 1609090 h 1609089"/>
                <a:gd name="connsiteX1" fmla="*/ 1047757 w 1047756"/>
                <a:gd name="connsiteY1" fmla="*/ 1609090 h 1609089"/>
                <a:gd name="connsiteX2" fmla="*/ 689617 w 1047756"/>
                <a:gd name="connsiteY2" fmla="*/ 1339850 h 1609089"/>
                <a:gd name="connsiteX3" fmla="*/ 408947 w 1047756"/>
                <a:gd name="connsiteY3" fmla="*/ 1115060 h 1609089"/>
                <a:gd name="connsiteX4" fmla="*/ 408947 w 1047756"/>
                <a:gd name="connsiteY4" fmla="*/ 1115060 h 1609089"/>
                <a:gd name="connsiteX5" fmla="*/ 7 w 1047756"/>
                <a:gd name="connsiteY5" fmla="*/ 623570 h 1609089"/>
                <a:gd name="connsiteX6" fmla="*/ 181617 w 1047756"/>
                <a:gd name="connsiteY6" fmla="*/ 241300 h 1609089"/>
                <a:gd name="connsiteX7" fmla="*/ 181617 w 1047756"/>
                <a:gd name="connsiteY7" fmla="*/ 241300 h 1609089"/>
                <a:gd name="connsiteX8" fmla="*/ 181617 w 1047756"/>
                <a:gd name="connsiteY8" fmla="*/ 241300 h 1609089"/>
                <a:gd name="connsiteX9" fmla="*/ 181617 w 1047756"/>
                <a:gd name="connsiteY9" fmla="*/ 241300 h 1609089"/>
                <a:gd name="connsiteX10" fmla="*/ 379737 w 1047756"/>
                <a:gd name="connsiteY10" fmla="*/ 0 h 1609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7756" h="1609089">
                  <a:moveTo>
                    <a:pt x="1047757" y="1609090"/>
                  </a:moveTo>
                  <a:cubicBezTo>
                    <a:pt x="1047757" y="1609090"/>
                    <a:pt x="1047757" y="1609090"/>
                    <a:pt x="1047757" y="1609090"/>
                  </a:cubicBezTo>
                  <a:cubicBezTo>
                    <a:pt x="877577" y="1609090"/>
                    <a:pt x="735337" y="1494790"/>
                    <a:pt x="689617" y="1339850"/>
                  </a:cubicBezTo>
                  <a:cubicBezTo>
                    <a:pt x="646437" y="1192530"/>
                    <a:pt x="610877" y="1151890"/>
                    <a:pt x="408947" y="1115060"/>
                  </a:cubicBezTo>
                  <a:lnTo>
                    <a:pt x="408947" y="1115060"/>
                  </a:lnTo>
                  <a:cubicBezTo>
                    <a:pt x="175267" y="1073150"/>
                    <a:pt x="-1263" y="868680"/>
                    <a:pt x="7" y="623570"/>
                  </a:cubicBezTo>
                  <a:cubicBezTo>
                    <a:pt x="7" y="469900"/>
                    <a:pt x="71126" y="331470"/>
                    <a:pt x="181617" y="241300"/>
                  </a:cubicBezTo>
                  <a:lnTo>
                    <a:pt x="181617" y="241300"/>
                  </a:lnTo>
                  <a:cubicBezTo>
                    <a:pt x="181617" y="241300"/>
                    <a:pt x="181617" y="241300"/>
                    <a:pt x="181617" y="241300"/>
                  </a:cubicBezTo>
                  <a:cubicBezTo>
                    <a:pt x="181617" y="241300"/>
                    <a:pt x="181617" y="241300"/>
                    <a:pt x="181617" y="241300"/>
                  </a:cubicBezTo>
                  <a:cubicBezTo>
                    <a:pt x="275597" y="163830"/>
                    <a:pt x="341637" y="82550"/>
                    <a:pt x="379737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" name="Freeform 34">
              <a:extLst>
                <a:ext uri="{FF2B5EF4-FFF2-40B4-BE49-F238E27FC236}">
                  <a16:creationId xmlns:a16="http://schemas.microsoft.com/office/drawing/2014/main" id="{86C155D4-BDCF-FB60-5CDC-473F9ECFAE17}"/>
                </a:ext>
              </a:extLst>
            </p:cNvPr>
            <p:cNvSpPr/>
            <p:nvPr/>
          </p:nvSpPr>
          <p:spPr>
            <a:xfrm>
              <a:off x="11287752" y="0"/>
              <a:ext cx="904247" cy="1391919"/>
            </a:xfrm>
            <a:custGeom>
              <a:avLst/>
              <a:gdLst>
                <a:gd name="connsiteX0" fmla="*/ 904248 w 904247"/>
                <a:gd name="connsiteY0" fmla="*/ 1391920 h 1391919"/>
                <a:gd name="connsiteX1" fmla="*/ 603258 w 904247"/>
                <a:gd name="connsiteY1" fmla="*/ 1156970 h 1391919"/>
                <a:gd name="connsiteX2" fmla="*/ 358148 w 904247"/>
                <a:gd name="connsiteY2" fmla="*/ 960120 h 1391919"/>
                <a:gd name="connsiteX3" fmla="*/ 358148 w 904247"/>
                <a:gd name="connsiteY3" fmla="*/ 960120 h 1391919"/>
                <a:gd name="connsiteX4" fmla="*/ 8 w 904247"/>
                <a:gd name="connsiteY4" fmla="*/ 530860 h 1391919"/>
                <a:gd name="connsiteX5" fmla="*/ 158758 w 904247"/>
                <a:gd name="connsiteY5" fmla="*/ 195580 h 1391919"/>
                <a:gd name="connsiteX6" fmla="*/ 158758 w 904247"/>
                <a:gd name="connsiteY6" fmla="*/ 195580 h 1391919"/>
                <a:gd name="connsiteX7" fmla="*/ 158758 w 904247"/>
                <a:gd name="connsiteY7" fmla="*/ 195580 h 1391919"/>
                <a:gd name="connsiteX8" fmla="*/ 158758 w 904247"/>
                <a:gd name="connsiteY8" fmla="*/ 195580 h 1391919"/>
                <a:gd name="connsiteX9" fmla="*/ 325128 w 904247"/>
                <a:gd name="connsiteY9" fmla="*/ 0 h 139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4247" h="1391919">
                  <a:moveTo>
                    <a:pt x="904248" y="1391920"/>
                  </a:moveTo>
                  <a:cubicBezTo>
                    <a:pt x="760738" y="1385570"/>
                    <a:pt x="642628" y="1289050"/>
                    <a:pt x="603258" y="1156970"/>
                  </a:cubicBezTo>
                  <a:cubicBezTo>
                    <a:pt x="565158" y="1028700"/>
                    <a:pt x="534678" y="991870"/>
                    <a:pt x="358148" y="960120"/>
                  </a:cubicBezTo>
                  <a:lnTo>
                    <a:pt x="358148" y="960120"/>
                  </a:lnTo>
                  <a:cubicBezTo>
                    <a:pt x="153678" y="923290"/>
                    <a:pt x="-1262" y="745490"/>
                    <a:pt x="8" y="530860"/>
                  </a:cubicBezTo>
                  <a:cubicBezTo>
                    <a:pt x="8" y="396240"/>
                    <a:pt x="62238" y="275590"/>
                    <a:pt x="158758" y="195580"/>
                  </a:cubicBezTo>
                  <a:lnTo>
                    <a:pt x="158758" y="195580"/>
                  </a:lnTo>
                  <a:cubicBezTo>
                    <a:pt x="158758" y="195580"/>
                    <a:pt x="158758" y="195580"/>
                    <a:pt x="158758" y="195580"/>
                  </a:cubicBezTo>
                  <a:cubicBezTo>
                    <a:pt x="158758" y="195580"/>
                    <a:pt x="158758" y="195580"/>
                    <a:pt x="158758" y="195580"/>
                  </a:cubicBezTo>
                  <a:cubicBezTo>
                    <a:pt x="234958" y="132080"/>
                    <a:pt x="290838" y="67310"/>
                    <a:pt x="325128" y="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" name="Freeform 35">
              <a:extLst>
                <a:ext uri="{FF2B5EF4-FFF2-40B4-BE49-F238E27FC236}">
                  <a16:creationId xmlns:a16="http://schemas.microsoft.com/office/drawing/2014/main" id="{829166AC-33AF-0CD8-1500-D75B056EDA38}"/>
                </a:ext>
              </a:extLst>
            </p:cNvPr>
            <p:cNvSpPr/>
            <p:nvPr/>
          </p:nvSpPr>
          <p:spPr>
            <a:xfrm>
              <a:off x="11431269" y="0"/>
              <a:ext cx="762000" cy="1174750"/>
            </a:xfrm>
            <a:custGeom>
              <a:avLst/>
              <a:gdLst>
                <a:gd name="connsiteX0" fmla="*/ 269240 w 762000"/>
                <a:gd name="connsiteY0" fmla="*/ 0 h 1174750"/>
                <a:gd name="connsiteX1" fmla="*/ 135890 w 762000"/>
                <a:gd name="connsiteY1" fmla="*/ 149860 h 1174750"/>
                <a:gd name="connsiteX2" fmla="*/ 135890 w 762000"/>
                <a:gd name="connsiteY2" fmla="*/ 149860 h 1174750"/>
                <a:gd name="connsiteX3" fmla="*/ 135890 w 762000"/>
                <a:gd name="connsiteY3" fmla="*/ 149860 h 1174750"/>
                <a:gd name="connsiteX4" fmla="*/ 135890 w 762000"/>
                <a:gd name="connsiteY4" fmla="*/ 149860 h 1174750"/>
                <a:gd name="connsiteX5" fmla="*/ 0 w 762000"/>
                <a:gd name="connsiteY5" fmla="*/ 436880 h 1174750"/>
                <a:gd name="connsiteX6" fmla="*/ 307340 w 762000"/>
                <a:gd name="connsiteY6" fmla="*/ 805180 h 1174750"/>
                <a:gd name="connsiteX7" fmla="*/ 307340 w 762000"/>
                <a:gd name="connsiteY7" fmla="*/ 805180 h 1174750"/>
                <a:gd name="connsiteX8" fmla="*/ 518161 w 762000"/>
                <a:gd name="connsiteY8" fmla="*/ 974090 h 1174750"/>
                <a:gd name="connsiteX9" fmla="*/ 762000 w 762000"/>
                <a:gd name="connsiteY9" fmla="*/ 1174750 h 1174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62000" h="1174750">
                  <a:moveTo>
                    <a:pt x="269240" y="0"/>
                  </a:moveTo>
                  <a:cubicBezTo>
                    <a:pt x="240030" y="50800"/>
                    <a:pt x="195580" y="101600"/>
                    <a:pt x="135890" y="149860"/>
                  </a:cubicBezTo>
                  <a:cubicBezTo>
                    <a:pt x="135890" y="149860"/>
                    <a:pt x="135890" y="149860"/>
                    <a:pt x="135890" y="149860"/>
                  </a:cubicBezTo>
                  <a:cubicBezTo>
                    <a:pt x="135890" y="149860"/>
                    <a:pt x="135890" y="149860"/>
                    <a:pt x="135890" y="149860"/>
                  </a:cubicBezTo>
                  <a:lnTo>
                    <a:pt x="135890" y="149860"/>
                  </a:lnTo>
                  <a:cubicBezTo>
                    <a:pt x="53340" y="218440"/>
                    <a:pt x="0" y="321310"/>
                    <a:pt x="0" y="436880"/>
                  </a:cubicBezTo>
                  <a:cubicBezTo>
                    <a:pt x="0" y="621030"/>
                    <a:pt x="132080" y="773430"/>
                    <a:pt x="307340" y="805180"/>
                  </a:cubicBezTo>
                  <a:lnTo>
                    <a:pt x="307340" y="805180"/>
                  </a:lnTo>
                  <a:cubicBezTo>
                    <a:pt x="458470" y="831850"/>
                    <a:pt x="485140" y="863600"/>
                    <a:pt x="518161" y="974090"/>
                  </a:cubicBezTo>
                  <a:cubicBezTo>
                    <a:pt x="549911" y="1082040"/>
                    <a:pt x="645161" y="1163320"/>
                    <a:pt x="762000" y="117475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36">
              <a:extLst>
                <a:ext uri="{FF2B5EF4-FFF2-40B4-BE49-F238E27FC236}">
                  <a16:creationId xmlns:a16="http://schemas.microsoft.com/office/drawing/2014/main" id="{7DF88BD9-6A2B-748D-71A8-F227E360E022}"/>
                </a:ext>
              </a:extLst>
            </p:cNvPr>
            <p:cNvSpPr/>
            <p:nvPr/>
          </p:nvSpPr>
          <p:spPr>
            <a:xfrm>
              <a:off x="11576050" y="0"/>
              <a:ext cx="618490" cy="957580"/>
            </a:xfrm>
            <a:custGeom>
              <a:avLst/>
              <a:gdLst>
                <a:gd name="connsiteX0" fmla="*/ 210820 w 618490"/>
                <a:gd name="connsiteY0" fmla="*/ 0 h 957580"/>
                <a:gd name="connsiteX1" fmla="*/ 113030 w 618490"/>
                <a:gd name="connsiteY1" fmla="*/ 105410 h 957580"/>
                <a:gd name="connsiteX2" fmla="*/ 113030 w 618490"/>
                <a:gd name="connsiteY2" fmla="*/ 105410 h 957580"/>
                <a:gd name="connsiteX3" fmla="*/ 113030 w 618490"/>
                <a:gd name="connsiteY3" fmla="*/ 105410 h 957580"/>
                <a:gd name="connsiteX4" fmla="*/ 113030 w 618490"/>
                <a:gd name="connsiteY4" fmla="*/ 105410 h 957580"/>
                <a:gd name="connsiteX5" fmla="*/ 0 w 618490"/>
                <a:gd name="connsiteY5" fmla="*/ 344170 h 957580"/>
                <a:gd name="connsiteX6" fmla="*/ 256540 w 618490"/>
                <a:gd name="connsiteY6" fmla="*/ 651510 h 957580"/>
                <a:gd name="connsiteX7" fmla="*/ 256540 w 618490"/>
                <a:gd name="connsiteY7" fmla="*/ 651510 h 957580"/>
                <a:gd name="connsiteX8" fmla="*/ 431800 w 618490"/>
                <a:gd name="connsiteY8" fmla="*/ 792480 h 957580"/>
                <a:gd name="connsiteX9" fmla="*/ 618490 w 618490"/>
                <a:gd name="connsiteY9" fmla="*/ 957580 h 957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8490" h="957580">
                  <a:moveTo>
                    <a:pt x="210820" y="0"/>
                  </a:moveTo>
                  <a:cubicBezTo>
                    <a:pt x="186690" y="35560"/>
                    <a:pt x="153670" y="71120"/>
                    <a:pt x="113030" y="105410"/>
                  </a:cubicBezTo>
                  <a:cubicBezTo>
                    <a:pt x="113030" y="105410"/>
                    <a:pt x="113030" y="105410"/>
                    <a:pt x="113030" y="105410"/>
                  </a:cubicBezTo>
                  <a:cubicBezTo>
                    <a:pt x="113030" y="105410"/>
                    <a:pt x="113030" y="105410"/>
                    <a:pt x="113030" y="105410"/>
                  </a:cubicBezTo>
                  <a:lnTo>
                    <a:pt x="113030" y="105410"/>
                  </a:lnTo>
                  <a:cubicBezTo>
                    <a:pt x="44450" y="162560"/>
                    <a:pt x="0" y="247650"/>
                    <a:pt x="0" y="344170"/>
                  </a:cubicBezTo>
                  <a:cubicBezTo>
                    <a:pt x="0" y="497840"/>
                    <a:pt x="110490" y="624840"/>
                    <a:pt x="256540" y="651510"/>
                  </a:cubicBezTo>
                  <a:lnTo>
                    <a:pt x="256540" y="651510"/>
                  </a:lnTo>
                  <a:cubicBezTo>
                    <a:pt x="382270" y="674370"/>
                    <a:pt x="403860" y="699770"/>
                    <a:pt x="431800" y="792480"/>
                  </a:cubicBezTo>
                  <a:cubicBezTo>
                    <a:pt x="457200" y="877570"/>
                    <a:pt x="528320" y="942340"/>
                    <a:pt x="618490" y="95758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37">
              <a:extLst>
                <a:ext uri="{FF2B5EF4-FFF2-40B4-BE49-F238E27FC236}">
                  <a16:creationId xmlns:a16="http://schemas.microsoft.com/office/drawing/2014/main" id="{8AC7F5B2-A9AC-E8C7-03FC-58789C255DFD}"/>
                </a:ext>
              </a:extLst>
            </p:cNvPr>
            <p:cNvSpPr/>
            <p:nvPr/>
          </p:nvSpPr>
          <p:spPr>
            <a:xfrm>
              <a:off x="11718290" y="0"/>
              <a:ext cx="472440" cy="736600"/>
            </a:xfrm>
            <a:custGeom>
              <a:avLst/>
              <a:gdLst>
                <a:gd name="connsiteX0" fmla="*/ 152400 w 472440"/>
                <a:gd name="connsiteY0" fmla="*/ 0 h 736600"/>
                <a:gd name="connsiteX1" fmla="*/ 91440 w 472440"/>
                <a:gd name="connsiteY1" fmla="*/ 59690 h 736600"/>
                <a:gd name="connsiteX2" fmla="*/ 91440 w 472440"/>
                <a:gd name="connsiteY2" fmla="*/ 59690 h 736600"/>
                <a:gd name="connsiteX3" fmla="*/ 91440 w 472440"/>
                <a:gd name="connsiteY3" fmla="*/ 59690 h 736600"/>
                <a:gd name="connsiteX4" fmla="*/ 91440 w 472440"/>
                <a:gd name="connsiteY4" fmla="*/ 59690 h 736600"/>
                <a:gd name="connsiteX5" fmla="*/ 0 w 472440"/>
                <a:gd name="connsiteY5" fmla="*/ 251460 h 736600"/>
                <a:gd name="connsiteX6" fmla="*/ 204470 w 472440"/>
                <a:gd name="connsiteY6" fmla="*/ 496570 h 736600"/>
                <a:gd name="connsiteX7" fmla="*/ 204470 w 472440"/>
                <a:gd name="connsiteY7" fmla="*/ 496570 h 736600"/>
                <a:gd name="connsiteX8" fmla="*/ 344170 w 472440"/>
                <a:gd name="connsiteY8" fmla="*/ 609600 h 736600"/>
                <a:gd name="connsiteX9" fmla="*/ 472440 w 472440"/>
                <a:gd name="connsiteY9" fmla="*/ 736600 h 736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2440" h="736600">
                  <a:moveTo>
                    <a:pt x="152400" y="0"/>
                  </a:moveTo>
                  <a:cubicBezTo>
                    <a:pt x="135890" y="20320"/>
                    <a:pt x="115570" y="40640"/>
                    <a:pt x="91440" y="59690"/>
                  </a:cubicBezTo>
                  <a:cubicBezTo>
                    <a:pt x="91440" y="59690"/>
                    <a:pt x="91440" y="59690"/>
                    <a:pt x="91440" y="59690"/>
                  </a:cubicBezTo>
                  <a:cubicBezTo>
                    <a:pt x="91440" y="59690"/>
                    <a:pt x="91440" y="59690"/>
                    <a:pt x="91440" y="59690"/>
                  </a:cubicBezTo>
                  <a:lnTo>
                    <a:pt x="91440" y="59690"/>
                  </a:lnTo>
                  <a:cubicBezTo>
                    <a:pt x="35560" y="105410"/>
                    <a:pt x="1270" y="173990"/>
                    <a:pt x="0" y="251460"/>
                  </a:cubicBezTo>
                  <a:cubicBezTo>
                    <a:pt x="0" y="374650"/>
                    <a:pt x="87630" y="476250"/>
                    <a:pt x="204470" y="496570"/>
                  </a:cubicBezTo>
                  <a:lnTo>
                    <a:pt x="204470" y="496570"/>
                  </a:lnTo>
                  <a:cubicBezTo>
                    <a:pt x="304800" y="514350"/>
                    <a:pt x="322580" y="535940"/>
                    <a:pt x="344170" y="609600"/>
                  </a:cubicBezTo>
                  <a:cubicBezTo>
                    <a:pt x="361950" y="670560"/>
                    <a:pt x="411480" y="718820"/>
                    <a:pt x="472440" y="73660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" name="Freeform 38">
              <a:extLst>
                <a:ext uri="{FF2B5EF4-FFF2-40B4-BE49-F238E27FC236}">
                  <a16:creationId xmlns:a16="http://schemas.microsoft.com/office/drawing/2014/main" id="{1C09427B-F194-828F-0061-5199B1CBF3AA}"/>
                </a:ext>
              </a:extLst>
            </p:cNvPr>
            <p:cNvSpPr/>
            <p:nvPr/>
          </p:nvSpPr>
          <p:spPr>
            <a:xfrm>
              <a:off x="11861800" y="0"/>
              <a:ext cx="330200" cy="511809"/>
            </a:xfrm>
            <a:custGeom>
              <a:avLst/>
              <a:gdLst>
                <a:gd name="connsiteX0" fmla="*/ 85090 w 330200"/>
                <a:gd name="connsiteY0" fmla="*/ 0 h 511809"/>
                <a:gd name="connsiteX1" fmla="*/ 68580 w 330200"/>
                <a:gd name="connsiteY1" fmla="*/ 15240 h 511809"/>
                <a:gd name="connsiteX2" fmla="*/ 68580 w 330200"/>
                <a:gd name="connsiteY2" fmla="*/ 15240 h 511809"/>
                <a:gd name="connsiteX3" fmla="*/ 68580 w 330200"/>
                <a:gd name="connsiteY3" fmla="*/ 15240 h 511809"/>
                <a:gd name="connsiteX4" fmla="*/ 68580 w 330200"/>
                <a:gd name="connsiteY4" fmla="*/ 15240 h 511809"/>
                <a:gd name="connsiteX5" fmla="*/ 0 w 330200"/>
                <a:gd name="connsiteY5" fmla="*/ 158750 h 511809"/>
                <a:gd name="connsiteX6" fmla="*/ 153670 w 330200"/>
                <a:gd name="connsiteY6" fmla="*/ 342900 h 511809"/>
                <a:gd name="connsiteX7" fmla="*/ 153670 w 330200"/>
                <a:gd name="connsiteY7" fmla="*/ 342900 h 511809"/>
                <a:gd name="connsiteX8" fmla="*/ 259080 w 330200"/>
                <a:gd name="connsiteY8" fmla="*/ 426720 h 511809"/>
                <a:gd name="connsiteX9" fmla="*/ 330200 w 330200"/>
                <a:gd name="connsiteY9" fmla="*/ 511810 h 511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0200" h="511809">
                  <a:moveTo>
                    <a:pt x="85090" y="0"/>
                  </a:moveTo>
                  <a:cubicBezTo>
                    <a:pt x="80010" y="5080"/>
                    <a:pt x="73660" y="10160"/>
                    <a:pt x="68580" y="15240"/>
                  </a:cubicBezTo>
                  <a:cubicBezTo>
                    <a:pt x="68580" y="15240"/>
                    <a:pt x="68580" y="15240"/>
                    <a:pt x="68580" y="15240"/>
                  </a:cubicBezTo>
                  <a:cubicBezTo>
                    <a:pt x="68580" y="15240"/>
                    <a:pt x="68580" y="15240"/>
                    <a:pt x="68580" y="15240"/>
                  </a:cubicBezTo>
                  <a:lnTo>
                    <a:pt x="68580" y="15240"/>
                  </a:lnTo>
                  <a:cubicBezTo>
                    <a:pt x="26670" y="49530"/>
                    <a:pt x="0" y="101600"/>
                    <a:pt x="0" y="158750"/>
                  </a:cubicBezTo>
                  <a:cubicBezTo>
                    <a:pt x="0" y="251460"/>
                    <a:pt x="66040" y="327660"/>
                    <a:pt x="153670" y="342900"/>
                  </a:cubicBezTo>
                  <a:lnTo>
                    <a:pt x="153670" y="342900"/>
                  </a:lnTo>
                  <a:cubicBezTo>
                    <a:pt x="229870" y="356870"/>
                    <a:pt x="242570" y="372110"/>
                    <a:pt x="259080" y="426720"/>
                  </a:cubicBezTo>
                  <a:cubicBezTo>
                    <a:pt x="270510" y="463550"/>
                    <a:pt x="295910" y="495300"/>
                    <a:pt x="330200" y="51181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" name="Freeform 39">
              <a:extLst>
                <a:ext uri="{FF2B5EF4-FFF2-40B4-BE49-F238E27FC236}">
                  <a16:creationId xmlns:a16="http://schemas.microsoft.com/office/drawing/2014/main" id="{1EB0C4C5-CAC5-7F9F-4A98-90FBCF0F33D4}"/>
                </a:ext>
              </a:extLst>
            </p:cNvPr>
            <p:cNvSpPr/>
            <p:nvPr/>
          </p:nvSpPr>
          <p:spPr>
            <a:xfrm>
              <a:off x="12005309" y="0"/>
              <a:ext cx="186690" cy="273050"/>
            </a:xfrm>
            <a:custGeom>
              <a:avLst/>
              <a:gdLst>
                <a:gd name="connsiteX0" fmla="*/ 19050 w 186690"/>
                <a:gd name="connsiteY0" fmla="*/ 0 h 273050"/>
                <a:gd name="connsiteX1" fmla="*/ 0 w 186690"/>
                <a:gd name="connsiteY1" fmla="*/ 66040 h 273050"/>
                <a:gd name="connsiteX2" fmla="*/ 102870 w 186690"/>
                <a:gd name="connsiteY2" fmla="*/ 189230 h 273050"/>
                <a:gd name="connsiteX3" fmla="*/ 102870 w 186690"/>
                <a:gd name="connsiteY3" fmla="*/ 189230 h 273050"/>
                <a:gd name="connsiteX4" fmla="*/ 172720 w 186690"/>
                <a:gd name="connsiteY4" fmla="*/ 245110 h 273050"/>
                <a:gd name="connsiteX5" fmla="*/ 186690 w 186690"/>
                <a:gd name="connsiteY5" fmla="*/ 273050 h 27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690" h="273050">
                  <a:moveTo>
                    <a:pt x="19050" y="0"/>
                  </a:moveTo>
                  <a:cubicBezTo>
                    <a:pt x="7620" y="19050"/>
                    <a:pt x="0" y="41910"/>
                    <a:pt x="0" y="66040"/>
                  </a:cubicBezTo>
                  <a:cubicBezTo>
                    <a:pt x="0" y="127000"/>
                    <a:pt x="44450" y="179070"/>
                    <a:pt x="102870" y="189230"/>
                  </a:cubicBezTo>
                  <a:lnTo>
                    <a:pt x="102870" y="189230"/>
                  </a:lnTo>
                  <a:cubicBezTo>
                    <a:pt x="153670" y="198120"/>
                    <a:pt x="162560" y="208280"/>
                    <a:pt x="172720" y="245110"/>
                  </a:cubicBezTo>
                  <a:cubicBezTo>
                    <a:pt x="175260" y="255270"/>
                    <a:pt x="180340" y="264160"/>
                    <a:pt x="186690" y="27305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" name="Freeform 40">
              <a:extLst>
                <a:ext uri="{FF2B5EF4-FFF2-40B4-BE49-F238E27FC236}">
                  <a16:creationId xmlns:a16="http://schemas.microsoft.com/office/drawing/2014/main" id="{D60B454B-48ED-A748-F90D-F5396261C256}"/>
                </a:ext>
              </a:extLst>
            </p:cNvPr>
            <p:cNvSpPr/>
            <p:nvPr/>
          </p:nvSpPr>
          <p:spPr>
            <a:xfrm>
              <a:off x="12155169" y="0"/>
              <a:ext cx="36830" cy="31750"/>
            </a:xfrm>
            <a:custGeom>
              <a:avLst/>
              <a:gdLst>
                <a:gd name="connsiteX0" fmla="*/ 0 w 36830"/>
                <a:gd name="connsiteY0" fmla="*/ 0 h 31750"/>
                <a:gd name="connsiteX1" fmla="*/ 36830 w 36830"/>
                <a:gd name="connsiteY1" fmla="*/ 31750 h 31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830" h="31750">
                  <a:moveTo>
                    <a:pt x="0" y="0"/>
                  </a:moveTo>
                  <a:cubicBezTo>
                    <a:pt x="7620" y="15240"/>
                    <a:pt x="20320" y="26670"/>
                    <a:pt x="36830" y="31750"/>
                  </a:cubicBezTo>
                </a:path>
              </a:pathLst>
            </a:custGeom>
            <a:grp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4" name="picture">
            <a:extLst>
              <a:ext uri="{FF2B5EF4-FFF2-40B4-BE49-F238E27FC236}">
                <a16:creationId xmlns:a16="http://schemas.microsoft.com/office/drawing/2014/main" id="{F72F890F-227C-D012-85CE-37F23127844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835525" y="1476000"/>
            <a:ext cx="6805614" cy="3737535"/>
          </a:xfrm>
          <a:prstGeom prst="roundRect">
            <a:avLst>
              <a:gd name="adj" fmla="val 2731"/>
            </a:avLst>
          </a:prstGeom>
          <a:noFill/>
        </p:spPr>
        <p:txBody>
          <a:bodyPr anchor="ctr"/>
          <a:lstStyle>
            <a:lvl1pPr algn="ctr">
              <a:defRPr/>
            </a:lvl1pPr>
          </a:lstStyle>
          <a:p>
            <a:endParaRPr lang="de-DE" dirty="0"/>
          </a:p>
        </p:txBody>
      </p:sp>
      <p:sp>
        <p:nvSpPr>
          <p:cNvPr id="65" name="subtitle">
            <a:extLst>
              <a:ext uri="{FF2B5EF4-FFF2-40B4-BE49-F238E27FC236}">
                <a16:creationId xmlns:a16="http://schemas.microsoft.com/office/drawing/2014/main" id="{24BBF85F-CCE6-44E7-C627-CC3E4647BA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5220000"/>
            <a:ext cx="4212000" cy="90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4pPr>
              <a:defRPr lang="en-US" dirty="0"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endParaRPr lang="de-DE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3BC3BCD8-A855-5678-25AE-D2E54EED1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4032000"/>
            <a:ext cx="4212000" cy="864000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0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DD89440-F2F5-D4C4-310C-AC38DD644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1800000"/>
            <a:ext cx="4212000" cy="1980000"/>
          </a:xfrm>
        </p:spPr>
        <p:txBody>
          <a:bodyPr vert="horz" anchor="b"/>
          <a:lstStyle>
            <a:lvl1pPr algn="l">
              <a:lnSpc>
                <a:spcPts val="4000"/>
              </a:lnSpc>
              <a:defRPr sz="3600">
                <a:gradFill>
                  <a:gsLst>
                    <a:gs pos="0">
                      <a:srgbClr val="EF4251"/>
                    </a:gs>
                    <a:gs pos="100000">
                      <a:srgbClr val="F4704D"/>
                    </a:gs>
                  </a:gsLst>
                  <a:lin ang="18900000" scaled="0"/>
                </a:gradFill>
              </a:defRPr>
            </a:lvl1pPr>
          </a:lstStyle>
          <a:p>
            <a:endParaRPr lang="en-US" dirty="0"/>
          </a:p>
        </p:txBody>
      </p:sp>
      <p:pic>
        <p:nvPicPr>
          <p:cNvPr id="5" name="valantic logo">
            <a:extLst>
              <a:ext uri="{FF2B5EF4-FFF2-40B4-BE49-F238E27FC236}">
                <a16:creationId xmlns:a16="http://schemas.microsoft.com/office/drawing/2014/main" id="{E8200BE0-EDC6-CB39-DA8C-60765B9CA790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25526" y="123982"/>
            <a:ext cx="2802006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16502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  043 : title page guilloche left :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uilloche">
            <a:extLst>
              <a:ext uri="{FF2B5EF4-FFF2-40B4-BE49-F238E27FC236}">
                <a16:creationId xmlns:a16="http://schemas.microsoft.com/office/drawing/2014/main" id="{37620D24-58A9-A492-B0F2-68E6FA0C1180}"/>
              </a:ext>
            </a:extLst>
          </p:cNvPr>
          <p:cNvGrpSpPr/>
          <p:nvPr/>
        </p:nvGrpSpPr>
        <p:grpSpPr>
          <a:xfrm>
            <a:off x="0" y="-1270"/>
            <a:ext cx="6311960" cy="6859270"/>
            <a:chOff x="0" y="-1270"/>
            <a:chExt cx="6311960" cy="6859270"/>
          </a:xfrm>
          <a:noFill/>
        </p:grpSpPr>
        <p:sp>
          <p:nvSpPr>
            <p:cNvPr id="26" name="Freeform 4">
              <a:extLst>
                <a:ext uri="{FF2B5EF4-FFF2-40B4-BE49-F238E27FC236}">
                  <a16:creationId xmlns:a16="http://schemas.microsoft.com/office/drawing/2014/main" id="{25E899F8-D156-81B3-EA24-27F61749E2CB}"/>
                </a:ext>
              </a:extLst>
            </p:cNvPr>
            <p:cNvSpPr/>
            <p:nvPr/>
          </p:nvSpPr>
          <p:spPr>
            <a:xfrm>
              <a:off x="287020" y="0"/>
              <a:ext cx="6024940" cy="6858000"/>
            </a:xfrm>
            <a:custGeom>
              <a:avLst/>
              <a:gdLst>
                <a:gd name="connsiteX0" fmla="*/ 5971540 w 6024940"/>
                <a:gd name="connsiteY0" fmla="*/ 0 h 6858000"/>
                <a:gd name="connsiteX1" fmla="*/ 5944870 w 6024940"/>
                <a:gd name="connsiteY1" fmla="*/ 1487170 h 6858000"/>
                <a:gd name="connsiteX2" fmla="*/ 2550160 w 6024940"/>
                <a:gd name="connsiteY2" fmla="*/ 4837430 h 6858000"/>
                <a:gd name="connsiteX3" fmla="*/ 0 w 6024940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24940" h="6858000">
                  <a:moveTo>
                    <a:pt x="5971540" y="0"/>
                  </a:moveTo>
                  <a:cubicBezTo>
                    <a:pt x="6049010" y="480060"/>
                    <a:pt x="6043930" y="981710"/>
                    <a:pt x="5944870" y="1487170"/>
                  </a:cubicBezTo>
                  <a:cubicBezTo>
                    <a:pt x="5599430" y="3244850"/>
                    <a:pt x="4212590" y="4533900"/>
                    <a:pt x="2550160" y="4837430"/>
                  </a:cubicBezTo>
                  <a:cubicBezTo>
                    <a:pt x="659130" y="5224780"/>
                    <a:pt x="91440" y="5933440"/>
                    <a:pt x="0" y="685800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06FD5AA8-6130-50A7-6EA0-89E6452F2D34}"/>
                </a:ext>
              </a:extLst>
            </p:cNvPr>
            <p:cNvSpPr/>
            <p:nvPr/>
          </p:nvSpPr>
          <p:spPr>
            <a:xfrm>
              <a:off x="222250" y="0"/>
              <a:ext cx="5890945" cy="6858000"/>
            </a:xfrm>
            <a:custGeom>
              <a:avLst/>
              <a:gdLst>
                <a:gd name="connsiteX0" fmla="*/ 5824220 w 5890945"/>
                <a:gd name="connsiteY0" fmla="*/ 0 h 6858000"/>
                <a:gd name="connsiteX1" fmla="*/ 5812790 w 5890945"/>
                <a:gd name="connsiteY1" fmla="*/ 1537970 h 6858000"/>
                <a:gd name="connsiteX2" fmla="*/ 2499360 w 5890945"/>
                <a:gd name="connsiteY2" fmla="*/ 4806950 h 6858000"/>
                <a:gd name="connsiteX3" fmla="*/ 0 w 5890945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890945" h="6858000">
                  <a:moveTo>
                    <a:pt x="5824220" y="0"/>
                  </a:moveTo>
                  <a:cubicBezTo>
                    <a:pt x="5914390" y="494030"/>
                    <a:pt x="5915660" y="1014730"/>
                    <a:pt x="5812790" y="1537970"/>
                  </a:cubicBezTo>
                  <a:cubicBezTo>
                    <a:pt x="5476240" y="3253740"/>
                    <a:pt x="4118610" y="4493260"/>
                    <a:pt x="2499360" y="4806950"/>
                  </a:cubicBezTo>
                  <a:cubicBezTo>
                    <a:pt x="596900" y="5176520"/>
                    <a:pt x="59690" y="5910580"/>
                    <a:pt x="0" y="685800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AC88EF6B-CEDF-ED36-AF08-9C28DE056B34}"/>
                </a:ext>
              </a:extLst>
            </p:cNvPr>
            <p:cNvSpPr/>
            <p:nvPr/>
          </p:nvSpPr>
          <p:spPr>
            <a:xfrm>
              <a:off x="165100" y="0"/>
              <a:ext cx="5750804" cy="6858000"/>
            </a:xfrm>
            <a:custGeom>
              <a:avLst/>
              <a:gdLst>
                <a:gd name="connsiteX0" fmla="*/ 5668010 w 5750804"/>
                <a:gd name="connsiteY0" fmla="*/ 0 h 6858000"/>
                <a:gd name="connsiteX1" fmla="*/ 5674360 w 5750804"/>
                <a:gd name="connsiteY1" fmla="*/ 1588770 h 6858000"/>
                <a:gd name="connsiteX2" fmla="*/ 2442210 w 5750804"/>
                <a:gd name="connsiteY2" fmla="*/ 4777740 h 6858000"/>
                <a:gd name="connsiteX3" fmla="*/ 0 w 5750804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50804" h="6858000">
                  <a:moveTo>
                    <a:pt x="5668010" y="0"/>
                  </a:moveTo>
                  <a:cubicBezTo>
                    <a:pt x="5773420" y="509270"/>
                    <a:pt x="5781040" y="1046480"/>
                    <a:pt x="5674360" y="1588770"/>
                  </a:cubicBezTo>
                  <a:cubicBezTo>
                    <a:pt x="5345430" y="3262630"/>
                    <a:pt x="4022090" y="4471670"/>
                    <a:pt x="2442210" y="4777740"/>
                  </a:cubicBezTo>
                  <a:cubicBezTo>
                    <a:pt x="532130" y="5148580"/>
                    <a:pt x="34290" y="5895340"/>
                    <a:pt x="0" y="685800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3D13B055-B261-BD46-1786-35E4E0E5F475}"/>
                </a:ext>
              </a:extLst>
            </p:cNvPr>
            <p:cNvSpPr/>
            <p:nvPr/>
          </p:nvSpPr>
          <p:spPr>
            <a:xfrm>
              <a:off x="110489" y="0"/>
              <a:ext cx="5606765" cy="6858000"/>
            </a:xfrm>
            <a:custGeom>
              <a:avLst/>
              <a:gdLst>
                <a:gd name="connsiteX0" fmla="*/ 5506720 w 5606765"/>
                <a:gd name="connsiteY0" fmla="*/ 0 h 6858000"/>
                <a:gd name="connsiteX1" fmla="*/ 5532120 w 5606765"/>
                <a:gd name="connsiteY1" fmla="*/ 1639570 h 6858000"/>
                <a:gd name="connsiteX2" fmla="*/ 2382520 w 5606765"/>
                <a:gd name="connsiteY2" fmla="*/ 4748530 h 6858000"/>
                <a:gd name="connsiteX3" fmla="*/ 0 w 5606765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06765" h="6858000">
                  <a:moveTo>
                    <a:pt x="5506720" y="0"/>
                  </a:moveTo>
                  <a:cubicBezTo>
                    <a:pt x="5627370" y="523240"/>
                    <a:pt x="5642610" y="1078230"/>
                    <a:pt x="5532120" y="1639570"/>
                  </a:cubicBezTo>
                  <a:cubicBezTo>
                    <a:pt x="5212080" y="3271520"/>
                    <a:pt x="3920490" y="4450080"/>
                    <a:pt x="2382520" y="4748530"/>
                  </a:cubicBezTo>
                  <a:cubicBezTo>
                    <a:pt x="467360" y="5120640"/>
                    <a:pt x="7620" y="5880100"/>
                    <a:pt x="0" y="685800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D80895A7-AD8C-8788-0D7B-FA43F69B04B1}"/>
                </a:ext>
              </a:extLst>
            </p:cNvPr>
            <p:cNvSpPr/>
            <p:nvPr/>
          </p:nvSpPr>
          <p:spPr>
            <a:xfrm>
              <a:off x="56614" y="0"/>
              <a:ext cx="5463731" cy="6858000"/>
            </a:xfrm>
            <a:custGeom>
              <a:avLst/>
              <a:gdLst>
                <a:gd name="connsiteX0" fmla="*/ 5343426 w 5463731"/>
                <a:gd name="connsiteY0" fmla="*/ 0 h 6858000"/>
                <a:gd name="connsiteX1" fmla="*/ 5391686 w 5463731"/>
                <a:gd name="connsiteY1" fmla="*/ 1690370 h 6858000"/>
                <a:gd name="connsiteX2" fmla="*/ 2323366 w 5463731"/>
                <a:gd name="connsiteY2" fmla="*/ 4719320 h 6858000"/>
                <a:gd name="connsiteX3" fmla="*/ 536 w 5463731"/>
                <a:gd name="connsiteY3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63731" h="6858000">
                  <a:moveTo>
                    <a:pt x="5343426" y="0"/>
                  </a:moveTo>
                  <a:cubicBezTo>
                    <a:pt x="5481856" y="535940"/>
                    <a:pt x="5504716" y="1111250"/>
                    <a:pt x="5391686" y="1690370"/>
                  </a:cubicBezTo>
                  <a:cubicBezTo>
                    <a:pt x="5079266" y="3280410"/>
                    <a:pt x="3821966" y="4428490"/>
                    <a:pt x="2323366" y="4719320"/>
                  </a:cubicBezTo>
                  <a:cubicBezTo>
                    <a:pt x="400586" y="5091430"/>
                    <a:pt x="-17244" y="5866130"/>
                    <a:pt x="536" y="685800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4194E9CD-C4B4-EE80-C72A-CBC38D83B8AB}"/>
                </a:ext>
              </a:extLst>
            </p:cNvPr>
            <p:cNvSpPr/>
            <p:nvPr/>
          </p:nvSpPr>
          <p:spPr>
            <a:xfrm>
              <a:off x="3153" y="0"/>
              <a:ext cx="5317934" cy="6858000"/>
            </a:xfrm>
            <a:custGeom>
              <a:avLst/>
              <a:gdLst>
                <a:gd name="connsiteX0" fmla="*/ 3196 w 5317934"/>
                <a:gd name="connsiteY0" fmla="*/ 6858000 h 6858000"/>
                <a:gd name="connsiteX1" fmla="*/ 2259987 w 5317934"/>
                <a:gd name="connsiteY1" fmla="*/ 4690110 h 6858000"/>
                <a:gd name="connsiteX2" fmla="*/ 5247027 w 5317934"/>
                <a:gd name="connsiteY2" fmla="*/ 1741170 h 6858000"/>
                <a:gd name="connsiteX3" fmla="*/ 5174637 w 5317934"/>
                <a:gd name="connsiteY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17934" h="6858000">
                  <a:moveTo>
                    <a:pt x="3196" y="6858000"/>
                  </a:moveTo>
                  <a:cubicBezTo>
                    <a:pt x="-39984" y="5850890"/>
                    <a:pt x="335936" y="5063490"/>
                    <a:pt x="2259987" y="4690110"/>
                  </a:cubicBezTo>
                  <a:cubicBezTo>
                    <a:pt x="3719217" y="4406900"/>
                    <a:pt x="4943497" y="3289300"/>
                    <a:pt x="5247027" y="1741170"/>
                  </a:cubicBezTo>
                  <a:cubicBezTo>
                    <a:pt x="5365137" y="1143000"/>
                    <a:pt x="5332117" y="548640"/>
                    <a:pt x="5174637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BD7A4DEA-BA92-947B-7676-160F40D1B0AE}"/>
                </a:ext>
              </a:extLst>
            </p:cNvPr>
            <p:cNvSpPr/>
            <p:nvPr/>
          </p:nvSpPr>
          <p:spPr>
            <a:xfrm>
              <a:off x="0" y="0"/>
              <a:ext cx="5124599" cy="6140450"/>
            </a:xfrm>
            <a:custGeom>
              <a:avLst/>
              <a:gdLst>
                <a:gd name="connsiteX0" fmla="*/ 4955540 w 5124599"/>
                <a:gd name="connsiteY0" fmla="*/ 0 h 6140450"/>
                <a:gd name="connsiteX1" fmla="*/ 5055870 w 5124599"/>
                <a:gd name="connsiteY1" fmla="*/ 1791970 h 6140450"/>
                <a:gd name="connsiteX2" fmla="*/ 2148840 w 5124599"/>
                <a:gd name="connsiteY2" fmla="*/ 4660900 h 6140450"/>
                <a:gd name="connsiteX3" fmla="*/ 0 w 5124599"/>
                <a:gd name="connsiteY3" fmla="*/ 6140450 h 6140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24599" h="6140450">
                  <a:moveTo>
                    <a:pt x="4955540" y="0"/>
                  </a:moveTo>
                  <a:cubicBezTo>
                    <a:pt x="5133340" y="561340"/>
                    <a:pt x="5177790" y="1173480"/>
                    <a:pt x="5055870" y="1791970"/>
                  </a:cubicBezTo>
                  <a:cubicBezTo>
                    <a:pt x="4759960" y="3296920"/>
                    <a:pt x="3568700" y="4384040"/>
                    <a:pt x="2148840" y="4660900"/>
                  </a:cubicBezTo>
                  <a:cubicBezTo>
                    <a:pt x="698500" y="4941570"/>
                    <a:pt x="153670" y="5464810"/>
                    <a:pt x="0" y="614045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1DB9FF23-2669-E090-3F01-9A843426750A}"/>
                </a:ext>
              </a:extLst>
            </p:cNvPr>
            <p:cNvSpPr/>
            <p:nvPr/>
          </p:nvSpPr>
          <p:spPr>
            <a:xfrm>
              <a:off x="0" y="0"/>
              <a:ext cx="4925917" cy="5882640"/>
            </a:xfrm>
            <a:custGeom>
              <a:avLst/>
              <a:gdLst>
                <a:gd name="connsiteX0" fmla="*/ 0 w 4925917"/>
                <a:gd name="connsiteY0" fmla="*/ 5882640 h 5882640"/>
                <a:gd name="connsiteX1" fmla="*/ 2034540 w 4925917"/>
                <a:gd name="connsiteY1" fmla="*/ 4630420 h 5882640"/>
                <a:gd name="connsiteX2" fmla="*/ 4859020 w 4925917"/>
                <a:gd name="connsiteY2" fmla="*/ 1842770 h 5882640"/>
                <a:gd name="connsiteX3" fmla="*/ 4728210 w 4925917"/>
                <a:gd name="connsiteY3" fmla="*/ 0 h 5882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925917" h="5882640">
                  <a:moveTo>
                    <a:pt x="0" y="5882640"/>
                  </a:moveTo>
                  <a:cubicBezTo>
                    <a:pt x="205740" y="5316220"/>
                    <a:pt x="762000" y="4878070"/>
                    <a:pt x="2034540" y="4630420"/>
                  </a:cubicBezTo>
                  <a:cubicBezTo>
                    <a:pt x="3413760" y="4362450"/>
                    <a:pt x="4572000" y="3305810"/>
                    <a:pt x="4859020" y="1842770"/>
                  </a:cubicBezTo>
                  <a:cubicBezTo>
                    <a:pt x="4984750" y="1203960"/>
                    <a:pt x="4928870" y="572770"/>
                    <a:pt x="472821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1591ADB2-4A14-C625-B877-EBF01785A769}"/>
                </a:ext>
              </a:extLst>
            </p:cNvPr>
            <p:cNvSpPr/>
            <p:nvPr/>
          </p:nvSpPr>
          <p:spPr>
            <a:xfrm>
              <a:off x="0" y="0"/>
              <a:ext cx="4727755" cy="5684520"/>
            </a:xfrm>
            <a:custGeom>
              <a:avLst/>
              <a:gdLst>
                <a:gd name="connsiteX0" fmla="*/ 0 w 4727755"/>
                <a:gd name="connsiteY0" fmla="*/ 5684520 h 5684520"/>
                <a:gd name="connsiteX1" fmla="*/ 1918970 w 4727755"/>
                <a:gd name="connsiteY1" fmla="*/ 4601210 h 5684520"/>
                <a:gd name="connsiteX2" fmla="*/ 4662170 w 4727755"/>
                <a:gd name="connsiteY2" fmla="*/ 1893570 h 5684520"/>
                <a:gd name="connsiteX3" fmla="*/ 4497070 w 4727755"/>
                <a:gd name="connsiteY3" fmla="*/ 0 h 5684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7755" h="5684520">
                  <a:moveTo>
                    <a:pt x="0" y="5684520"/>
                  </a:moveTo>
                  <a:cubicBezTo>
                    <a:pt x="236220" y="5198110"/>
                    <a:pt x="784860" y="4820920"/>
                    <a:pt x="1918970" y="4601210"/>
                  </a:cubicBezTo>
                  <a:cubicBezTo>
                    <a:pt x="3260090" y="4340860"/>
                    <a:pt x="4384040" y="3314700"/>
                    <a:pt x="4662170" y="1893570"/>
                  </a:cubicBezTo>
                  <a:cubicBezTo>
                    <a:pt x="4792980" y="1234440"/>
                    <a:pt x="4723130" y="582930"/>
                    <a:pt x="449707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8E04C3E4-6258-67E3-6FDC-7E92CE12F693}"/>
                </a:ext>
              </a:extLst>
            </p:cNvPr>
            <p:cNvSpPr/>
            <p:nvPr/>
          </p:nvSpPr>
          <p:spPr>
            <a:xfrm>
              <a:off x="0" y="0"/>
              <a:ext cx="4529997" cy="5518150"/>
            </a:xfrm>
            <a:custGeom>
              <a:avLst/>
              <a:gdLst>
                <a:gd name="connsiteX0" fmla="*/ 0 w 4529997"/>
                <a:gd name="connsiteY0" fmla="*/ 5518150 h 5518150"/>
                <a:gd name="connsiteX1" fmla="*/ 1804670 w 4529997"/>
                <a:gd name="connsiteY1" fmla="*/ 4573270 h 5518150"/>
                <a:gd name="connsiteX2" fmla="*/ 4466590 w 4529997"/>
                <a:gd name="connsiteY2" fmla="*/ 1945640 h 5518150"/>
                <a:gd name="connsiteX3" fmla="*/ 4262120 w 4529997"/>
                <a:gd name="connsiteY3" fmla="*/ 0 h 551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29997" h="5518150">
                  <a:moveTo>
                    <a:pt x="0" y="5518150"/>
                  </a:moveTo>
                  <a:cubicBezTo>
                    <a:pt x="256540" y="5097780"/>
                    <a:pt x="787400" y="4770120"/>
                    <a:pt x="1804670" y="4573270"/>
                  </a:cubicBezTo>
                  <a:cubicBezTo>
                    <a:pt x="3105150" y="4320540"/>
                    <a:pt x="4196080" y="3324860"/>
                    <a:pt x="4466590" y="1945640"/>
                  </a:cubicBezTo>
                  <a:cubicBezTo>
                    <a:pt x="4601210" y="1264920"/>
                    <a:pt x="4516120" y="591820"/>
                    <a:pt x="426212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9BC9C7AD-5DA5-978D-7410-4DC5EF6D0455}"/>
                </a:ext>
              </a:extLst>
            </p:cNvPr>
            <p:cNvSpPr/>
            <p:nvPr/>
          </p:nvSpPr>
          <p:spPr>
            <a:xfrm>
              <a:off x="0" y="0"/>
              <a:ext cx="4332332" cy="5369559"/>
            </a:xfrm>
            <a:custGeom>
              <a:avLst/>
              <a:gdLst>
                <a:gd name="connsiteX0" fmla="*/ 0 w 4332332"/>
                <a:gd name="connsiteY0" fmla="*/ 5369560 h 5369559"/>
                <a:gd name="connsiteX1" fmla="*/ 1690370 w 4332332"/>
                <a:gd name="connsiteY1" fmla="*/ 4542790 h 5369559"/>
                <a:gd name="connsiteX2" fmla="*/ 4271010 w 4332332"/>
                <a:gd name="connsiteY2" fmla="*/ 1995170 h 5369559"/>
                <a:gd name="connsiteX3" fmla="*/ 4023360 w 4332332"/>
                <a:gd name="connsiteY3" fmla="*/ 0 h 5369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2332" h="5369559">
                  <a:moveTo>
                    <a:pt x="0" y="5369560"/>
                  </a:moveTo>
                  <a:cubicBezTo>
                    <a:pt x="267970" y="5005070"/>
                    <a:pt x="777240" y="4719320"/>
                    <a:pt x="1690370" y="4542790"/>
                  </a:cubicBezTo>
                  <a:cubicBezTo>
                    <a:pt x="2951480" y="4297680"/>
                    <a:pt x="4009390" y="3332480"/>
                    <a:pt x="4271010" y="1995170"/>
                  </a:cubicBezTo>
                  <a:cubicBezTo>
                    <a:pt x="4409440" y="1292860"/>
                    <a:pt x="4307840" y="600710"/>
                    <a:pt x="402336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3837BBE0-3964-3855-7C5B-A367738A804D}"/>
                </a:ext>
              </a:extLst>
            </p:cNvPr>
            <p:cNvSpPr/>
            <p:nvPr/>
          </p:nvSpPr>
          <p:spPr>
            <a:xfrm>
              <a:off x="0" y="0"/>
              <a:ext cx="4133231" cy="5237479"/>
            </a:xfrm>
            <a:custGeom>
              <a:avLst/>
              <a:gdLst>
                <a:gd name="connsiteX0" fmla="*/ 0 w 4133231"/>
                <a:gd name="connsiteY0" fmla="*/ 5237480 h 5237479"/>
                <a:gd name="connsiteX1" fmla="*/ 1574800 w 4133231"/>
                <a:gd name="connsiteY1" fmla="*/ 4513580 h 5237479"/>
                <a:gd name="connsiteX2" fmla="*/ 4074160 w 4133231"/>
                <a:gd name="connsiteY2" fmla="*/ 2045970 h 5237479"/>
                <a:gd name="connsiteX3" fmla="*/ 3776980 w 4133231"/>
                <a:gd name="connsiteY3" fmla="*/ 0 h 5237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33231" h="5237479">
                  <a:moveTo>
                    <a:pt x="0" y="5237480"/>
                  </a:moveTo>
                  <a:cubicBezTo>
                    <a:pt x="273050" y="4921250"/>
                    <a:pt x="756920" y="4672330"/>
                    <a:pt x="1574800" y="4513580"/>
                  </a:cubicBezTo>
                  <a:cubicBezTo>
                    <a:pt x="2796540" y="4276090"/>
                    <a:pt x="3820160" y="3341370"/>
                    <a:pt x="4074160" y="2045970"/>
                  </a:cubicBezTo>
                  <a:cubicBezTo>
                    <a:pt x="4216400" y="1322070"/>
                    <a:pt x="4095750" y="605790"/>
                    <a:pt x="377698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6A3469AA-FCA7-43C8-730B-8908E6CEC675}"/>
                </a:ext>
              </a:extLst>
            </p:cNvPr>
            <p:cNvSpPr/>
            <p:nvPr/>
          </p:nvSpPr>
          <p:spPr>
            <a:xfrm>
              <a:off x="0" y="0"/>
              <a:ext cx="3935898" cy="5116829"/>
            </a:xfrm>
            <a:custGeom>
              <a:avLst/>
              <a:gdLst>
                <a:gd name="connsiteX0" fmla="*/ 0 w 3935898"/>
                <a:gd name="connsiteY0" fmla="*/ 5116830 h 5116829"/>
                <a:gd name="connsiteX1" fmla="*/ 1460500 w 3935898"/>
                <a:gd name="connsiteY1" fmla="*/ 4484370 h 5116829"/>
                <a:gd name="connsiteX2" fmla="*/ 3878580 w 3935898"/>
                <a:gd name="connsiteY2" fmla="*/ 2096770 h 5116829"/>
                <a:gd name="connsiteX3" fmla="*/ 3526790 w 3935898"/>
                <a:gd name="connsiteY3" fmla="*/ 0 h 511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35898" h="5116829">
                  <a:moveTo>
                    <a:pt x="0" y="5116830"/>
                  </a:moveTo>
                  <a:cubicBezTo>
                    <a:pt x="273050" y="4842510"/>
                    <a:pt x="727710" y="4626610"/>
                    <a:pt x="1460500" y="4484370"/>
                  </a:cubicBezTo>
                  <a:cubicBezTo>
                    <a:pt x="2641600" y="4254500"/>
                    <a:pt x="3633470" y="3350260"/>
                    <a:pt x="3878580" y="2096770"/>
                  </a:cubicBezTo>
                  <a:cubicBezTo>
                    <a:pt x="4025900" y="1348740"/>
                    <a:pt x="3882390" y="610870"/>
                    <a:pt x="352679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" name="Freeform 17">
              <a:extLst>
                <a:ext uri="{FF2B5EF4-FFF2-40B4-BE49-F238E27FC236}">
                  <a16:creationId xmlns:a16="http://schemas.microsoft.com/office/drawing/2014/main" id="{66443DB3-6587-3F5E-6235-5EC58B49ABF4}"/>
                </a:ext>
              </a:extLst>
            </p:cNvPr>
            <p:cNvSpPr/>
            <p:nvPr/>
          </p:nvSpPr>
          <p:spPr>
            <a:xfrm>
              <a:off x="0" y="0"/>
              <a:ext cx="3738326" cy="5003800"/>
            </a:xfrm>
            <a:custGeom>
              <a:avLst/>
              <a:gdLst>
                <a:gd name="connsiteX0" fmla="*/ 0 w 3738326"/>
                <a:gd name="connsiteY0" fmla="*/ 5003800 h 5003800"/>
                <a:gd name="connsiteX1" fmla="*/ 1346200 w 3738326"/>
                <a:gd name="connsiteY1" fmla="*/ 4453890 h 5003800"/>
                <a:gd name="connsiteX2" fmla="*/ 3683000 w 3738326"/>
                <a:gd name="connsiteY2" fmla="*/ 2147570 h 5003800"/>
                <a:gd name="connsiteX3" fmla="*/ 3267710 w 3738326"/>
                <a:gd name="connsiteY3" fmla="*/ 0 h 500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38326" h="5003800">
                  <a:moveTo>
                    <a:pt x="0" y="5003800"/>
                  </a:moveTo>
                  <a:cubicBezTo>
                    <a:pt x="269240" y="4768850"/>
                    <a:pt x="693420" y="4580890"/>
                    <a:pt x="1346200" y="4453890"/>
                  </a:cubicBezTo>
                  <a:cubicBezTo>
                    <a:pt x="2487930" y="4231640"/>
                    <a:pt x="3445510" y="3357880"/>
                    <a:pt x="3683000" y="2147570"/>
                  </a:cubicBezTo>
                  <a:cubicBezTo>
                    <a:pt x="3835400" y="1374140"/>
                    <a:pt x="3665220" y="612140"/>
                    <a:pt x="326771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AA7FF079-5D43-3291-945D-171542CD1C6D}"/>
                </a:ext>
              </a:extLst>
            </p:cNvPr>
            <p:cNvSpPr/>
            <p:nvPr/>
          </p:nvSpPr>
          <p:spPr>
            <a:xfrm>
              <a:off x="0" y="-1270"/>
              <a:ext cx="3539537" cy="4900929"/>
            </a:xfrm>
            <a:custGeom>
              <a:avLst/>
              <a:gdLst>
                <a:gd name="connsiteX0" fmla="*/ 0 w 3539537"/>
                <a:gd name="connsiteY0" fmla="*/ 4900930 h 4900929"/>
                <a:gd name="connsiteX1" fmla="*/ 1230630 w 3539537"/>
                <a:gd name="connsiteY1" fmla="*/ 4425950 h 4900929"/>
                <a:gd name="connsiteX2" fmla="*/ 3486150 w 3539537"/>
                <a:gd name="connsiteY2" fmla="*/ 2199640 h 4900929"/>
                <a:gd name="connsiteX3" fmla="*/ 2999740 w 3539537"/>
                <a:gd name="connsiteY3" fmla="*/ 0 h 4900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537" h="4900929">
                  <a:moveTo>
                    <a:pt x="0" y="4900930"/>
                  </a:moveTo>
                  <a:cubicBezTo>
                    <a:pt x="261620" y="4700270"/>
                    <a:pt x="654050" y="4538980"/>
                    <a:pt x="1230630" y="4425950"/>
                  </a:cubicBezTo>
                  <a:cubicBezTo>
                    <a:pt x="2332990" y="4211320"/>
                    <a:pt x="3257550" y="3368040"/>
                    <a:pt x="3486150" y="2199640"/>
                  </a:cubicBezTo>
                  <a:cubicBezTo>
                    <a:pt x="3643630" y="1399540"/>
                    <a:pt x="3444240" y="612140"/>
                    <a:pt x="299974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" name="Freeform 19">
              <a:extLst>
                <a:ext uri="{FF2B5EF4-FFF2-40B4-BE49-F238E27FC236}">
                  <a16:creationId xmlns:a16="http://schemas.microsoft.com/office/drawing/2014/main" id="{C8AFECF1-FDBA-3CA9-15D9-EE1EC0DA5F78}"/>
                </a:ext>
              </a:extLst>
            </p:cNvPr>
            <p:cNvSpPr/>
            <p:nvPr/>
          </p:nvSpPr>
          <p:spPr>
            <a:xfrm>
              <a:off x="0" y="0"/>
              <a:ext cx="3342281" cy="4803140"/>
            </a:xfrm>
            <a:custGeom>
              <a:avLst/>
              <a:gdLst>
                <a:gd name="connsiteX0" fmla="*/ 0 w 3342281"/>
                <a:gd name="connsiteY0" fmla="*/ 4803140 h 4803140"/>
                <a:gd name="connsiteX1" fmla="*/ 1116330 w 3342281"/>
                <a:gd name="connsiteY1" fmla="*/ 4396740 h 4803140"/>
                <a:gd name="connsiteX2" fmla="*/ 3290570 w 3342281"/>
                <a:gd name="connsiteY2" fmla="*/ 2250440 h 4803140"/>
                <a:gd name="connsiteX3" fmla="*/ 2720340 w 3342281"/>
                <a:gd name="connsiteY3" fmla="*/ 0 h 48031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42281" h="4803140">
                  <a:moveTo>
                    <a:pt x="0" y="4803140"/>
                  </a:moveTo>
                  <a:cubicBezTo>
                    <a:pt x="250190" y="4632960"/>
                    <a:pt x="609600" y="4494530"/>
                    <a:pt x="1116330" y="4396740"/>
                  </a:cubicBezTo>
                  <a:cubicBezTo>
                    <a:pt x="2179320" y="4191000"/>
                    <a:pt x="3069590" y="3376930"/>
                    <a:pt x="3290570" y="2250440"/>
                  </a:cubicBezTo>
                  <a:cubicBezTo>
                    <a:pt x="3454400" y="1419860"/>
                    <a:pt x="3219450" y="604520"/>
                    <a:pt x="272034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" name="Freeform 20">
              <a:extLst>
                <a:ext uri="{FF2B5EF4-FFF2-40B4-BE49-F238E27FC236}">
                  <a16:creationId xmlns:a16="http://schemas.microsoft.com/office/drawing/2014/main" id="{0D9AADD2-C69C-E729-7C08-DCB1ED95719C}"/>
                </a:ext>
              </a:extLst>
            </p:cNvPr>
            <p:cNvSpPr/>
            <p:nvPr/>
          </p:nvSpPr>
          <p:spPr>
            <a:xfrm>
              <a:off x="0" y="0"/>
              <a:ext cx="3144277" cy="4711700"/>
            </a:xfrm>
            <a:custGeom>
              <a:avLst/>
              <a:gdLst>
                <a:gd name="connsiteX0" fmla="*/ 0 w 3144277"/>
                <a:gd name="connsiteY0" fmla="*/ 4711700 h 4711700"/>
                <a:gd name="connsiteX1" fmla="*/ 1002030 w 3144277"/>
                <a:gd name="connsiteY1" fmla="*/ 4367530 h 4711700"/>
                <a:gd name="connsiteX2" fmla="*/ 3094990 w 3144277"/>
                <a:gd name="connsiteY2" fmla="*/ 2301240 h 4711700"/>
                <a:gd name="connsiteX3" fmla="*/ 2426970 w 3144277"/>
                <a:gd name="connsiteY3" fmla="*/ 0 h 4711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44277" h="4711700">
                  <a:moveTo>
                    <a:pt x="0" y="4711700"/>
                  </a:moveTo>
                  <a:cubicBezTo>
                    <a:pt x="236220" y="4569460"/>
                    <a:pt x="561340" y="4452620"/>
                    <a:pt x="1002030" y="4367530"/>
                  </a:cubicBezTo>
                  <a:cubicBezTo>
                    <a:pt x="2024380" y="4169410"/>
                    <a:pt x="2882900" y="3385820"/>
                    <a:pt x="3094990" y="2301240"/>
                  </a:cubicBezTo>
                  <a:cubicBezTo>
                    <a:pt x="3263900" y="1438910"/>
                    <a:pt x="2988310" y="593090"/>
                    <a:pt x="242697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" name="Freeform 21">
              <a:extLst>
                <a:ext uri="{FF2B5EF4-FFF2-40B4-BE49-F238E27FC236}">
                  <a16:creationId xmlns:a16="http://schemas.microsoft.com/office/drawing/2014/main" id="{A15AFE99-B160-C96E-405D-23439DA98CCF}"/>
                </a:ext>
              </a:extLst>
            </p:cNvPr>
            <p:cNvSpPr/>
            <p:nvPr/>
          </p:nvSpPr>
          <p:spPr>
            <a:xfrm>
              <a:off x="0" y="0"/>
              <a:ext cx="2946184" cy="4625340"/>
            </a:xfrm>
            <a:custGeom>
              <a:avLst/>
              <a:gdLst>
                <a:gd name="connsiteX0" fmla="*/ 0 w 2946184"/>
                <a:gd name="connsiteY0" fmla="*/ 4625340 h 4625340"/>
                <a:gd name="connsiteX1" fmla="*/ 886460 w 2946184"/>
                <a:gd name="connsiteY1" fmla="*/ 4337050 h 4625340"/>
                <a:gd name="connsiteX2" fmla="*/ 2898140 w 2946184"/>
                <a:gd name="connsiteY2" fmla="*/ 2350770 h 4625340"/>
                <a:gd name="connsiteX3" fmla="*/ 2113280 w 2946184"/>
                <a:gd name="connsiteY3" fmla="*/ 0 h 4625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6184" h="4625340">
                  <a:moveTo>
                    <a:pt x="0" y="4625340"/>
                  </a:moveTo>
                  <a:cubicBezTo>
                    <a:pt x="219710" y="4507230"/>
                    <a:pt x="509270" y="4410710"/>
                    <a:pt x="886460" y="4337050"/>
                  </a:cubicBezTo>
                  <a:cubicBezTo>
                    <a:pt x="1869440" y="4146550"/>
                    <a:pt x="2693670" y="3393440"/>
                    <a:pt x="2898140" y="2350770"/>
                  </a:cubicBezTo>
                  <a:cubicBezTo>
                    <a:pt x="3075940" y="1452880"/>
                    <a:pt x="2748280" y="571500"/>
                    <a:pt x="211328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" name="Freeform 22">
              <a:extLst>
                <a:ext uri="{FF2B5EF4-FFF2-40B4-BE49-F238E27FC236}">
                  <a16:creationId xmlns:a16="http://schemas.microsoft.com/office/drawing/2014/main" id="{804DAC9D-3CCD-8403-EBF3-FB8805B92261}"/>
                </a:ext>
              </a:extLst>
            </p:cNvPr>
            <p:cNvSpPr/>
            <p:nvPr/>
          </p:nvSpPr>
          <p:spPr>
            <a:xfrm>
              <a:off x="0" y="1270"/>
              <a:ext cx="2748157" cy="4544059"/>
            </a:xfrm>
            <a:custGeom>
              <a:avLst/>
              <a:gdLst>
                <a:gd name="connsiteX0" fmla="*/ 0 w 2748157"/>
                <a:gd name="connsiteY0" fmla="*/ 4544060 h 4544059"/>
                <a:gd name="connsiteX1" fmla="*/ 772160 w 2748157"/>
                <a:gd name="connsiteY1" fmla="*/ 4307840 h 4544059"/>
                <a:gd name="connsiteX2" fmla="*/ 2702560 w 2748157"/>
                <a:gd name="connsiteY2" fmla="*/ 2402840 h 4544059"/>
                <a:gd name="connsiteX3" fmla="*/ 1769110 w 2748157"/>
                <a:gd name="connsiteY3" fmla="*/ 0 h 4544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48157" h="4544059">
                  <a:moveTo>
                    <a:pt x="0" y="4544060"/>
                  </a:moveTo>
                  <a:cubicBezTo>
                    <a:pt x="199390" y="4448810"/>
                    <a:pt x="453390" y="4370070"/>
                    <a:pt x="772160" y="4307840"/>
                  </a:cubicBezTo>
                  <a:cubicBezTo>
                    <a:pt x="1715770" y="4124960"/>
                    <a:pt x="2506980" y="3402330"/>
                    <a:pt x="2702560" y="2402840"/>
                  </a:cubicBezTo>
                  <a:cubicBezTo>
                    <a:pt x="2887980" y="1459230"/>
                    <a:pt x="2494280" y="535940"/>
                    <a:pt x="176911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" name="Freeform 23">
              <a:extLst>
                <a:ext uri="{FF2B5EF4-FFF2-40B4-BE49-F238E27FC236}">
                  <a16:creationId xmlns:a16="http://schemas.microsoft.com/office/drawing/2014/main" id="{28FE25A3-7314-D2A7-7C2A-598BA36D9668}"/>
                </a:ext>
              </a:extLst>
            </p:cNvPr>
            <p:cNvSpPr/>
            <p:nvPr/>
          </p:nvSpPr>
          <p:spPr>
            <a:xfrm>
              <a:off x="0" y="0"/>
              <a:ext cx="2550702" cy="4469129"/>
            </a:xfrm>
            <a:custGeom>
              <a:avLst/>
              <a:gdLst>
                <a:gd name="connsiteX0" fmla="*/ 0 w 2550702"/>
                <a:gd name="connsiteY0" fmla="*/ 4469130 h 4469129"/>
                <a:gd name="connsiteX1" fmla="*/ 657860 w 2550702"/>
                <a:gd name="connsiteY1" fmla="*/ 4279900 h 4469129"/>
                <a:gd name="connsiteX2" fmla="*/ 2506980 w 2550702"/>
                <a:gd name="connsiteY2" fmla="*/ 2454910 h 4469129"/>
                <a:gd name="connsiteX3" fmla="*/ 1377950 w 2550702"/>
                <a:gd name="connsiteY3" fmla="*/ 0 h 446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0702" h="4469129">
                  <a:moveTo>
                    <a:pt x="0" y="4469130"/>
                  </a:moveTo>
                  <a:cubicBezTo>
                    <a:pt x="177800" y="4394200"/>
                    <a:pt x="393700" y="4330700"/>
                    <a:pt x="657860" y="4279900"/>
                  </a:cubicBezTo>
                  <a:cubicBezTo>
                    <a:pt x="1562100" y="4104640"/>
                    <a:pt x="2319020" y="3412490"/>
                    <a:pt x="2506980" y="2454910"/>
                  </a:cubicBezTo>
                  <a:cubicBezTo>
                    <a:pt x="2703830" y="1452880"/>
                    <a:pt x="2219960" y="476250"/>
                    <a:pt x="137795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7" name="Freeform 24">
              <a:extLst>
                <a:ext uri="{FF2B5EF4-FFF2-40B4-BE49-F238E27FC236}">
                  <a16:creationId xmlns:a16="http://schemas.microsoft.com/office/drawing/2014/main" id="{E7352C35-72AB-5CCE-D49B-7F7BBCD549E1}"/>
                </a:ext>
              </a:extLst>
            </p:cNvPr>
            <p:cNvSpPr/>
            <p:nvPr/>
          </p:nvSpPr>
          <p:spPr>
            <a:xfrm>
              <a:off x="0" y="0"/>
              <a:ext cx="2352213" cy="4396740"/>
            </a:xfrm>
            <a:custGeom>
              <a:avLst/>
              <a:gdLst>
                <a:gd name="connsiteX0" fmla="*/ 0 w 2352213"/>
                <a:gd name="connsiteY0" fmla="*/ 4396740 h 4396740"/>
                <a:gd name="connsiteX1" fmla="*/ 542290 w 2352213"/>
                <a:gd name="connsiteY1" fmla="*/ 4249420 h 4396740"/>
                <a:gd name="connsiteX2" fmla="*/ 2310130 w 2352213"/>
                <a:gd name="connsiteY2" fmla="*/ 2504440 h 4396740"/>
                <a:gd name="connsiteX3" fmla="*/ 882650 w 2352213"/>
                <a:gd name="connsiteY3" fmla="*/ 0 h 4396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213" h="4396740">
                  <a:moveTo>
                    <a:pt x="0" y="4396740"/>
                  </a:moveTo>
                  <a:cubicBezTo>
                    <a:pt x="152400" y="4339590"/>
                    <a:pt x="331470" y="4290060"/>
                    <a:pt x="542290" y="4249420"/>
                  </a:cubicBezTo>
                  <a:cubicBezTo>
                    <a:pt x="1405890" y="4081780"/>
                    <a:pt x="2131060" y="3420110"/>
                    <a:pt x="2310130" y="2504440"/>
                  </a:cubicBezTo>
                  <a:cubicBezTo>
                    <a:pt x="2524760" y="1416050"/>
                    <a:pt x="1898650" y="358140"/>
                    <a:pt x="88265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" name="Freeform 25">
              <a:extLst>
                <a:ext uri="{FF2B5EF4-FFF2-40B4-BE49-F238E27FC236}">
                  <a16:creationId xmlns:a16="http://schemas.microsoft.com/office/drawing/2014/main" id="{C8856C16-D513-1C7A-00CC-70F5BBC6523A}"/>
                </a:ext>
              </a:extLst>
            </p:cNvPr>
            <p:cNvSpPr/>
            <p:nvPr/>
          </p:nvSpPr>
          <p:spPr>
            <a:xfrm>
              <a:off x="0" y="2540"/>
              <a:ext cx="2154653" cy="4326889"/>
            </a:xfrm>
            <a:custGeom>
              <a:avLst/>
              <a:gdLst>
                <a:gd name="connsiteX0" fmla="*/ 0 w 2154653"/>
                <a:gd name="connsiteY0" fmla="*/ 4326890 h 4326889"/>
                <a:gd name="connsiteX1" fmla="*/ 427990 w 2154653"/>
                <a:gd name="connsiteY1" fmla="*/ 4217670 h 4326889"/>
                <a:gd name="connsiteX2" fmla="*/ 2114550 w 2154653"/>
                <a:gd name="connsiteY2" fmla="*/ 2552700 h 4326889"/>
                <a:gd name="connsiteX3" fmla="*/ 455930 w 2154653"/>
                <a:gd name="connsiteY3" fmla="*/ 82550 h 4326889"/>
                <a:gd name="connsiteX4" fmla="*/ 342900 w 2154653"/>
                <a:gd name="connsiteY4" fmla="*/ 63500 h 4326889"/>
                <a:gd name="connsiteX5" fmla="*/ 342900 w 2154653"/>
                <a:gd name="connsiteY5" fmla="*/ 63500 h 4326889"/>
                <a:gd name="connsiteX6" fmla="*/ 0 w 2154653"/>
                <a:gd name="connsiteY6" fmla="*/ 0 h 4326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4653" h="4326889">
                  <a:moveTo>
                    <a:pt x="0" y="4326890"/>
                  </a:moveTo>
                  <a:cubicBezTo>
                    <a:pt x="124460" y="4286250"/>
                    <a:pt x="266700" y="4249420"/>
                    <a:pt x="427990" y="4217670"/>
                  </a:cubicBezTo>
                  <a:cubicBezTo>
                    <a:pt x="1252220" y="4057650"/>
                    <a:pt x="1943100" y="3426460"/>
                    <a:pt x="2114550" y="2552700"/>
                  </a:cubicBezTo>
                  <a:cubicBezTo>
                    <a:pt x="2339340" y="1412240"/>
                    <a:pt x="1596390" y="306070"/>
                    <a:pt x="455930" y="82550"/>
                  </a:cubicBezTo>
                  <a:cubicBezTo>
                    <a:pt x="417830" y="74930"/>
                    <a:pt x="381000" y="68580"/>
                    <a:pt x="342900" y="63500"/>
                  </a:cubicBezTo>
                  <a:lnTo>
                    <a:pt x="342900" y="63500"/>
                  </a:lnTo>
                  <a:cubicBezTo>
                    <a:pt x="210820" y="44450"/>
                    <a:pt x="97790" y="24130"/>
                    <a:pt x="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F9C5FD6F-B0C0-A93F-8633-24DEB6A9909B}"/>
                </a:ext>
              </a:extLst>
            </p:cNvPr>
            <p:cNvSpPr/>
            <p:nvPr/>
          </p:nvSpPr>
          <p:spPr>
            <a:xfrm>
              <a:off x="0" y="198120"/>
              <a:ext cx="1955672" cy="4067809"/>
            </a:xfrm>
            <a:custGeom>
              <a:avLst/>
              <a:gdLst>
                <a:gd name="connsiteX0" fmla="*/ 0 w 1955672"/>
                <a:gd name="connsiteY0" fmla="*/ 4067810 h 4067809"/>
                <a:gd name="connsiteX1" fmla="*/ 312420 w 1955672"/>
                <a:gd name="connsiteY1" fmla="*/ 3992880 h 4067809"/>
                <a:gd name="connsiteX2" fmla="*/ 1917700 w 1955672"/>
                <a:gd name="connsiteY2" fmla="*/ 2407920 h 4067809"/>
                <a:gd name="connsiteX3" fmla="*/ 339090 w 1955672"/>
                <a:gd name="connsiteY3" fmla="*/ 57150 h 4067809"/>
                <a:gd name="connsiteX4" fmla="*/ 232410 w 1955672"/>
                <a:gd name="connsiteY4" fmla="*/ 39370 h 4067809"/>
                <a:gd name="connsiteX5" fmla="*/ 232410 w 1955672"/>
                <a:gd name="connsiteY5" fmla="*/ 39370 h 4067809"/>
                <a:gd name="connsiteX6" fmla="*/ 0 w 1955672"/>
                <a:gd name="connsiteY6" fmla="*/ 0 h 4067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5672" h="4067809">
                  <a:moveTo>
                    <a:pt x="0" y="4067810"/>
                  </a:moveTo>
                  <a:cubicBezTo>
                    <a:pt x="95250" y="4039870"/>
                    <a:pt x="198120" y="4015740"/>
                    <a:pt x="312420" y="3992880"/>
                  </a:cubicBezTo>
                  <a:cubicBezTo>
                    <a:pt x="1097280" y="3840480"/>
                    <a:pt x="1755140" y="3239770"/>
                    <a:pt x="1917700" y="2407920"/>
                  </a:cubicBezTo>
                  <a:cubicBezTo>
                    <a:pt x="2131060" y="1322070"/>
                    <a:pt x="1423670" y="269240"/>
                    <a:pt x="339090" y="57150"/>
                  </a:cubicBezTo>
                  <a:cubicBezTo>
                    <a:pt x="303530" y="49530"/>
                    <a:pt x="267970" y="44450"/>
                    <a:pt x="232410" y="39370"/>
                  </a:cubicBezTo>
                  <a:lnTo>
                    <a:pt x="232410" y="39370"/>
                  </a:lnTo>
                  <a:cubicBezTo>
                    <a:pt x="147320" y="27940"/>
                    <a:pt x="69850" y="13970"/>
                    <a:pt x="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05A5CB42-0B4F-B73F-816A-FAF43CD5B302}"/>
                </a:ext>
              </a:extLst>
            </p:cNvPr>
            <p:cNvSpPr/>
            <p:nvPr/>
          </p:nvSpPr>
          <p:spPr>
            <a:xfrm>
              <a:off x="0" y="388620"/>
              <a:ext cx="1758009" cy="3817620"/>
            </a:xfrm>
            <a:custGeom>
              <a:avLst/>
              <a:gdLst>
                <a:gd name="connsiteX0" fmla="*/ 0 w 1758009"/>
                <a:gd name="connsiteY0" fmla="*/ 3817620 h 3817620"/>
                <a:gd name="connsiteX1" fmla="*/ 198120 w 1758009"/>
                <a:gd name="connsiteY1" fmla="*/ 3773170 h 3817620"/>
                <a:gd name="connsiteX2" fmla="*/ 1722120 w 1758009"/>
                <a:gd name="connsiteY2" fmla="*/ 2268220 h 3817620"/>
                <a:gd name="connsiteX3" fmla="*/ 223520 w 1758009"/>
                <a:gd name="connsiteY3" fmla="*/ 35560 h 3817620"/>
                <a:gd name="connsiteX4" fmla="*/ 121920 w 1758009"/>
                <a:gd name="connsiteY4" fmla="*/ 19050 h 3817620"/>
                <a:gd name="connsiteX5" fmla="*/ 121920 w 1758009"/>
                <a:gd name="connsiteY5" fmla="*/ 19050 h 3817620"/>
                <a:gd name="connsiteX6" fmla="*/ 0 w 1758009"/>
                <a:gd name="connsiteY6" fmla="*/ 0 h 3817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8009" h="3817620">
                  <a:moveTo>
                    <a:pt x="0" y="3817620"/>
                  </a:moveTo>
                  <a:cubicBezTo>
                    <a:pt x="62230" y="3802380"/>
                    <a:pt x="128270" y="3787140"/>
                    <a:pt x="198120" y="3773170"/>
                  </a:cubicBezTo>
                  <a:cubicBezTo>
                    <a:pt x="942340" y="3628390"/>
                    <a:pt x="1567180" y="3058160"/>
                    <a:pt x="1722120" y="2268220"/>
                  </a:cubicBezTo>
                  <a:cubicBezTo>
                    <a:pt x="1924050" y="1238250"/>
                    <a:pt x="1253490" y="238760"/>
                    <a:pt x="223520" y="35560"/>
                  </a:cubicBezTo>
                  <a:cubicBezTo>
                    <a:pt x="189230" y="29210"/>
                    <a:pt x="156210" y="22860"/>
                    <a:pt x="121920" y="19050"/>
                  </a:cubicBezTo>
                  <a:lnTo>
                    <a:pt x="121920" y="19050"/>
                  </a:lnTo>
                  <a:cubicBezTo>
                    <a:pt x="78740" y="12700"/>
                    <a:pt x="38100" y="6350"/>
                    <a:pt x="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9D7504B3-D62A-A589-FFEF-4863373F98EB}"/>
                </a:ext>
              </a:extLst>
            </p:cNvPr>
            <p:cNvSpPr/>
            <p:nvPr/>
          </p:nvSpPr>
          <p:spPr>
            <a:xfrm>
              <a:off x="0" y="576580"/>
              <a:ext cx="1560701" cy="3572510"/>
            </a:xfrm>
            <a:custGeom>
              <a:avLst/>
              <a:gdLst>
                <a:gd name="connsiteX0" fmla="*/ 0 w 1560701"/>
                <a:gd name="connsiteY0" fmla="*/ 3572510 h 3572510"/>
                <a:gd name="connsiteX1" fmla="*/ 83820 w 1560701"/>
                <a:gd name="connsiteY1" fmla="*/ 3554730 h 3572510"/>
                <a:gd name="connsiteX2" fmla="*/ 1526540 w 1560701"/>
                <a:gd name="connsiteY2" fmla="*/ 2131060 h 3572510"/>
                <a:gd name="connsiteX3" fmla="*/ 107950 w 1560701"/>
                <a:gd name="connsiteY3" fmla="*/ 17780 h 3572510"/>
                <a:gd name="connsiteX4" fmla="*/ 11430 w 1560701"/>
                <a:gd name="connsiteY4" fmla="*/ 1270 h 3572510"/>
                <a:gd name="connsiteX5" fmla="*/ 11430 w 1560701"/>
                <a:gd name="connsiteY5" fmla="*/ 1270 h 3572510"/>
                <a:gd name="connsiteX6" fmla="*/ 0 w 1560701"/>
                <a:gd name="connsiteY6" fmla="*/ 0 h 3572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60701" h="3572510">
                  <a:moveTo>
                    <a:pt x="0" y="3572510"/>
                  </a:moveTo>
                  <a:cubicBezTo>
                    <a:pt x="26670" y="3566160"/>
                    <a:pt x="54610" y="3561080"/>
                    <a:pt x="83820" y="3554730"/>
                  </a:cubicBezTo>
                  <a:cubicBezTo>
                    <a:pt x="788670" y="3417570"/>
                    <a:pt x="1380490" y="2877820"/>
                    <a:pt x="1526540" y="2131060"/>
                  </a:cubicBezTo>
                  <a:cubicBezTo>
                    <a:pt x="1718310" y="1155700"/>
                    <a:pt x="1083310" y="209550"/>
                    <a:pt x="107950" y="17780"/>
                  </a:cubicBezTo>
                  <a:cubicBezTo>
                    <a:pt x="76200" y="11430"/>
                    <a:pt x="43180" y="6350"/>
                    <a:pt x="11430" y="1270"/>
                  </a:cubicBezTo>
                  <a:lnTo>
                    <a:pt x="11430" y="1270"/>
                  </a:lnTo>
                  <a:cubicBezTo>
                    <a:pt x="7620" y="1270"/>
                    <a:pt x="3810" y="0"/>
                    <a:pt x="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79B39338-B3E8-238A-CB0B-074C21F8384B}"/>
                </a:ext>
              </a:extLst>
            </p:cNvPr>
            <p:cNvSpPr/>
            <p:nvPr/>
          </p:nvSpPr>
          <p:spPr>
            <a:xfrm>
              <a:off x="0" y="767080"/>
              <a:ext cx="1363148" cy="3328669"/>
            </a:xfrm>
            <a:custGeom>
              <a:avLst/>
              <a:gdLst>
                <a:gd name="connsiteX0" fmla="*/ 0 w 1363148"/>
                <a:gd name="connsiteY0" fmla="*/ 3328670 h 3328669"/>
                <a:gd name="connsiteX1" fmla="*/ 1330960 w 1363148"/>
                <a:gd name="connsiteY1" fmla="*/ 1991360 h 3328669"/>
                <a:gd name="connsiteX2" fmla="*/ 0 w 1363148"/>
                <a:gd name="connsiteY2" fmla="*/ 0 h 3328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63148" h="3328669">
                  <a:moveTo>
                    <a:pt x="0" y="3328670"/>
                  </a:moveTo>
                  <a:cubicBezTo>
                    <a:pt x="651510" y="3190240"/>
                    <a:pt x="1193800" y="2686050"/>
                    <a:pt x="1330960" y="1991360"/>
                  </a:cubicBezTo>
                  <a:cubicBezTo>
                    <a:pt x="1511300" y="1074420"/>
                    <a:pt x="915670" y="184150"/>
                    <a:pt x="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B27E7CF8-D15E-1726-8A7C-8B025D9EED2D}"/>
                </a:ext>
              </a:extLst>
            </p:cNvPr>
            <p:cNvSpPr/>
            <p:nvPr/>
          </p:nvSpPr>
          <p:spPr>
            <a:xfrm>
              <a:off x="0" y="963930"/>
              <a:ext cx="1164612" cy="3074669"/>
            </a:xfrm>
            <a:custGeom>
              <a:avLst/>
              <a:gdLst>
                <a:gd name="connsiteX0" fmla="*/ 0 w 1164612"/>
                <a:gd name="connsiteY0" fmla="*/ 3074670 h 3074669"/>
                <a:gd name="connsiteX1" fmla="*/ 1134110 w 1164612"/>
                <a:gd name="connsiteY1" fmla="*/ 1846580 h 3074669"/>
                <a:gd name="connsiteX2" fmla="*/ 0 w 1164612"/>
                <a:gd name="connsiteY2" fmla="*/ 0 h 307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64612" h="3074669">
                  <a:moveTo>
                    <a:pt x="0" y="3074670"/>
                  </a:moveTo>
                  <a:cubicBezTo>
                    <a:pt x="560070" y="2912110"/>
                    <a:pt x="1014730" y="2457450"/>
                    <a:pt x="1134110" y="1846580"/>
                  </a:cubicBezTo>
                  <a:cubicBezTo>
                    <a:pt x="1296670" y="1022350"/>
                    <a:pt x="793750" y="223520"/>
                    <a:pt x="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2A91D50C-103A-1232-343C-532E44BDF622}"/>
                </a:ext>
              </a:extLst>
            </p:cNvPr>
            <p:cNvSpPr/>
            <p:nvPr/>
          </p:nvSpPr>
          <p:spPr>
            <a:xfrm>
              <a:off x="0" y="1173480"/>
              <a:ext cx="967036" cy="2795269"/>
            </a:xfrm>
            <a:custGeom>
              <a:avLst/>
              <a:gdLst>
                <a:gd name="connsiteX0" fmla="*/ 0 w 967036"/>
                <a:gd name="connsiteY0" fmla="*/ 2795270 h 2795269"/>
                <a:gd name="connsiteX1" fmla="*/ 938530 w 967036"/>
                <a:gd name="connsiteY1" fmla="*/ 1686560 h 2795269"/>
                <a:gd name="connsiteX2" fmla="*/ 0 w 967036"/>
                <a:gd name="connsiteY2" fmla="*/ 0 h 2795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67036" h="2795269">
                  <a:moveTo>
                    <a:pt x="0" y="2795270"/>
                  </a:moveTo>
                  <a:cubicBezTo>
                    <a:pt x="466090" y="2614930"/>
                    <a:pt x="835660" y="2213610"/>
                    <a:pt x="938530" y="1686560"/>
                  </a:cubicBezTo>
                  <a:cubicBezTo>
                    <a:pt x="1082040" y="960120"/>
                    <a:pt x="670560" y="252730"/>
                    <a:pt x="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F77FE2B2-6AEC-9923-8AE1-6C8A4EECEBB3}"/>
                </a:ext>
              </a:extLst>
            </p:cNvPr>
            <p:cNvSpPr/>
            <p:nvPr/>
          </p:nvSpPr>
          <p:spPr>
            <a:xfrm>
              <a:off x="0" y="1395730"/>
              <a:ext cx="769244" cy="2490469"/>
            </a:xfrm>
            <a:custGeom>
              <a:avLst/>
              <a:gdLst>
                <a:gd name="connsiteX0" fmla="*/ 0 w 769244"/>
                <a:gd name="connsiteY0" fmla="*/ 2490470 h 2490469"/>
                <a:gd name="connsiteX1" fmla="*/ 742950 w 769244"/>
                <a:gd name="connsiteY1" fmla="*/ 1516380 h 2490469"/>
                <a:gd name="connsiteX2" fmla="*/ 0 w 769244"/>
                <a:gd name="connsiteY2" fmla="*/ 0 h 2490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9244" h="2490469">
                  <a:moveTo>
                    <a:pt x="0" y="2490470"/>
                  </a:moveTo>
                  <a:cubicBezTo>
                    <a:pt x="370840" y="2302510"/>
                    <a:pt x="656590" y="1955800"/>
                    <a:pt x="742950" y="1516380"/>
                  </a:cubicBezTo>
                  <a:cubicBezTo>
                    <a:pt x="866140" y="887730"/>
                    <a:pt x="546100" y="274320"/>
                    <a:pt x="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" name="Freeform 33">
              <a:extLst>
                <a:ext uri="{FF2B5EF4-FFF2-40B4-BE49-F238E27FC236}">
                  <a16:creationId xmlns:a16="http://schemas.microsoft.com/office/drawing/2014/main" id="{A564BBFE-F4F5-C155-5518-936D008041EC}"/>
                </a:ext>
              </a:extLst>
            </p:cNvPr>
            <p:cNvSpPr/>
            <p:nvPr/>
          </p:nvSpPr>
          <p:spPr>
            <a:xfrm>
              <a:off x="0" y="1640839"/>
              <a:ext cx="570429" cy="2142489"/>
            </a:xfrm>
            <a:custGeom>
              <a:avLst/>
              <a:gdLst>
                <a:gd name="connsiteX0" fmla="*/ 0 w 570429"/>
                <a:gd name="connsiteY0" fmla="*/ 2142490 h 2142489"/>
                <a:gd name="connsiteX1" fmla="*/ 546100 w 570429"/>
                <a:gd name="connsiteY1" fmla="*/ 1322070 h 2142489"/>
                <a:gd name="connsiteX2" fmla="*/ 0 w 570429"/>
                <a:gd name="connsiteY2" fmla="*/ 0 h 2142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0429" h="2142489">
                  <a:moveTo>
                    <a:pt x="0" y="2142490"/>
                  </a:moveTo>
                  <a:cubicBezTo>
                    <a:pt x="274320" y="1958340"/>
                    <a:pt x="477520" y="1671320"/>
                    <a:pt x="546100" y="1322070"/>
                  </a:cubicBezTo>
                  <a:cubicBezTo>
                    <a:pt x="648970" y="796290"/>
                    <a:pt x="417830" y="281940"/>
                    <a:pt x="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" name="Freeform 34">
              <a:extLst>
                <a:ext uri="{FF2B5EF4-FFF2-40B4-BE49-F238E27FC236}">
                  <a16:creationId xmlns:a16="http://schemas.microsoft.com/office/drawing/2014/main" id="{7089E4AD-108D-C4E2-FB59-0213EF00AC9D}"/>
                </a:ext>
              </a:extLst>
            </p:cNvPr>
            <p:cNvSpPr/>
            <p:nvPr/>
          </p:nvSpPr>
          <p:spPr>
            <a:xfrm>
              <a:off x="0" y="1917700"/>
              <a:ext cx="372951" cy="1729740"/>
            </a:xfrm>
            <a:custGeom>
              <a:avLst/>
              <a:gdLst>
                <a:gd name="connsiteX0" fmla="*/ 0 w 372951"/>
                <a:gd name="connsiteY0" fmla="*/ 1729740 h 1729740"/>
                <a:gd name="connsiteX1" fmla="*/ 350520 w 372951"/>
                <a:gd name="connsiteY1" fmla="*/ 1096010 h 1729740"/>
                <a:gd name="connsiteX2" fmla="*/ 0 w 372951"/>
                <a:gd name="connsiteY2" fmla="*/ 0 h 1729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2951" h="1729740">
                  <a:moveTo>
                    <a:pt x="0" y="1729740"/>
                  </a:moveTo>
                  <a:cubicBezTo>
                    <a:pt x="173990" y="1565910"/>
                    <a:pt x="300990" y="1348740"/>
                    <a:pt x="350520" y="1096010"/>
                  </a:cubicBezTo>
                  <a:cubicBezTo>
                    <a:pt x="431800" y="679450"/>
                    <a:pt x="287020" y="271780"/>
                    <a:pt x="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" name="Freeform 35">
              <a:extLst>
                <a:ext uri="{FF2B5EF4-FFF2-40B4-BE49-F238E27FC236}">
                  <a16:creationId xmlns:a16="http://schemas.microsoft.com/office/drawing/2014/main" id="{DAA932BD-D6C7-E083-0B5E-5CB0D9363967}"/>
                </a:ext>
              </a:extLst>
            </p:cNvPr>
            <p:cNvSpPr/>
            <p:nvPr/>
          </p:nvSpPr>
          <p:spPr>
            <a:xfrm>
              <a:off x="0" y="2261870"/>
              <a:ext cx="175742" cy="1183639"/>
            </a:xfrm>
            <a:custGeom>
              <a:avLst/>
              <a:gdLst>
                <a:gd name="connsiteX0" fmla="*/ 0 w 175742"/>
                <a:gd name="connsiteY0" fmla="*/ 1183640 h 1183639"/>
                <a:gd name="connsiteX1" fmla="*/ 154940 w 175742"/>
                <a:gd name="connsiteY1" fmla="*/ 802640 h 1183639"/>
                <a:gd name="connsiteX2" fmla="*/ 0 w 175742"/>
                <a:gd name="connsiteY2" fmla="*/ 0 h 118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5742" h="1183639">
                  <a:moveTo>
                    <a:pt x="0" y="1183640"/>
                  </a:moveTo>
                  <a:cubicBezTo>
                    <a:pt x="73660" y="1070610"/>
                    <a:pt x="127000" y="942340"/>
                    <a:pt x="154940" y="802640"/>
                  </a:cubicBezTo>
                  <a:cubicBezTo>
                    <a:pt x="212090" y="514350"/>
                    <a:pt x="148590" y="229870"/>
                    <a:pt x="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pic>
        <p:nvPicPr>
          <p:cNvPr id="7" name="valantic logo">
            <a:extLst>
              <a:ext uri="{FF2B5EF4-FFF2-40B4-BE49-F238E27FC236}">
                <a16:creationId xmlns:a16="http://schemas.microsoft.com/office/drawing/2014/main" id="{229F41A1-E67C-3D74-44C9-B4997EBD3AC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168552" y="123982"/>
            <a:ext cx="2802006" cy="1080000"/>
          </a:xfrm>
          <a:prstGeom prst="rect">
            <a:avLst/>
          </a:prstGeom>
        </p:spPr>
      </p:pic>
      <p:sp>
        <p:nvSpPr>
          <p:cNvPr id="12" name="picture">
            <a:extLst>
              <a:ext uri="{FF2B5EF4-FFF2-40B4-BE49-F238E27FC236}">
                <a16:creationId xmlns:a16="http://schemas.microsoft.com/office/drawing/2014/main" id="{7E42A387-3CC7-8CD5-8417-6353C530874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0861" y="1476000"/>
            <a:ext cx="5436000" cy="3492000"/>
          </a:xfrm>
          <a:prstGeom prst="roundRect">
            <a:avLst>
              <a:gd name="adj" fmla="val 2731"/>
            </a:avLst>
          </a:prstGeom>
          <a:noFill/>
        </p:spPr>
        <p:txBody>
          <a:bodyPr anchor="ctr"/>
          <a:lstStyle>
            <a:lvl1pPr algn="ctr">
              <a:defRPr/>
            </a:lvl1pPr>
          </a:lstStyle>
          <a:p>
            <a:endParaRPr lang="de-DE" dirty="0"/>
          </a:p>
        </p:txBody>
      </p:sp>
      <p:sp>
        <p:nvSpPr>
          <p:cNvPr id="65" name="subtitle">
            <a:extLst>
              <a:ext uri="{FF2B5EF4-FFF2-40B4-BE49-F238E27FC236}">
                <a16:creationId xmlns:a16="http://schemas.microsoft.com/office/drawing/2014/main" id="{24BBF85F-CCE6-44E7-C627-CC3E4647BA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39100" y="5184000"/>
            <a:ext cx="5305138" cy="90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4pPr>
              <a:defRPr lang="en-US" dirty="0">
                <a:latin typeface="Segoe UI" panose="020B0502040204020203" pitchFamily="34" charset="0"/>
                <a:cs typeface="Segoe UI" panose="020B0502040204020203" pitchFamily="34" charset="0"/>
              </a:defRPr>
            </a:lvl4pPr>
          </a:lstStyle>
          <a:p>
            <a:pPr lvl="0"/>
            <a:endParaRPr lang="de-DE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3BC3BCD8-A855-5678-25AE-D2E54EED1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2238" y="4032000"/>
            <a:ext cx="5292000" cy="864000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000" baseline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DD89440-F2F5-D4C4-310C-AC38DD644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2238" y="1800000"/>
            <a:ext cx="5292000" cy="1980000"/>
          </a:xfrm>
        </p:spPr>
        <p:txBody>
          <a:bodyPr vert="horz" anchor="b"/>
          <a:lstStyle>
            <a:lvl1pPr algn="l">
              <a:lnSpc>
                <a:spcPts val="4000"/>
              </a:lnSpc>
              <a:defRPr sz="3600">
                <a:gradFill>
                  <a:gsLst>
                    <a:gs pos="0">
                      <a:srgbClr val="EF4251"/>
                    </a:gs>
                    <a:gs pos="100000">
                      <a:srgbClr val="F4704D"/>
                    </a:gs>
                  </a:gsLst>
                  <a:lin ang="18900000" scaled="0"/>
                </a:gra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72848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44 : divider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C4ABA484-1D96-6B0E-43DD-B4D2F812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3AB0EB1E-25C5-4740-9782-54CCC0C83B03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B993D690-6D2A-F7BD-357B-3CA8D3D2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51569EEC-71D9-CB9F-83F3-295CBD68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26, 2024</a:t>
            </a:r>
          </a:p>
        </p:txBody>
      </p:sp>
      <p:pic>
        <p:nvPicPr>
          <p:cNvPr id="11" name="guilloche">
            <a:extLst>
              <a:ext uri="{FF2B5EF4-FFF2-40B4-BE49-F238E27FC236}">
                <a16:creationId xmlns:a16="http://schemas.microsoft.com/office/drawing/2014/main" id="{9D860955-57B5-3D3F-6A9C-64ED6E5FC2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19646" y="11113"/>
            <a:ext cx="2972354" cy="6858000"/>
          </a:xfrm>
          <a:prstGeom prst="rect">
            <a:avLst/>
          </a:prstGeom>
        </p:spPr>
      </p:pic>
      <p:sp>
        <p:nvSpPr>
          <p:cNvPr id="47" name="subhead">
            <a:extLst>
              <a:ext uri="{FF2B5EF4-FFF2-40B4-BE49-F238E27FC236}">
                <a16:creationId xmlns:a16="http://schemas.microsoft.com/office/drawing/2014/main" id="{BB948570-F41B-BF3F-7426-F0E613D76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3960000"/>
            <a:ext cx="6480000" cy="216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defRPr lang="en-US" sz="2000" i="0" dirty="0" smtClean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de-DE" dirty="0"/>
          </a:p>
        </p:txBody>
      </p:sp>
      <p:sp>
        <p:nvSpPr>
          <p:cNvPr id="7" name="divider title">
            <a:extLst>
              <a:ext uri="{FF2B5EF4-FFF2-40B4-BE49-F238E27FC236}">
                <a16:creationId xmlns:a16="http://schemas.microsoft.com/office/drawing/2014/main" id="{C4AFD3F2-4434-8BC4-3CC3-7BE380357E9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40000" y="1476000"/>
            <a:ext cx="6480000" cy="2304000"/>
          </a:xfrm>
        </p:spPr>
        <p:txBody>
          <a:bodyPr anchor="b"/>
          <a:lstStyle>
            <a:lvl1pPr marL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0" kern="1200" spc="0" baseline="0" smtClean="0">
                <a:gradFill>
                  <a:gsLst>
                    <a:gs pos="0">
                      <a:srgbClr val="EF4251"/>
                    </a:gs>
                    <a:gs pos="100000">
                      <a:srgbClr val="F4704D"/>
                    </a:gs>
                  </a:gsLst>
                  <a:lin ang="18900000" scaled="0"/>
                </a:gradFill>
                <a:latin typeface="+mj-lt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079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45 : divider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C4ABA484-1D96-6B0E-43DD-B4D2F812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3AB0EB1E-25C5-4740-9782-54CCC0C83B03}" type="slidenum">
              <a:rPr lang="en-GB" smtClean="0"/>
              <a:pPr/>
              <a:t>‹Nr.›</a:t>
            </a:fld>
            <a:endParaRPr lang="en-GB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B993D690-6D2A-F7BD-357B-3CA8D3D2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51569EEC-71D9-CB9F-83F3-295CBD68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26, 2024</a:t>
            </a:r>
          </a:p>
        </p:txBody>
      </p:sp>
      <p:sp>
        <p:nvSpPr>
          <p:cNvPr id="3" name="picture right 11cm">
            <a:extLst>
              <a:ext uri="{FF2B5EF4-FFF2-40B4-BE49-F238E27FC236}">
                <a16:creationId xmlns:a16="http://schemas.microsoft.com/office/drawing/2014/main" id="{ECC79A25-DD4E-05F9-776D-49F4D1CEB1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44000" y="-97654"/>
            <a:ext cx="4032000" cy="6263504"/>
          </a:xfrm>
          <a:prstGeom prst="roundRect">
            <a:avLst>
              <a:gd name="adj" fmla="val 16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de-DE" dirty="0"/>
              <a:t>Bild durch Klicken auf Symbol hinzufügen</a:t>
            </a:r>
            <a:endParaRPr lang="en-ID" dirty="0"/>
          </a:p>
        </p:txBody>
      </p:sp>
      <p:sp>
        <p:nvSpPr>
          <p:cNvPr id="47" name="subhead">
            <a:extLst>
              <a:ext uri="{FF2B5EF4-FFF2-40B4-BE49-F238E27FC236}">
                <a16:creationId xmlns:a16="http://schemas.microsoft.com/office/drawing/2014/main" id="{BB948570-F41B-BF3F-7426-F0E613D76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3960000"/>
            <a:ext cx="6480000" cy="216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defRPr lang="en-US" sz="2000" i="0" dirty="0" smtClean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de-DE"/>
          </a:p>
        </p:txBody>
      </p:sp>
      <p:sp>
        <p:nvSpPr>
          <p:cNvPr id="7" name="divider title">
            <a:extLst>
              <a:ext uri="{FF2B5EF4-FFF2-40B4-BE49-F238E27FC236}">
                <a16:creationId xmlns:a16="http://schemas.microsoft.com/office/drawing/2014/main" id="{F00F14A7-CC35-ABB8-ADDE-239CEF703BC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40000" y="1476000"/>
            <a:ext cx="6480000" cy="2304000"/>
          </a:xfrm>
        </p:spPr>
        <p:txBody>
          <a:bodyPr anchor="b"/>
          <a:lstStyle>
            <a:lvl1pPr marL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  <a:defRPr lang="en-US" sz="3600" b="0" kern="1200" spc="0" baseline="0" smtClean="0">
                <a:gradFill>
                  <a:gsLst>
                    <a:gs pos="0">
                      <a:srgbClr val="EF4251"/>
                    </a:gs>
                    <a:gs pos="100000">
                      <a:srgbClr val="F4704D"/>
                    </a:gs>
                  </a:gsLst>
                  <a:lin ang="18900000" scaled="0"/>
                </a:gradFill>
                <a:latin typeface="+mj-lt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5140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46 :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">
            <a:extLst>
              <a:ext uri="{FF2B5EF4-FFF2-40B4-BE49-F238E27FC236}">
                <a16:creationId xmlns:a16="http://schemas.microsoft.com/office/drawing/2014/main" id="{C4ABA484-1D96-6B0E-43DD-B4D2F812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EB1E-25C5-4740-9782-54CCC0C83B03}" type="slidenum">
              <a:rPr lang="en-US" smtClean="0"/>
              <a:t>‹Nr.›</a:t>
            </a:fld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B993D690-6D2A-F7BD-357B-3CA8D3D2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valantic layout samples Route A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51569EEC-71D9-CB9F-83F3-295CBD68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26, 2024</a:t>
            </a:r>
          </a:p>
        </p:txBody>
      </p:sp>
      <p:pic>
        <p:nvPicPr>
          <p:cNvPr id="2" name="guilloche">
            <a:extLst>
              <a:ext uri="{FF2B5EF4-FFF2-40B4-BE49-F238E27FC236}">
                <a16:creationId xmlns:a16="http://schemas.microsoft.com/office/drawing/2014/main" id="{E677A4C0-4D92-E558-EBE9-70707033E4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19646" y="11113"/>
            <a:ext cx="2972354" cy="6858000"/>
          </a:xfrm>
          <a:prstGeom prst="rect">
            <a:avLst/>
          </a:prstGeom>
        </p:spPr>
      </p:pic>
      <p:sp>
        <p:nvSpPr>
          <p:cNvPr id="53" name="text">
            <a:extLst>
              <a:ext uri="{FF2B5EF4-FFF2-40B4-BE49-F238E27FC236}">
                <a16:creationId xmlns:a16="http://schemas.microsoft.com/office/drawing/2014/main" id="{D54450AC-AC28-8F06-B280-4DCA0717B1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79999" y="2545091"/>
            <a:ext cx="6840000" cy="3600000"/>
          </a:xfrm>
        </p:spPr>
        <p:txBody>
          <a:bodyPr/>
          <a:lstStyle>
            <a:lvl1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355600" algn="l"/>
              </a:tabLst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0" indent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355600" algn="l"/>
              </a:tabLst>
              <a:defRPr spc="4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2pPr>
            <a:lvl3pPr marL="0" indent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355600" algn="l"/>
              </a:tabLst>
              <a:defRPr sz="1600">
                <a:solidFill>
                  <a:schemeClr val="accent1"/>
                </a:solidFill>
              </a:defRPr>
            </a:lvl3pPr>
            <a:lvl4pPr marL="0" indent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355600" algn="l"/>
              </a:tabLst>
              <a:defRPr cap="all" spc="100" baseline="0">
                <a:solidFill>
                  <a:schemeClr val="tx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4pPr>
            <a:lvl5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355600" algn="l"/>
              </a:tabLst>
              <a:defRPr>
                <a:solidFill>
                  <a:srgbClr val="FF4B4B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0" name="title">
            <a:extLst>
              <a:ext uri="{FF2B5EF4-FFF2-40B4-BE49-F238E27FC236}">
                <a16:creationId xmlns:a16="http://schemas.microsoft.com/office/drawing/2014/main" id="{8AB546F2-9484-3FC2-840F-D7D025E677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79999" y="1476000"/>
            <a:ext cx="6840000" cy="468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3600" dirty="0">
                <a:gradFill>
                  <a:gsLst>
                    <a:gs pos="0">
                      <a:srgbClr val="EF4251"/>
                    </a:gs>
                    <a:gs pos="100000">
                      <a:srgbClr val="F4704D"/>
                    </a:gs>
                  </a:gsLst>
                  <a:lin ang="18900000" scaled="0"/>
                </a:gradFill>
                <a:latin typeface="+mj-lt"/>
                <a:ea typeface="Calibri" panose="020F0502020204030204" pitchFamily="34" charset="0"/>
                <a:cs typeface="Segoe UI Semibold" panose="020B0502040204020203" pitchFamily="34" charset="0"/>
              </a:defRPr>
            </a:lvl1pPr>
          </a:lstStyle>
          <a:p>
            <a:pPr lvl="0">
              <a:lnSpc>
                <a:spcPts val="4000"/>
              </a:lnSpc>
            </a:pPr>
            <a:r>
              <a:rPr lang="en-US"/>
              <a:t>Agenda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962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2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47 : agenda : pictur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number">
            <a:extLst>
              <a:ext uri="{FF2B5EF4-FFF2-40B4-BE49-F238E27FC236}">
                <a16:creationId xmlns:a16="http://schemas.microsoft.com/office/drawing/2014/main" id="{4A9A79FA-B946-DC94-8CD4-F9781F90A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138" y="6379200"/>
            <a:ext cx="288000" cy="180000"/>
          </a:xfrm>
        </p:spPr>
        <p:txBody>
          <a:bodyPr/>
          <a:lstStyle/>
          <a:p>
            <a:fld id="{3AB0EB1E-25C5-4740-9782-54CCC0C83B03}" type="slidenum">
              <a:rPr lang="en-US" smtClean="0"/>
              <a:t>‹Nr.›</a:t>
            </a:fld>
            <a:endParaRPr lang="en-US"/>
          </a:p>
        </p:txBody>
      </p:sp>
      <p:sp>
        <p:nvSpPr>
          <p:cNvPr id="90" name="footer">
            <a:extLst>
              <a:ext uri="{FF2B5EF4-FFF2-40B4-BE49-F238E27FC236}">
                <a16:creationId xmlns:a16="http://schemas.microsoft.com/office/drawing/2014/main" id="{CF6B3373-7C3F-A77B-C0D2-AC7E92A6E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0749" y="6379200"/>
            <a:ext cx="4082389" cy="180000"/>
          </a:xfrm>
        </p:spPr>
        <p:txBody>
          <a:bodyPr/>
          <a:lstStyle/>
          <a:p>
            <a:r>
              <a:rPr lang="en-US"/>
              <a:t>valantic layout samples Route A</a:t>
            </a:r>
          </a:p>
        </p:txBody>
      </p:sp>
      <p:sp>
        <p:nvSpPr>
          <p:cNvPr id="91" name="date">
            <a:extLst>
              <a:ext uri="{FF2B5EF4-FFF2-40B4-BE49-F238E27FC236}">
                <a16:creationId xmlns:a16="http://schemas.microsoft.com/office/drawing/2014/main" id="{7D661A03-7125-BDF0-8272-47D38FA50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0" y="6379200"/>
            <a:ext cx="2160000" cy="180000"/>
          </a:xfrm>
        </p:spPr>
        <p:txBody>
          <a:bodyPr/>
          <a:lstStyle/>
          <a:p>
            <a:r>
              <a:rPr lang="en-US"/>
              <a:t>April 26, 2024</a:t>
            </a:r>
          </a:p>
        </p:txBody>
      </p:sp>
      <p:sp>
        <p:nvSpPr>
          <p:cNvPr id="3" name="picture right">
            <a:extLst>
              <a:ext uri="{FF2B5EF4-FFF2-40B4-BE49-F238E27FC236}">
                <a16:creationId xmlns:a16="http://schemas.microsoft.com/office/drawing/2014/main" id="{843F6DC2-3D07-4462-BB8F-7AEA3A68E8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19998" y="-97654"/>
            <a:ext cx="6192000" cy="6263504"/>
          </a:xfrm>
          <a:prstGeom prst="roundRect">
            <a:avLst>
              <a:gd name="adj" fmla="val 164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lvl1pPr>
              <a:defRPr lang="en-ID" sz="600">
                <a:solidFill>
                  <a:schemeClr val="bg1">
                    <a:alpha val="0"/>
                  </a:schemeClr>
                </a:solidFill>
              </a:defRPr>
            </a:lvl1pPr>
          </a:lstStyle>
          <a:p>
            <a:pPr marL="0" lvl="0" algn="ctr" defTabSz="457074"/>
            <a:r>
              <a:rPr lang="de-DE"/>
              <a:t>Bild durch Klicken auf Symbol hinzufügen</a:t>
            </a:r>
            <a:endParaRPr lang="en-ID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76E3663C-892D-197A-5F6B-96A21C8B7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79999" y="2545091"/>
            <a:ext cx="4032000" cy="3600000"/>
          </a:xfrm>
        </p:spPr>
        <p:txBody>
          <a:bodyPr/>
          <a:lstStyle>
            <a:lvl1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355600" algn="l"/>
              </a:tabLst>
              <a:defRPr lang="en-US" sz="1400" b="0" kern="1200" baseline="0" noProof="0" dirty="0">
                <a:solidFill>
                  <a:schemeClr val="tx2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0" indent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355600" algn="l"/>
              </a:tabLst>
              <a:defRPr spc="4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2pPr>
            <a:lvl3pPr marL="0" indent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None/>
              <a:tabLst>
                <a:tab pos="355600" algn="l"/>
              </a:tabLst>
              <a:defRPr sz="1600">
                <a:solidFill>
                  <a:schemeClr val="accent1"/>
                </a:solidFill>
              </a:defRPr>
            </a:lvl3pPr>
            <a:lvl4pPr marL="0" indent="0"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>
                <a:tab pos="355600" algn="l"/>
              </a:tabLst>
              <a:defRPr lang="en-US" sz="1400" b="0" kern="1200" cap="all" spc="100" baseline="0" noProof="0" dirty="0">
                <a:solidFill>
                  <a:schemeClr val="tx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4pPr>
            <a:lvl5pPr>
              <a:lnSpc>
                <a:spcPts val="1800"/>
              </a:lnSpc>
              <a:spcBef>
                <a:spcPts val="600"/>
              </a:spcBef>
              <a:spcAft>
                <a:spcPts val="600"/>
              </a:spcAft>
              <a:tabLst>
                <a:tab pos="355600" algn="l"/>
              </a:tabLst>
              <a:defRPr>
                <a:solidFill>
                  <a:srgbClr val="FF4B4B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EDF7E160-55A8-140C-3492-A1FCFEAB93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79999" y="1476000"/>
            <a:ext cx="4032000" cy="4680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en-US" sz="3600" dirty="0">
                <a:gradFill>
                  <a:gsLst>
                    <a:gs pos="0">
                      <a:srgbClr val="EF4251"/>
                    </a:gs>
                    <a:gs pos="100000">
                      <a:srgbClr val="F4704D"/>
                    </a:gs>
                  </a:gsLst>
                  <a:lin ang="18900000" scaled="0"/>
                </a:gradFill>
                <a:latin typeface="+mj-lt"/>
                <a:ea typeface="Calibri" panose="020F0502020204030204" pitchFamily="34" charset="0"/>
                <a:cs typeface="Segoe UI Semibold" panose="020B0502040204020203" pitchFamily="34" charset="0"/>
              </a:defRPr>
            </a:lvl1pPr>
          </a:lstStyle>
          <a:p>
            <a:pPr lvl="0">
              <a:lnSpc>
                <a:spcPts val="4000"/>
              </a:lnSpc>
            </a:pPr>
            <a:r>
              <a:rPr lang="en-US"/>
              <a:t>Agenda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354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2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48 : picture :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uilloche">
            <a:extLst>
              <a:ext uri="{FF2B5EF4-FFF2-40B4-BE49-F238E27FC236}">
                <a16:creationId xmlns:a16="http://schemas.microsoft.com/office/drawing/2014/main" id="{69293DB0-C6F7-2489-2DEF-0AEB969F8C26}"/>
              </a:ext>
            </a:extLst>
          </p:cNvPr>
          <p:cNvGrpSpPr/>
          <p:nvPr/>
        </p:nvGrpSpPr>
        <p:grpSpPr>
          <a:xfrm>
            <a:off x="-1270" y="607059"/>
            <a:ext cx="2541033" cy="6250940"/>
            <a:chOff x="-1270" y="607059"/>
            <a:chExt cx="2541033" cy="6250940"/>
          </a:xfrm>
          <a:noFill/>
        </p:grpSpPr>
        <p:sp>
          <p:nvSpPr>
            <p:cNvPr id="68" name="Freeform 4">
              <a:extLst>
                <a:ext uri="{FF2B5EF4-FFF2-40B4-BE49-F238E27FC236}">
                  <a16:creationId xmlns:a16="http://schemas.microsoft.com/office/drawing/2014/main" id="{60FBA97A-E93C-7CB9-C39A-6E93B24F9A03}"/>
                </a:ext>
              </a:extLst>
            </p:cNvPr>
            <p:cNvSpPr/>
            <p:nvPr/>
          </p:nvSpPr>
          <p:spPr>
            <a:xfrm>
              <a:off x="0" y="607059"/>
              <a:ext cx="2539763" cy="6250940"/>
            </a:xfrm>
            <a:custGeom>
              <a:avLst/>
              <a:gdLst>
                <a:gd name="connsiteX0" fmla="*/ 87630 w 2539763"/>
                <a:gd name="connsiteY0" fmla="*/ 6250940 h 6250940"/>
                <a:gd name="connsiteX1" fmla="*/ 1399540 w 2539763"/>
                <a:gd name="connsiteY1" fmla="*/ 4823460 h 6250940"/>
                <a:gd name="connsiteX2" fmla="*/ 1402080 w 2539763"/>
                <a:gd name="connsiteY2" fmla="*/ 4820920 h 6250940"/>
                <a:gd name="connsiteX3" fmla="*/ 1403350 w 2539763"/>
                <a:gd name="connsiteY3" fmla="*/ 4819650 h 6250940"/>
                <a:gd name="connsiteX4" fmla="*/ 1403350 w 2539763"/>
                <a:gd name="connsiteY4" fmla="*/ 4819650 h 6250940"/>
                <a:gd name="connsiteX5" fmla="*/ 2510790 w 2539763"/>
                <a:gd name="connsiteY5" fmla="*/ 3190240 h 6250940"/>
                <a:gd name="connsiteX6" fmla="*/ 977900 w 2539763"/>
                <a:gd name="connsiteY6" fmla="*/ 640080 h 6250940"/>
                <a:gd name="connsiteX7" fmla="*/ 977900 w 2539763"/>
                <a:gd name="connsiteY7" fmla="*/ 640080 h 6250940"/>
                <a:gd name="connsiteX8" fmla="*/ 0 w 2539763"/>
                <a:gd name="connsiteY8" fmla="*/ 0 h 6250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9763" h="6250940">
                  <a:moveTo>
                    <a:pt x="87630" y="6250940"/>
                  </a:moveTo>
                  <a:cubicBezTo>
                    <a:pt x="264160" y="5720080"/>
                    <a:pt x="703580" y="5236210"/>
                    <a:pt x="1399540" y="4823460"/>
                  </a:cubicBezTo>
                  <a:cubicBezTo>
                    <a:pt x="1400810" y="4823460"/>
                    <a:pt x="1402080" y="4822190"/>
                    <a:pt x="1402080" y="4820920"/>
                  </a:cubicBezTo>
                  <a:cubicBezTo>
                    <a:pt x="1402080" y="4820920"/>
                    <a:pt x="1403350" y="4820920"/>
                    <a:pt x="1403350" y="4819650"/>
                  </a:cubicBezTo>
                  <a:lnTo>
                    <a:pt x="1403350" y="4819650"/>
                  </a:lnTo>
                  <a:cubicBezTo>
                    <a:pt x="1976120" y="4480560"/>
                    <a:pt x="2399030" y="3898900"/>
                    <a:pt x="2510790" y="3190240"/>
                  </a:cubicBezTo>
                  <a:cubicBezTo>
                    <a:pt x="2689860" y="2063750"/>
                    <a:pt x="2021840" y="998220"/>
                    <a:pt x="977900" y="640080"/>
                  </a:cubicBezTo>
                  <a:lnTo>
                    <a:pt x="977900" y="640080"/>
                  </a:lnTo>
                  <a:cubicBezTo>
                    <a:pt x="397510" y="439420"/>
                    <a:pt x="137160" y="27940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5">
              <a:extLst>
                <a:ext uri="{FF2B5EF4-FFF2-40B4-BE49-F238E27FC236}">
                  <a16:creationId xmlns:a16="http://schemas.microsoft.com/office/drawing/2014/main" id="{E409E09F-F5E5-748C-3DAA-8243F1286A41}"/>
                </a:ext>
              </a:extLst>
            </p:cNvPr>
            <p:cNvSpPr/>
            <p:nvPr/>
          </p:nvSpPr>
          <p:spPr>
            <a:xfrm>
              <a:off x="0" y="906780"/>
              <a:ext cx="2382692" cy="5930900"/>
            </a:xfrm>
            <a:custGeom>
              <a:avLst/>
              <a:gdLst>
                <a:gd name="connsiteX0" fmla="*/ 0 w 2382692"/>
                <a:gd name="connsiteY0" fmla="*/ 5930901 h 5930900"/>
                <a:gd name="connsiteX1" fmla="*/ 1272540 w 2382692"/>
                <a:gd name="connsiteY1" fmla="*/ 4550410 h 5930900"/>
                <a:gd name="connsiteX2" fmla="*/ 1275080 w 2382692"/>
                <a:gd name="connsiteY2" fmla="*/ 4549140 h 5930900"/>
                <a:gd name="connsiteX3" fmla="*/ 1276350 w 2382692"/>
                <a:gd name="connsiteY3" fmla="*/ 4547870 h 5930900"/>
                <a:gd name="connsiteX4" fmla="*/ 1276350 w 2382692"/>
                <a:gd name="connsiteY4" fmla="*/ 4547870 h 5930900"/>
                <a:gd name="connsiteX5" fmla="*/ 2354580 w 2382692"/>
                <a:gd name="connsiteY5" fmla="*/ 2961640 h 5930900"/>
                <a:gd name="connsiteX6" fmla="*/ 863600 w 2382692"/>
                <a:gd name="connsiteY6" fmla="*/ 480060 h 5930900"/>
                <a:gd name="connsiteX7" fmla="*/ 863600 w 2382692"/>
                <a:gd name="connsiteY7" fmla="*/ 480060 h 5930900"/>
                <a:gd name="connsiteX8" fmla="*/ 0 w 2382692"/>
                <a:gd name="connsiteY8" fmla="*/ 0 h 5930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92" h="5930900">
                  <a:moveTo>
                    <a:pt x="0" y="5930901"/>
                  </a:moveTo>
                  <a:cubicBezTo>
                    <a:pt x="172720" y="5417820"/>
                    <a:pt x="598170" y="4950460"/>
                    <a:pt x="1272540" y="4550410"/>
                  </a:cubicBezTo>
                  <a:cubicBezTo>
                    <a:pt x="1273810" y="4550410"/>
                    <a:pt x="1275080" y="4549140"/>
                    <a:pt x="1275080" y="4549140"/>
                  </a:cubicBezTo>
                  <a:cubicBezTo>
                    <a:pt x="1275080" y="4549140"/>
                    <a:pt x="1276350" y="4549140"/>
                    <a:pt x="1276350" y="4547870"/>
                  </a:cubicBezTo>
                  <a:lnTo>
                    <a:pt x="1276350" y="4547870"/>
                  </a:lnTo>
                  <a:cubicBezTo>
                    <a:pt x="1833880" y="4217670"/>
                    <a:pt x="2245360" y="3651250"/>
                    <a:pt x="2354580" y="2961640"/>
                  </a:cubicBezTo>
                  <a:cubicBezTo>
                    <a:pt x="2528570" y="1865630"/>
                    <a:pt x="1878330" y="829310"/>
                    <a:pt x="863600" y="480060"/>
                  </a:cubicBezTo>
                  <a:lnTo>
                    <a:pt x="863600" y="480060"/>
                  </a:lnTo>
                  <a:cubicBezTo>
                    <a:pt x="405130" y="321310"/>
                    <a:pt x="151130" y="18923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E0F6E2DB-430B-69BE-076E-F84FAEAC51D4}"/>
                </a:ext>
              </a:extLst>
            </p:cNvPr>
            <p:cNvSpPr/>
            <p:nvPr/>
          </p:nvSpPr>
          <p:spPr>
            <a:xfrm>
              <a:off x="0" y="1155700"/>
              <a:ext cx="2224391" cy="5449569"/>
            </a:xfrm>
            <a:custGeom>
              <a:avLst/>
              <a:gdLst>
                <a:gd name="connsiteX0" fmla="*/ 0 w 2224391"/>
                <a:gd name="connsiteY0" fmla="*/ 5449570 h 5449569"/>
                <a:gd name="connsiteX1" fmla="*/ 1145540 w 2224391"/>
                <a:gd name="connsiteY1" fmla="*/ 4328160 h 5449569"/>
                <a:gd name="connsiteX2" fmla="*/ 1148080 w 2224391"/>
                <a:gd name="connsiteY2" fmla="*/ 4326890 h 5449569"/>
                <a:gd name="connsiteX3" fmla="*/ 1149350 w 2224391"/>
                <a:gd name="connsiteY3" fmla="*/ 4325620 h 5449569"/>
                <a:gd name="connsiteX4" fmla="*/ 1149350 w 2224391"/>
                <a:gd name="connsiteY4" fmla="*/ 4325620 h 5449569"/>
                <a:gd name="connsiteX5" fmla="*/ 2197100 w 2224391"/>
                <a:gd name="connsiteY5" fmla="*/ 2783840 h 5449569"/>
                <a:gd name="connsiteX6" fmla="*/ 748030 w 2224391"/>
                <a:gd name="connsiteY6" fmla="*/ 372110 h 5449569"/>
                <a:gd name="connsiteX7" fmla="*/ 748030 w 2224391"/>
                <a:gd name="connsiteY7" fmla="*/ 372110 h 5449569"/>
                <a:gd name="connsiteX8" fmla="*/ 0 w 2224391"/>
                <a:gd name="connsiteY8" fmla="*/ 0 h 544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4391" h="5449569">
                  <a:moveTo>
                    <a:pt x="0" y="5449570"/>
                  </a:moveTo>
                  <a:cubicBezTo>
                    <a:pt x="205740" y="5036820"/>
                    <a:pt x="588010" y="4658360"/>
                    <a:pt x="1145540" y="4328160"/>
                  </a:cubicBezTo>
                  <a:cubicBezTo>
                    <a:pt x="1146810" y="4328160"/>
                    <a:pt x="1148080" y="4326890"/>
                    <a:pt x="1148080" y="4326890"/>
                  </a:cubicBezTo>
                  <a:cubicBezTo>
                    <a:pt x="1148080" y="4326890"/>
                    <a:pt x="1149350" y="4326890"/>
                    <a:pt x="1149350" y="4325620"/>
                  </a:cubicBezTo>
                  <a:lnTo>
                    <a:pt x="1149350" y="4325620"/>
                  </a:lnTo>
                  <a:cubicBezTo>
                    <a:pt x="1691640" y="4004310"/>
                    <a:pt x="2091690" y="3454400"/>
                    <a:pt x="2197100" y="2783840"/>
                  </a:cubicBezTo>
                  <a:cubicBezTo>
                    <a:pt x="2366010" y="1718310"/>
                    <a:pt x="1734820" y="709930"/>
                    <a:pt x="748030" y="372110"/>
                  </a:cubicBezTo>
                  <a:lnTo>
                    <a:pt x="748030" y="372110"/>
                  </a:lnTo>
                  <a:cubicBezTo>
                    <a:pt x="383540" y="245110"/>
                    <a:pt x="152400" y="13589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7">
              <a:extLst>
                <a:ext uri="{FF2B5EF4-FFF2-40B4-BE49-F238E27FC236}">
                  <a16:creationId xmlns:a16="http://schemas.microsoft.com/office/drawing/2014/main" id="{6A2A657C-4C93-7CF7-1A0F-552F93F5EAD6}"/>
                </a:ext>
              </a:extLst>
            </p:cNvPr>
            <p:cNvSpPr/>
            <p:nvPr/>
          </p:nvSpPr>
          <p:spPr>
            <a:xfrm>
              <a:off x="0" y="1381760"/>
              <a:ext cx="2067318" cy="5050789"/>
            </a:xfrm>
            <a:custGeom>
              <a:avLst/>
              <a:gdLst>
                <a:gd name="connsiteX0" fmla="*/ 0 w 2067318"/>
                <a:gd name="connsiteY0" fmla="*/ 5050790 h 5050789"/>
                <a:gd name="connsiteX1" fmla="*/ 1018540 w 2067318"/>
                <a:gd name="connsiteY1" fmla="*/ 4128770 h 5050789"/>
                <a:gd name="connsiteX2" fmla="*/ 1021080 w 2067318"/>
                <a:gd name="connsiteY2" fmla="*/ 4127500 h 5050789"/>
                <a:gd name="connsiteX3" fmla="*/ 1022350 w 2067318"/>
                <a:gd name="connsiteY3" fmla="*/ 4126230 h 5050789"/>
                <a:gd name="connsiteX4" fmla="*/ 1022350 w 2067318"/>
                <a:gd name="connsiteY4" fmla="*/ 4126230 h 5050789"/>
                <a:gd name="connsiteX5" fmla="*/ 2040890 w 2067318"/>
                <a:gd name="connsiteY5" fmla="*/ 2628900 h 5050789"/>
                <a:gd name="connsiteX6" fmla="*/ 632460 w 2067318"/>
                <a:gd name="connsiteY6" fmla="*/ 285750 h 5050789"/>
                <a:gd name="connsiteX7" fmla="*/ 632460 w 2067318"/>
                <a:gd name="connsiteY7" fmla="*/ 285750 h 5050789"/>
                <a:gd name="connsiteX8" fmla="*/ 0 w 2067318"/>
                <a:gd name="connsiteY8" fmla="*/ 0 h 5050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7318" h="5050789">
                  <a:moveTo>
                    <a:pt x="0" y="5050790"/>
                  </a:moveTo>
                  <a:cubicBezTo>
                    <a:pt x="213360" y="4714240"/>
                    <a:pt x="552450" y="4404360"/>
                    <a:pt x="1018540" y="4128770"/>
                  </a:cubicBezTo>
                  <a:cubicBezTo>
                    <a:pt x="1019810" y="4128770"/>
                    <a:pt x="1021080" y="4127500"/>
                    <a:pt x="1021080" y="4127500"/>
                  </a:cubicBezTo>
                  <a:cubicBezTo>
                    <a:pt x="1021080" y="4127500"/>
                    <a:pt x="1022350" y="4127500"/>
                    <a:pt x="1022350" y="4126230"/>
                  </a:cubicBezTo>
                  <a:lnTo>
                    <a:pt x="1022350" y="4126230"/>
                  </a:lnTo>
                  <a:cubicBezTo>
                    <a:pt x="1548130" y="3815080"/>
                    <a:pt x="1936750" y="3279140"/>
                    <a:pt x="2040890" y="2628900"/>
                  </a:cubicBezTo>
                  <a:cubicBezTo>
                    <a:pt x="2204720" y="1593850"/>
                    <a:pt x="1591310" y="614680"/>
                    <a:pt x="632460" y="285750"/>
                  </a:cubicBezTo>
                  <a:lnTo>
                    <a:pt x="632460" y="285750"/>
                  </a:lnTo>
                  <a:cubicBezTo>
                    <a:pt x="346710" y="186690"/>
                    <a:pt x="144780" y="9906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" name="Freeform 8">
              <a:extLst>
                <a:ext uri="{FF2B5EF4-FFF2-40B4-BE49-F238E27FC236}">
                  <a16:creationId xmlns:a16="http://schemas.microsoft.com/office/drawing/2014/main" id="{B224EE4A-6130-4131-6225-498FC0C2218F}"/>
                </a:ext>
              </a:extLst>
            </p:cNvPr>
            <p:cNvSpPr/>
            <p:nvPr/>
          </p:nvSpPr>
          <p:spPr>
            <a:xfrm>
              <a:off x="0" y="1587500"/>
              <a:ext cx="1908977" cy="4704079"/>
            </a:xfrm>
            <a:custGeom>
              <a:avLst/>
              <a:gdLst>
                <a:gd name="connsiteX0" fmla="*/ 0 w 1908977"/>
                <a:gd name="connsiteY0" fmla="*/ 4704080 h 4704079"/>
                <a:gd name="connsiteX1" fmla="*/ 891540 w 1908977"/>
                <a:gd name="connsiteY1" fmla="*/ 3948430 h 4704079"/>
                <a:gd name="connsiteX2" fmla="*/ 894080 w 1908977"/>
                <a:gd name="connsiteY2" fmla="*/ 3947160 h 4704079"/>
                <a:gd name="connsiteX3" fmla="*/ 895350 w 1908977"/>
                <a:gd name="connsiteY3" fmla="*/ 3945890 h 4704079"/>
                <a:gd name="connsiteX4" fmla="*/ 895350 w 1908977"/>
                <a:gd name="connsiteY4" fmla="*/ 3945890 h 4704079"/>
                <a:gd name="connsiteX5" fmla="*/ 1883410 w 1908977"/>
                <a:gd name="connsiteY5" fmla="*/ 2491740 h 4704079"/>
                <a:gd name="connsiteX6" fmla="*/ 516890 w 1908977"/>
                <a:gd name="connsiteY6" fmla="*/ 217170 h 4704079"/>
                <a:gd name="connsiteX7" fmla="*/ 516890 w 1908977"/>
                <a:gd name="connsiteY7" fmla="*/ 217170 h 4704079"/>
                <a:gd name="connsiteX8" fmla="*/ 0 w 1908977"/>
                <a:gd name="connsiteY8" fmla="*/ 0 h 470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8977" h="4704079">
                  <a:moveTo>
                    <a:pt x="0" y="4704080"/>
                  </a:moveTo>
                  <a:cubicBezTo>
                    <a:pt x="207010" y="4431030"/>
                    <a:pt x="504190" y="4178300"/>
                    <a:pt x="891540" y="3948430"/>
                  </a:cubicBezTo>
                  <a:cubicBezTo>
                    <a:pt x="892810" y="3948430"/>
                    <a:pt x="892810" y="3947160"/>
                    <a:pt x="894080" y="3947160"/>
                  </a:cubicBezTo>
                  <a:cubicBezTo>
                    <a:pt x="894080" y="3947160"/>
                    <a:pt x="895350" y="3947160"/>
                    <a:pt x="895350" y="3945890"/>
                  </a:cubicBezTo>
                  <a:lnTo>
                    <a:pt x="895350" y="3945890"/>
                  </a:lnTo>
                  <a:cubicBezTo>
                    <a:pt x="1405890" y="3643630"/>
                    <a:pt x="1783080" y="3124200"/>
                    <a:pt x="1883410" y="2491740"/>
                  </a:cubicBezTo>
                  <a:cubicBezTo>
                    <a:pt x="2042160" y="1487170"/>
                    <a:pt x="1446530" y="537210"/>
                    <a:pt x="516890" y="217170"/>
                  </a:cubicBezTo>
                  <a:lnTo>
                    <a:pt x="516890" y="217170"/>
                  </a:lnTo>
                  <a:cubicBezTo>
                    <a:pt x="298450" y="142240"/>
                    <a:pt x="130810" y="7366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" name="Freeform 9">
              <a:extLst>
                <a:ext uri="{FF2B5EF4-FFF2-40B4-BE49-F238E27FC236}">
                  <a16:creationId xmlns:a16="http://schemas.microsoft.com/office/drawing/2014/main" id="{DC015B29-A6DE-0E8D-EFFE-D93274BCCBC3}"/>
                </a:ext>
              </a:extLst>
            </p:cNvPr>
            <p:cNvSpPr/>
            <p:nvPr/>
          </p:nvSpPr>
          <p:spPr>
            <a:xfrm>
              <a:off x="-1270" y="1785620"/>
              <a:ext cx="1752274" cy="4387850"/>
            </a:xfrm>
            <a:custGeom>
              <a:avLst/>
              <a:gdLst>
                <a:gd name="connsiteX0" fmla="*/ 1270 w 1752274"/>
                <a:gd name="connsiteY0" fmla="*/ 4387850 h 4387850"/>
                <a:gd name="connsiteX1" fmla="*/ 765810 w 1752274"/>
                <a:gd name="connsiteY1" fmla="*/ 3776980 h 4387850"/>
                <a:gd name="connsiteX2" fmla="*/ 768350 w 1752274"/>
                <a:gd name="connsiteY2" fmla="*/ 3775710 h 4387850"/>
                <a:gd name="connsiteX3" fmla="*/ 769620 w 1752274"/>
                <a:gd name="connsiteY3" fmla="*/ 3774440 h 4387850"/>
                <a:gd name="connsiteX4" fmla="*/ 769620 w 1752274"/>
                <a:gd name="connsiteY4" fmla="*/ 3774440 h 4387850"/>
                <a:gd name="connsiteX5" fmla="*/ 1727200 w 1752274"/>
                <a:gd name="connsiteY5" fmla="*/ 2364740 h 4387850"/>
                <a:gd name="connsiteX6" fmla="*/ 401320 w 1752274"/>
                <a:gd name="connsiteY6" fmla="*/ 158750 h 4387850"/>
                <a:gd name="connsiteX7" fmla="*/ 401320 w 1752274"/>
                <a:gd name="connsiteY7" fmla="*/ 158750 h 4387850"/>
                <a:gd name="connsiteX8" fmla="*/ 0 w 1752274"/>
                <a:gd name="connsiteY8" fmla="*/ 0 h 4387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2274" h="4387850">
                  <a:moveTo>
                    <a:pt x="1270" y="4387850"/>
                  </a:moveTo>
                  <a:cubicBezTo>
                    <a:pt x="194310" y="4169410"/>
                    <a:pt x="448310" y="3964940"/>
                    <a:pt x="765810" y="3776980"/>
                  </a:cubicBezTo>
                  <a:cubicBezTo>
                    <a:pt x="767080" y="3776980"/>
                    <a:pt x="767080" y="3775710"/>
                    <a:pt x="768350" y="3775710"/>
                  </a:cubicBezTo>
                  <a:cubicBezTo>
                    <a:pt x="768350" y="3775710"/>
                    <a:pt x="769620" y="3775710"/>
                    <a:pt x="769620" y="3774440"/>
                  </a:cubicBezTo>
                  <a:lnTo>
                    <a:pt x="769620" y="3774440"/>
                  </a:lnTo>
                  <a:cubicBezTo>
                    <a:pt x="1264920" y="3481070"/>
                    <a:pt x="1630680" y="2978150"/>
                    <a:pt x="1727200" y="2364740"/>
                  </a:cubicBezTo>
                  <a:cubicBezTo>
                    <a:pt x="1882140" y="1389380"/>
                    <a:pt x="1304290" y="468630"/>
                    <a:pt x="401320" y="158750"/>
                  </a:cubicBezTo>
                  <a:lnTo>
                    <a:pt x="401320" y="158750"/>
                  </a:lnTo>
                  <a:cubicBezTo>
                    <a:pt x="241300" y="104140"/>
                    <a:pt x="109220" y="5207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10">
              <a:extLst>
                <a:ext uri="{FF2B5EF4-FFF2-40B4-BE49-F238E27FC236}">
                  <a16:creationId xmlns:a16="http://schemas.microsoft.com/office/drawing/2014/main" id="{6AC5437C-4369-341C-084A-3657E560D65C}"/>
                </a:ext>
              </a:extLst>
            </p:cNvPr>
            <p:cNvSpPr/>
            <p:nvPr/>
          </p:nvSpPr>
          <p:spPr>
            <a:xfrm>
              <a:off x="0" y="1976120"/>
              <a:ext cx="1593603" cy="4094479"/>
            </a:xfrm>
            <a:custGeom>
              <a:avLst/>
              <a:gdLst>
                <a:gd name="connsiteX0" fmla="*/ 0 w 1593603"/>
                <a:gd name="connsiteY0" fmla="*/ 4094480 h 4094479"/>
                <a:gd name="connsiteX1" fmla="*/ 637540 w 1593603"/>
                <a:gd name="connsiteY1" fmla="*/ 3611880 h 4094479"/>
                <a:gd name="connsiteX2" fmla="*/ 640080 w 1593603"/>
                <a:gd name="connsiteY2" fmla="*/ 3610610 h 4094479"/>
                <a:gd name="connsiteX3" fmla="*/ 641350 w 1593603"/>
                <a:gd name="connsiteY3" fmla="*/ 3610610 h 4094479"/>
                <a:gd name="connsiteX4" fmla="*/ 641350 w 1593603"/>
                <a:gd name="connsiteY4" fmla="*/ 3610610 h 4094479"/>
                <a:gd name="connsiteX5" fmla="*/ 1569720 w 1593603"/>
                <a:gd name="connsiteY5" fmla="*/ 2245360 h 4094479"/>
                <a:gd name="connsiteX6" fmla="*/ 284480 w 1593603"/>
                <a:gd name="connsiteY6" fmla="*/ 107950 h 4094479"/>
                <a:gd name="connsiteX7" fmla="*/ 284480 w 1593603"/>
                <a:gd name="connsiteY7" fmla="*/ 107950 h 4094479"/>
                <a:gd name="connsiteX8" fmla="*/ 0 w 1593603"/>
                <a:gd name="connsiteY8" fmla="*/ 0 h 4094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93603" h="4094479">
                  <a:moveTo>
                    <a:pt x="0" y="4094480"/>
                  </a:moveTo>
                  <a:cubicBezTo>
                    <a:pt x="171450" y="3924300"/>
                    <a:pt x="383540" y="3763010"/>
                    <a:pt x="637540" y="3611880"/>
                  </a:cubicBezTo>
                  <a:cubicBezTo>
                    <a:pt x="638810" y="3611880"/>
                    <a:pt x="638810" y="3610610"/>
                    <a:pt x="640080" y="3610610"/>
                  </a:cubicBezTo>
                  <a:cubicBezTo>
                    <a:pt x="640080" y="3610610"/>
                    <a:pt x="641350" y="3610610"/>
                    <a:pt x="641350" y="3610610"/>
                  </a:cubicBezTo>
                  <a:lnTo>
                    <a:pt x="641350" y="3610610"/>
                  </a:lnTo>
                  <a:cubicBezTo>
                    <a:pt x="1121410" y="3326130"/>
                    <a:pt x="1475740" y="2838450"/>
                    <a:pt x="1569720" y="2245360"/>
                  </a:cubicBezTo>
                  <a:cubicBezTo>
                    <a:pt x="1718310" y="1300480"/>
                    <a:pt x="1159510" y="407670"/>
                    <a:pt x="284480" y="107950"/>
                  </a:cubicBezTo>
                  <a:lnTo>
                    <a:pt x="284480" y="107950"/>
                  </a:lnTo>
                  <a:cubicBezTo>
                    <a:pt x="176530" y="71120"/>
                    <a:pt x="82550" y="3556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11">
              <a:extLst>
                <a:ext uri="{FF2B5EF4-FFF2-40B4-BE49-F238E27FC236}">
                  <a16:creationId xmlns:a16="http://schemas.microsoft.com/office/drawing/2014/main" id="{CAF0A9EA-D610-73BE-3FBA-A458518A999E}"/>
                </a:ext>
              </a:extLst>
            </p:cNvPr>
            <p:cNvSpPr/>
            <p:nvPr/>
          </p:nvSpPr>
          <p:spPr>
            <a:xfrm>
              <a:off x="0" y="2162810"/>
              <a:ext cx="1434362" cy="3818889"/>
            </a:xfrm>
            <a:custGeom>
              <a:avLst/>
              <a:gdLst>
                <a:gd name="connsiteX0" fmla="*/ 0 w 1434362"/>
                <a:gd name="connsiteY0" fmla="*/ 3818890 h 3818889"/>
                <a:gd name="connsiteX1" fmla="*/ 509270 w 1434362"/>
                <a:gd name="connsiteY1" fmla="*/ 3451860 h 3818889"/>
                <a:gd name="connsiteX2" fmla="*/ 511810 w 1434362"/>
                <a:gd name="connsiteY2" fmla="*/ 3450590 h 3818889"/>
                <a:gd name="connsiteX3" fmla="*/ 513080 w 1434362"/>
                <a:gd name="connsiteY3" fmla="*/ 3450590 h 3818889"/>
                <a:gd name="connsiteX4" fmla="*/ 513080 w 1434362"/>
                <a:gd name="connsiteY4" fmla="*/ 3450590 h 3818889"/>
                <a:gd name="connsiteX5" fmla="*/ 1410970 w 1434362"/>
                <a:gd name="connsiteY5" fmla="*/ 2128520 h 3818889"/>
                <a:gd name="connsiteX6" fmla="*/ 168910 w 1434362"/>
                <a:gd name="connsiteY6" fmla="*/ 60960 h 3818889"/>
                <a:gd name="connsiteX7" fmla="*/ 168910 w 1434362"/>
                <a:gd name="connsiteY7" fmla="*/ 60960 h 3818889"/>
                <a:gd name="connsiteX8" fmla="*/ 0 w 1434362"/>
                <a:gd name="connsiteY8" fmla="*/ 0 h 381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34362" h="3818889">
                  <a:moveTo>
                    <a:pt x="0" y="3818890"/>
                  </a:moveTo>
                  <a:cubicBezTo>
                    <a:pt x="144780" y="3690620"/>
                    <a:pt x="314960" y="3567430"/>
                    <a:pt x="509270" y="3451860"/>
                  </a:cubicBezTo>
                  <a:cubicBezTo>
                    <a:pt x="510540" y="3451860"/>
                    <a:pt x="510540" y="3450590"/>
                    <a:pt x="511810" y="3450590"/>
                  </a:cubicBezTo>
                  <a:cubicBezTo>
                    <a:pt x="511810" y="3450590"/>
                    <a:pt x="513080" y="3450590"/>
                    <a:pt x="513080" y="3450590"/>
                  </a:cubicBezTo>
                  <a:lnTo>
                    <a:pt x="513080" y="3450590"/>
                  </a:lnTo>
                  <a:cubicBezTo>
                    <a:pt x="977900" y="3176270"/>
                    <a:pt x="1320800" y="2703830"/>
                    <a:pt x="1410970" y="2128520"/>
                  </a:cubicBezTo>
                  <a:cubicBezTo>
                    <a:pt x="1555750" y="1214120"/>
                    <a:pt x="1014730" y="350520"/>
                    <a:pt x="168910" y="60960"/>
                  </a:cubicBezTo>
                  <a:lnTo>
                    <a:pt x="168910" y="60960"/>
                  </a:lnTo>
                  <a:cubicBezTo>
                    <a:pt x="107950" y="40640"/>
                    <a:pt x="52070" y="2032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12">
              <a:extLst>
                <a:ext uri="{FF2B5EF4-FFF2-40B4-BE49-F238E27FC236}">
                  <a16:creationId xmlns:a16="http://schemas.microsoft.com/office/drawing/2014/main" id="{5D0B50CD-8AEE-09C1-650B-ED022CC70213}"/>
                </a:ext>
              </a:extLst>
            </p:cNvPr>
            <p:cNvSpPr/>
            <p:nvPr/>
          </p:nvSpPr>
          <p:spPr>
            <a:xfrm>
              <a:off x="0" y="2344420"/>
              <a:ext cx="1277289" cy="3558539"/>
            </a:xfrm>
            <a:custGeom>
              <a:avLst/>
              <a:gdLst>
                <a:gd name="connsiteX0" fmla="*/ 0 w 1277289"/>
                <a:gd name="connsiteY0" fmla="*/ 3558540 h 3558539"/>
                <a:gd name="connsiteX1" fmla="*/ 382270 w 1277289"/>
                <a:gd name="connsiteY1" fmla="*/ 3296920 h 3558539"/>
                <a:gd name="connsiteX2" fmla="*/ 384810 w 1277289"/>
                <a:gd name="connsiteY2" fmla="*/ 3295650 h 3558539"/>
                <a:gd name="connsiteX3" fmla="*/ 386080 w 1277289"/>
                <a:gd name="connsiteY3" fmla="*/ 3295650 h 3558539"/>
                <a:gd name="connsiteX4" fmla="*/ 386080 w 1277289"/>
                <a:gd name="connsiteY4" fmla="*/ 3295650 h 3558539"/>
                <a:gd name="connsiteX5" fmla="*/ 1254760 w 1277289"/>
                <a:gd name="connsiteY5" fmla="*/ 2018030 h 3558539"/>
                <a:gd name="connsiteX6" fmla="*/ 53340 w 1277289"/>
                <a:gd name="connsiteY6" fmla="*/ 19050 h 3558539"/>
                <a:gd name="connsiteX7" fmla="*/ 53340 w 1277289"/>
                <a:gd name="connsiteY7" fmla="*/ 19050 h 3558539"/>
                <a:gd name="connsiteX8" fmla="*/ 0 w 1277289"/>
                <a:gd name="connsiteY8" fmla="*/ 0 h 3558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7289" h="3558539">
                  <a:moveTo>
                    <a:pt x="0" y="3558540"/>
                  </a:moveTo>
                  <a:cubicBezTo>
                    <a:pt x="114300" y="3468370"/>
                    <a:pt x="241300" y="3380740"/>
                    <a:pt x="382270" y="3296920"/>
                  </a:cubicBezTo>
                  <a:cubicBezTo>
                    <a:pt x="383540" y="3296920"/>
                    <a:pt x="383540" y="3295650"/>
                    <a:pt x="384810" y="3295650"/>
                  </a:cubicBezTo>
                  <a:cubicBezTo>
                    <a:pt x="384810" y="3295650"/>
                    <a:pt x="386080" y="3295650"/>
                    <a:pt x="386080" y="3295650"/>
                  </a:cubicBezTo>
                  <a:lnTo>
                    <a:pt x="386080" y="3295650"/>
                  </a:lnTo>
                  <a:cubicBezTo>
                    <a:pt x="834390" y="3030220"/>
                    <a:pt x="1165860" y="2573020"/>
                    <a:pt x="1254760" y="2018030"/>
                  </a:cubicBezTo>
                  <a:cubicBezTo>
                    <a:pt x="1394460" y="1134110"/>
                    <a:pt x="871220" y="299720"/>
                    <a:pt x="53340" y="19050"/>
                  </a:cubicBezTo>
                  <a:lnTo>
                    <a:pt x="53340" y="19050"/>
                  </a:lnTo>
                  <a:cubicBezTo>
                    <a:pt x="35560" y="12700"/>
                    <a:pt x="17780" y="635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" name="Freeform 13">
              <a:extLst>
                <a:ext uri="{FF2B5EF4-FFF2-40B4-BE49-F238E27FC236}">
                  <a16:creationId xmlns:a16="http://schemas.microsoft.com/office/drawing/2014/main" id="{F2104439-BA54-6146-2E1C-460CE54AC5B3}"/>
                </a:ext>
              </a:extLst>
            </p:cNvPr>
            <p:cNvSpPr/>
            <p:nvPr/>
          </p:nvSpPr>
          <p:spPr>
            <a:xfrm>
              <a:off x="0" y="2524760"/>
              <a:ext cx="1118896" cy="3309619"/>
            </a:xfrm>
            <a:custGeom>
              <a:avLst/>
              <a:gdLst>
                <a:gd name="connsiteX0" fmla="*/ 0 w 1118896"/>
                <a:gd name="connsiteY0" fmla="*/ 3309620 h 3309619"/>
                <a:gd name="connsiteX1" fmla="*/ 255270 w 1118896"/>
                <a:gd name="connsiteY1" fmla="*/ 3143250 h 3309619"/>
                <a:gd name="connsiteX2" fmla="*/ 257810 w 1118896"/>
                <a:gd name="connsiteY2" fmla="*/ 3141980 h 3309619"/>
                <a:gd name="connsiteX3" fmla="*/ 259080 w 1118896"/>
                <a:gd name="connsiteY3" fmla="*/ 3141980 h 3309619"/>
                <a:gd name="connsiteX4" fmla="*/ 259080 w 1118896"/>
                <a:gd name="connsiteY4" fmla="*/ 3141980 h 3309619"/>
                <a:gd name="connsiteX5" fmla="*/ 1097280 w 1118896"/>
                <a:gd name="connsiteY5" fmla="*/ 1908810 h 3309619"/>
                <a:gd name="connsiteX6" fmla="*/ 0 w 1118896"/>
                <a:gd name="connsiteY6" fmla="*/ 0 h 330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8896" h="3309619">
                  <a:moveTo>
                    <a:pt x="0" y="3309620"/>
                  </a:moveTo>
                  <a:cubicBezTo>
                    <a:pt x="78740" y="3252470"/>
                    <a:pt x="163830" y="3196590"/>
                    <a:pt x="255270" y="3143250"/>
                  </a:cubicBezTo>
                  <a:cubicBezTo>
                    <a:pt x="256540" y="3143250"/>
                    <a:pt x="256540" y="3141980"/>
                    <a:pt x="257810" y="3141980"/>
                  </a:cubicBezTo>
                  <a:cubicBezTo>
                    <a:pt x="257810" y="3141980"/>
                    <a:pt x="257810" y="3141980"/>
                    <a:pt x="259080" y="3141980"/>
                  </a:cubicBezTo>
                  <a:lnTo>
                    <a:pt x="259080" y="3141980"/>
                  </a:lnTo>
                  <a:cubicBezTo>
                    <a:pt x="692150" y="2885440"/>
                    <a:pt x="1012190" y="2444750"/>
                    <a:pt x="1097280" y="1908810"/>
                  </a:cubicBezTo>
                  <a:cubicBezTo>
                    <a:pt x="1228090" y="1076960"/>
                    <a:pt x="753110" y="29083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A200E2F6-D95E-2D8B-FFC0-41BA3A6276A7}"/>
                </a:ext>
              </a:extLst>
            </p:cNvPr>
            <p:cNvSpPr/>
            <p:nvPr/>
          </p:nvSpPr>
          <p:spPr>
            <a:xfrm>
              <a:off x="0" y="2713989"/>
              <a:ext cx="961616" cy="3059430"/>
            </a:xfrm>
            <a:custGeom>
              <a:avLst/>
              <a:gdLst>
                <a:gd name="connsiteX0" fmla="*/ 0 w 961616"/>
                <a:gd name="connsiteY0" fmla="*/ 3059430 h 3059430"/>
                <a:gd name="connsiteX1" fmla="*/ 128270 w 961616"/>
                <a:gd name="connsiteY1" fmla="*/ 2979420 h 3059430"/>
                <a:gd name="connsiteX2" fmla="*/ 130810 w 961616"/>
                <a:gd name="connsiteY2" fmla="*/ 2978150 h 3059430"/>
                <a:gd name="connsiteX3" fmla="*/ 132080 w 961616"/>
                <a:gd name="connsiteY3" fmla="*/ 2978150 h 3059430"/>
                <a:gd name="connsiteX4" fmla="*/ 132080 w 961616"/>
                <a:gd name="connsiteY4" fmla="*/ 2978150 h 3059430"/>
                <a:gd name="connsiteX5" fmla="*/ 941070 w 961616"/>
                <a:gd name="connsiteY5" fmla="*/ 1788160 h 3059430"/>
                <a:gd name="connsiteX6" fmla="*/ 0 w 961616"/>
                <a:gd name="connsiteY6" fmla="*/ 0 h 3059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1616" h="3059430">
                  <a:moveTo>
                    <a:pt x="0" y="3059430"/>
                  </a:moveTo>
                  <a:cubicBezTo>
                    <a:pt x="41910" y="3032760"/>
                    <a:pt x="83820" y="3006090"/>
                    <a:pt x="128270" y="2979420"/>
                  </a:cubicBezTo>
                  <a:cubicBezTo>
                    <a:pt x="129540" y="2979420"/>
                    <a:pt x="129540" y="2978150"/>
                    <a:pt x="130810" y="2978150"/>
                  </a:cubicBezTo>
                  <a:cubicBezTo>
                    <a:pt x="130810" y="2978150"/>
                    <a:pt x="130810" y="2978150"/>
                    <a:pt x="132080" y="2978150"/>
                  </a:cubicBezTo>
                  <a:lnTo>
                    <a:pt x="132080" y="2978150"/>
                  </a:lnTo>
                  <a:cubicBezTo>
                    <a:pt x="549910" y="2730500"/>
                    <a:pt x="858520" y="2306320"/>
                    <a:pt x="941070" y="1788160"/>
                  </a:cubicBezTo>
                  <a:cubicBezTo>
                    <a:pt x="1059180" y="1032510"/>
                    <a:pt x="657860" y="31369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15">
              <a:extLst>
                <a:ext uri="{FF2B5EF4-FFF2-40B4-BE49-F238E27FC236}">
                  <a16:creationId xmlns:a16="http://schemas.microsoft.com/office/drawing/2014/main" id="{C4A1A605-C7CB-5E37-6451-0591147E8F95}"/>
                </a:ext>
              </a:extLst>
            </p:cNvPr>
            <p:cNvSpPr/>
            <p:nvPr/>
          </p:nvSpPr>
          <p:spPr>
            <a:xfrm>
              <a:off x="0" y="2915920"/>
              <a:ext cx="803521" cy="2804159"/>
            </a:xfrm>
            <a:custGeom>
              <a:avLst/>
              <a:gdLst>
                <a:gd name="connsiteX0" fmla="*/ 0 w 803521"/>
                <a:gd name="connsiteY0" fmla="*/ 2804160 h 2804159"/>
                <a:gd name="connsiteX1" fmla="*/ 0 w 803521"/>
                <a:gd name="connsiteY1" fmla="*/ 2804160 h 2804159"/>
                <a:gd name="connsiteX2" fmla="*/ 3810 w 803521"/>
                <a:gd name="connsiteY2" fmla="*/ 2801620 h 2804159"/>
                <a:gd name="connsiteX3" fmla="*/ 5080 w 803521"/>
                <a:gd name="connsiteY3" fmla="*/ 2801620 h 2804159"/>
                <a:gd name="connsiteX4" fmla="*/ 5080 w 803521"/>
                <a:gd name="connsiteY4" fmla="*/ 2801620 h 2804159"/>
                <a:gd name="connsiteX5" fmla="*/ 783590 w 803521"/>
                <a:gd name="connsiteY5" fmla="*/ 1656080 h 2804159"/>
                <a:gd name="connsiteX6" fmla="*/ 0 w 803521"/>
                <a:gd name="connsiteY6" fmla="*/ 0 h 280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3521" h="2804159">
                  <a:moveTo>
                    <a:pt x="0" y="2804160"/>
                  </a:moveTo>
                  <a:cubicBezTo>
                    <a:pt x="0" y="2804160"/>
                    <a:pt x="1270" y="2804160"/>
                    <a:pt x="0" y="2804160"/>
                  </a:cubicBezTo>
                  <a:cubicBezTo>
                    <a:pt x="2540" y="2802890"/>
                    <a:pt x="2540" y="2802890"/>
                    <a:pt x="3810" y="2801620"/>
                  </a:cubicBezTo>
                  <a:cubicBezTo>
                    <a:pt x="3810" y="2801620"/>
                    <a:pt x="3810" y="2801620"/>
                    <a:pt x="5080" y="2801620"/>
                  </a:cubicBezTo>
                  <a:lnTo>
                    <a:pt x="5080" y="2801620"/>
                  </a:lnTo>
                  <a:cubicBezTo>
                    <a:pt x="407670" y="2562860"/>
                    <a:pt x="704850" y="2153920"/>
                    <a:pt x="783590" y="1656080"/>
                  </a:cubicBezTo>
                  <a:cubicBezTo>
                    <a:pt x="890270" y="976630"/>
                    <a:pt x="560070" y="32893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16">
              <a:extLst>
                <a:ext uri="{FF2B5EF4-FFF2-40B4-BE49-F238E27FC236}">
                  <a16:creationId xmlns:a16="http://schemas.microsoft.com/office/drawing/2014/main" id="{AFA4586E-4106-D0DA-8E82-D1F1E47BE77C}"/>
                </a:ext>
              </a:extLst>
            </p:cNvPr>
            <p:cNvSpPr/>
            <p:nvPr/>
          </p:nvSpPr>
          <p:spPr>
            <a:xfrm>
              <a:off x="0" y="3133089"/>
              <a:ext cx="645634" cy="2529839"/>
            </a:xfrm>
            <a:custGeom>
              <a:avLst/>
              <a:gdLst>
                <a:gd name="connsiteX0" fmla="*/ 0 w 645634"/>
                <a:gd name="connsiteY0" fmla="*/ 2529840 h 2529839"/>
                <a:gd name="connsiteX1" fmla="*/ 626110 w 645634"/>
                <a:gd name="connsiteY1" fmla="*/ 1510030 h 2529839"/>
                <a:gd name="connsiteX2" fmla="*/ 0 w 645634"/>
                <a:gd name="connsiteY2" fmla="*/ 0 h 252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5634" h="2529839">
                  <a:moveTo>
                    <a:pt x="0" y="2529840"/>
                  </a:moveTo>
                  <a:cubicBezTo>
                    <a:pt x="323850" y="2294890"/>
                    <a:pt x="557530" y="1935480"/>
                    <a:pt x="626110" y="1510030"/>
                  </a:cubicBezTo>
                  <a:cubicBezTo>
                    <a:pt x="721360" y="909320"/>
                    <a:pt x="461010" y="33528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" name="Freeform 17">
              <a:extLst>
                <a:ext uri="{FF2B5EF4-FFF2-40B4-BE49-F238E27FC236}">
                  <a16:creationId xmlns:a16="http://schemas.microsoft.com/office/drawing/2014/main" id="{FBCFE01C-D2E6-9438-52AF-6400215E78D6}"/>
                </a:ext>
              </a:extLst>
            </p:cNvPr>
            <p:cNvSpPr/>
            <p:nvPr/>
          </p:nvSpPr>
          <p:spPr>
            <a:xfrm>
              <a:off x="0" y="3373120"/>
              <a:ext cx="487144" cy="2212339"/>
            </a:xfrm>
            <a:custGeom>
              <a:avLst/>
              <a:gdLst>
                <a:gd name="connsiteX0" fmla="*/ 0 w 487144"/>
                <a:gd name="connsiteY0" fmla="*/ 2212340 h 2212339"/>
                <a:gd name="connsiteX1" fmla="*/ 468630 w 487144"/>
                <a:gd name="connsiteY1" fmla="*/ 1341120 h 2212339"/>
                <a:gd name="connsiteX2" fmla="*/ 0 w 487144"/>
                <a:gd name="connsiteY2" fmla="*/ 0 h 2212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7144" h="2212339">
                  <a:moveTo>
                    <a:pt x="0" y="2212340"/>
                  </a:moveTo>
                  <a:cubicBezTo>
                    <a:pt x="241300" y="1991360"/>
                    <a:pt x="412750" y="1689100"/>
                    <a:pt x="468630" y="1341120"/>
                  </a:cubicBezTo>
                  <a:cubicBezTo>
                    <a:pt x="549910" y="825500"/>
                    <a:pt x="358140" y="32893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" name="Freeform 18">
              <a:extLst>
                <a:ext uri="{FF2B5EF4-FFF2-40B4-BE49-F238E27FC236}">
                  <a16:creationId xmlns:a16="http://schemas.microsoft.com/office/drawing/2014/main" id="{BE823FF2-E223-2928-0245-7AB8B36A462A}"/>
                </a:ext>
              </a:extLst>
            </p:cNvPr>
            <p:cNvSpPr/>
            <p:nvPr/>
          </p:nvSpPr>
          <p:spPr>
            <a:xfrm>
              <a:off x="0" y="3643629"/>
              <a:ext cx="329119" cy="1831340"/>
            </a:xfrm>
            <a:custGeom>
              <a:avLst/>
              <a:gdLst>
                <a:gd name="connsiteX0" fmla="*/ 0 w 329119"/>
                <a:gd name="connsiteY0" fmla="*/ 1831340 h 1831340"/>
                <a:gd name="connsiteX1" fmla="*/ 311150 w 329119"/>
                <a:gd name="connsiteY1" fmla="*/ 1140460 h 1831340"/>
                <a:gd name="connsiteX2" fmla="*/ 0 w 329119"/>
                <a:gd name="connsiteY2" fmla="*/ 0 h 1831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9119" h="1831340">
                  <a:moveTo>
                    <a:pt x="0" y="1831340"/>
                  </a:moveTo>
                  <a:cubicBezTo>
                    <a:pt x="158750" y="1639570"/>
                    <a:pt x="269240" y="1404620"/>
                    <a:pt x="311150" y="1140460"/>
                  </a:cubicBezTo>
                  <a:cubicBezTo>
                    <a:pt x="378460" y="716280"/>
                    <a:pt x="252730" y="30734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" name="Freeform 19">
              <a:extLst>
                <a:ext uri="{FF2B5EF4-FFF2-40B4-BE49-F238E27FC236}">
                  <a16:creationId xmlns:a16="http://schemas.microsoft.com/office/drawing/2014/main" id="{B32A2137-B55E-6479-4A8C-E4CAA541084F}"/>
                </a:ext>
              </a:extLst>
            </p:cNvPr>
            <p:cNvSpPr/>
            <p:nvPr/>
          </p:nvSpPr>
          <p:spPr>
            <a:xfrm>
              <a:off x="0" y="3975100"/>
              <a:ext cx="170666" cy="1328420"/>
            </a:xfrm>
            <a:custGeom>
              <a:avLst/>
              <a:gdLst>
                <a:gd name="connsiteX0" fmla="*/ 0 w 170666"/>
                <a:gd name="connsiteY0" fmla="*/ 1328420 h 1328420"/>
                <a:gd name="connsiteX1" fmla="*/ 153670 w 170666"/>
                <a:gd name="connsiteY1" fmla="*/ 878840 h 1328420"/>
                <a:gd name="connsiteX2" fmla="*/ 0 w 170666"/>
                <a:gd name="connsiteY2" fmla="*/ 0 h 1328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66" h="1328420">
                  <a:moveTo>
                    <a:pt x="0" y="1328420"/>
                  </a:moveTo>
                  <a:cubicBezTo>
                    <a:pt x="74930" y="1192530"/>
                    <a:pt x="128270" y="1041400"/>
                    <a:pt x="153670" y="878840"/>
                  </a:cubicBezTo>
                  <a:cubicBezTo>
                    <a:pt x="203200" y="565150"/>
                    <a:pt x="142240" y="25908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" name="Freeform 20">
              <a:extLst>
                <a:ext uri="{FF2B5EF4-FFF2-40B4-BE49-F238E27FC236}">
                  <a16:creationId xmlns:a16="http://schemas.microsoft.com/office/drawing/2014/main" id="{95760FCA-72AE-FAF8-978F-DD31C8FBAC27}"/>
                </a:ext>
              </a:extLst>
            </p:cNvPr>
            <p:cNvSpPr/>
            <p:nvPr/>
          </p:nvSpPr>
          <p:spPr>
            <a:xfrm>
              <a:off x="0" y="4536440"/>
              <a:ext cx="12863" cy="364489"/>
            </a:xfrm>
            <a:custGeom>
              <a:avLst/>
              <a:gdLst>
                <a:gd name="connsiteX0" fmla="*/ 0 w 12863"/>
                <a:gd name="connsiteY0" fmla="*/ 364490 h 364489"/>
                <a:gd name="connsiteX1" fmla="*/ 0 w 12863"/>
                <a:gd name="connsiteY1" fmla="*/ 0 h 364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63" h="364489">
                  <a:moveTo>
                    <a:pt x="0" y="364490"/>
                  </a:moveTo>
                  <a:cubicBezTo>
                    <a:pt x="17780" y="240030"/>
                    <a:pt x="16510" y="11811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6" name="slide number">
            <a:extLst>
              <a:ext uri="{FF2B5EF4-FFF2-40B4-BE49-F238E27FC236}">
                <a16:creationId xmlns:a16="http://schemas.microsoft.com/office/drawing/2014/main" id="{C4ABA484-1D96-6B0E-43DD-B4D2F812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EB1E-25C5-4740-9782-54CCC0C83B03}" type="slidenum">
              <a:rPr lang="en-US" smtClean="0"/>
              <a:t>‹Nr.›</a:t>
            </a:fld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B993D690-6D2A-F7BD-357B-3CA8D3D2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valantic layout samples Route A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51569EEC-71D9-CB9F-83F3-295CBD68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26, 2024</a:t>
            </a:r>
          </a:p>
        </p:txBody>
      </p:sp>
      <p:sp>
        <p:nvSpPr>
          <p:cNvPr id="90" name="content">
            <a:extLst>
              <a:ext uri="{FF2B5EF4-FFF2-40B4-BE49-F238E27FC236}">
                <a16:creationId xmlns:a16="http://schemas.microsoft.com/office/drawing/2014/main" id="{2BDD7EEF-C2AB-B613-E302-AD31D66729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524000" y="1908175"/>
            <a:ext cx="4104000" cy="4140200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88" name="picture">
            <a:extLst>
              <a:ext uri="{FF2B5EF4-FFF2-40B4-BE49-F238E27FC236}">
                <a16:creationId xmlns:a16="http://schemas.microsoft.com/office/drawing/2014/main" id="{99D35E7D-71A5-30F2-9F69-24C1C7D9E2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0863" y="1908000"/>
            <a:ext cx="6694788" cy="4140000"/>
          </a:xfrm>
          <a:prstGeom prst="roundRect">
            <a:avLst>
              <a:gd name="adj" fmla="val 1832"/>
            </a:avLst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6" name="title">
            <a:extLst>
              <a:ext uri="{FF2B5EF4-FFF2-40B4-BE49-F238E27FC236}">
                <a16:creationId xmlns:a16="http://schemas.microsoft.com/office/drawing/2014/main" id="{457734AF-380A-E58A-7517-29028ECF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11" name="navigation">
            <a:extLst>
              <a:ext uri="{FF2B5EF4-FFF2-40B4-BE49-F238E27FC236}">
                <a16:creationId xmlns:a16="http://schemas.microsoft.com/office/drawing/2014/main" id="{967999FE-8BA5-9C3F-6036-DD3B5A6974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164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41910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49 : introduction right :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uilloche">
            <a:extLst>
              <a:ext uri="{FF2B5EF4-FFF2-40B4-BE49-F238E27FC236}">
                <a16:creationId xmlns:a16="http://schemas.microsoft.com/office/drawing/2014/main" id="{2C7B25B5-91EE-30F3-16B9-3144C1495FEA}"/>
              </a:ext>
            </a:extLst>
          </p:cNvPr>
          <p:cNvGrpSpPr/>
          <p:nvPr userDrawn="1"/>
        </p:nvGrpSpPr>
        <p:grpSpPr>
          <a:xfrm>
            <a:off x="-1270" y="607059"/>
            <a:ext cx="2541033" cy="6250940"/>
            <a:chOff x="-1270" y="607059"/>
            <a:chExt cx="2541033" cy="6250940"/>
          </a:xfrm>
          <a:noFill/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27A575F2-9B81-5E2A-2868-919159DC7088}"/>
                </a:ext>
              </a:extLst>
            </p:cNvPr>
            <p:cNvSpPr/>
            <p:nvPr/>
          </p:nvSpPr>
          <p:spPr>
            <a:xfrm>
              <a:off x="0" y="607059"/>
              <a:ext cx="2539763" cy="6250940"/>
            </a:xfrm>
            <a:custGeom>
              <a:avLst/>
              <a:gdLst>
                <a:gd name="connsiteX0" fmla="*/ 87630 w 2539763"/>
                <a:gd name="connsiteY0" fmla="*/ 6250940 h 6250940"/>
                <a:gd name="connsiteX1" fmla="*/ 1399540 w 2539763"/>
                <a:gd name="connsiteY1" fmla="*/ 4823460 h 6250940"/>
                <a:gd name="connsiteX2" fmla="*/ 1402080 w 2539763"/>
                <a:gd name="connsiteY2" fmla="*/ 4820920 h 6250940"/>
                <a:gd name="connsiteX3" fmla="*/ 1403350 w 2539763"/>
                <a:gd name="connsiteY3" fmla="*/ 4819650 h 6250940"/>
                <a:gd name="connsiteX4" fmla="*/ 1403350 w 2539763"/>
                <a:gd name="connsiteY4" fmla="*/ 4819650 h 6250940"/>
                <a:gd name="connsiteX5" fmla="*/ 2510790 w 2539763"/>
                <a:gd name="connsiteY5" fmla="*/ 3190240 h 6250940"/>
                <a:gd name="connsiteX6" fmla="*/ 977900 w 2539763"/>
                <a:gd name="connsiteY6" fmla="*/ 640080 h 6250940"/>
                <a:gd name="connsiteX7" fmla="*/ 977900 w 2539763"/>
                <a:gd name="connsiteY7" fmla="*/ 640080 h 6250940"/>
                <a:gd name="connsiteX8" fmla="*/ 0 w 2539763"/>
                <a:gd name="connsiteY8" fmla="*/ 0 h 6250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9763" h="6250940">
                  <a:moveTo>
                    <a:pt x="87630" y="6250940"/>
                  </a:moveTo>
                  <a:cubicBezTo>
                    <a:pt x="264160" y="5720080"/>
                    <a:pt x="703580" y="5236210"/>
                    <a:pt x="1399540" y="4823460"/>
                  </a:cubicBezTo>
                  <a:cubicBezTo>
                    <a:pt x="1400810" y="4823460"/>
                    <a:pt x="1402080" y="4822190"/>
                    <a:pt x="1402080" y="4820920"/>
                  </a:cubicBezTo>
                  <a:cubicBezTo>
                    <a:pt x="1402080" y="4820920"/>
                    <a:pt x="1403350" y="4820920"/>
                    <a:pt x="1403350" y="4819650"/>
                  </a:cubicBezTo>
                  <a:lnTo>
                    <a:pt x="1403350" y="4819650"/>
                  </a:lnTo>
                  <a:cubicBezTo>
                    <a:pt x="1976120" y="4480560"/>
                    <a:pt x="2399030" y="3898900"/>
                    <a:pt x="2510790" y="3190240"/>
                  </a:cubicBezTo>
                  <a:cubicBezTo>
                    <a:pt x="2689860" y="2063750"/>
                    <a:pt x="2021840" y="998220"/>
                    <a:pt x="977900" y="640080"/>
                  </a:cubicBezTo>
                  <a:lnTo>
                    <a:pt x="977900" y="640080"/>
                  </a:lnTo>
                  <a:cubicBezTo>
                    <a:pt x="397510" y="439420"/>
                    <a:pt x="137160" y="27940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8D196A55-FC7A-C5A6-617B-A90AA23F09B4}"/>
                </a:ext>
              </a:extLst>
            </p:cNvPr>
            <p:cNvSpPr/>
            <p:nvPr/>
          </p:nvSpPr>
          <p:spPr>
            <a:xfrm>
              <a:off x="0" y="906780"/>
              <a:ext cx="2382692" cy="5930900"/>
            </a:xfrm>
            <a:custGeom>
              <a:avLst/>
              <a:gdLst>
                <a:gd name="connsiteX0" fmla="*/ 0 w 2382692"/>
                <a:gd name="connsiteY0" fmla="*/ 5930901 h 5930900"/>
                <a:gd name="connsiteX1" fmla="*/ 1272540 w 2382692"/>
                <a:gd name="connsiteY1" fmla="*/ 4550410 h 5930900"/>
                <a:gd name="connsiteX2" fmla="*/ 1275080 w 2382692"/>
                <a:gd name="connsiteY2" fmla="*/ 4549140 h 5930900"/>
                <a:gd name="connsiteX3" fmla="*/ 1276350 w 2382692"/>
                <a:gd name="connsiteY3" fmla="*/ 4547870 h 5930900"/>
                <a:gd name="connsiteX4" fmla="*/ 1276350 w 2382692"/>
                <a:gd name="connsiteY4" fmla="*/ 4547870 h 5930900"/>
                <a:gd name="connsiteX5" fmla="*/ 2354580 w 2382692"/>
                <a:gd name="connsiteY5" fmla="*/ 2961640 h 5930900"/>
                <a:gd name="connsiteX6" fmla="*/ 863600 w 2382692"/>
                <a:gd name="connsiteY6" fmla="*/ 480060 h 5930900"/>
                <a:gd name="connsiteX7" fmla="*/ 863600 w 2382692"/>
                <a:gd name="connsiteY7" fmla="*/ 480060 h 5930900"/>
                <a:gd name="connsiteX8" fmla="*/ 0 w 2382692"/>
                <a:gd name="connsiteY8" fmla="*/ 0 h 5930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2692" h="5930900">
                  <a:moveTo>
                    <a:pt x="0" y="5930901"/>
                  </a:moveTo>
                  <a:cubicBezTo>
                    <a:pt x="172720" y="5417820"/>
                    <a:pt x="598170" y="4950460"/>
                    <a:pt x="1272540" y="4550410"/>
                  </a:cubicBezTo>
                  <a:cubicBezTo>
                    <a:pt x="1273810" y="4550410"/>
                    <a:pt x="1275080" y="4549140"/>
                    <a:pt x="1275080" y="4549140"/>
                  </a:cubicBezTo>
                  <a:cubicBezTo>
                    <a:pt x="1275080" y="4549140"/>
                    <a:pt x="1276350" y="4549140"/>
                    <a:pt x="1276350" y="4547870"/>
                  </a:cubicBezTo>
                  <a:lnTo>
                    <a:pt x="1276350" y="4547870"/>
                  </a:lnTo>
                  <a:cubicBezTo>
                    <a:pt x="1833880" y="4217670"/>
                    <a:pt x="2245360" y="3651250"/>
                    <a:pt x="2354580" y="2961640"/>
                  </a:cubicBezTo>
                  <a:cubicBezTo>
                    <a:pt x="2528570" y="1865630"/>
                    <a:pt x="1878330" y="829310"/>
                    <a:pt x="863600" y="480060"/>
                  </a:cubicBezTo>
                  <a:lnTo>
                    <a:pt x="863600" y="480060"/>
                  </a:lnTo>
                  <a:cubicBezTo>
                    <a:pt x="405130" y="321310"/>
                    <a:pt x="151130" y="18923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0E19AF95-942A-FDAD-AB22-F1503374B1E8}"/>
                </a:ext>
              </a:extLst>
            </p:cNvPr>
            <p:cNvSpPr/>
            <p:nvPr/>
          </p:nvSpPr>
          <p:spPr>
            <a:xfrm>
              <a:off x="0" y="1155700"/>
              <a:ext cx="2224391" cy="5449569"/>
            </a:xfrm>
            <a:custGeom>
              <a:avLst/>
              <a:gdLst>
                <a:gd name="connsiteX0" fmla="*/ 0 w 2224391"/>
                <a:gd name="connsiteY0" fmla="*/ 5449570 h 5449569"/>
                <a:gd name="connsiteX1" fmla="*/ 1145540 w 2224391"/>
                <a:gd name="connsiteY1" fmla="*/ 4328160 h 5449569"/>
                <a:gd name="connsiteX2" fmla="*/ 1148080 w 2224391"/>
                <a:gd name="connsiteY2" fmla="*/ 4326890 h 5449569"/>
                <a:gd name="connsiteX3" fmla="*/ 1149350 w 2224391"/>
                <a:gd name="connsiteY3" fmla="*/ 4325620 h 5449569"/>
                <a:gd name="connsiteX4" fmla="*/ 1149350 w 2224391"/>
                <a:gd name="connsiteY4" fmla="*/ 4325620 h 5449569"/>
                <a:gd name="connsiteX5" fmla="*/ 2197100 w 2224391"/>
                <a:gd name="connsiteY5" fmla="*/ 2783840 h 5449569"/>
                <a:gd name="connsiteX6" fmla="*/ 748030 w 2224391"/>
                <a:gd name="connsiteY6" fmla="*/ 372110 h 5449569"/>
                <a:gd name="connsiteX7" fmla="*/ 748030 w 2224391"/>
                <a:gd name="connsiteY7" fmla="*/ 372110 h 5449569"/>
                <a:gd name="connsiteX8" fmla="*/ 0 w 2224391"/>
                <a:gd name="connsiteY8" fmla="*/ 0 h 544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4391" h="5449569">
                  <a:moveTo>
                    <a:pt x="0" y="5449570"/>
                  </a:moveTo>
                  <a:cubicBezTo>
                    <a:pt x="205740" y="5036820"/>
                    <a:pt x="588010" y="4658360"/>
                    <a:pt x="1145540" y="4328160"/>
                  </a:cubicBezTo>
                  <a:cubicBezTo>
                    <a:pt x="1146810" y="4328160"/>
                    <a:pt x="1148080" y="4326890"/>
                    <a:pt x="1148080" y="4326890"/>
                  </a:cubicBezTo>
                  <a:cubicBezTo>
                    <a:pt x="1148080" y="4326890"/>
                    <a:pt x="1149350" y="4326890"/>
                    <a:pt x="1149350" y="4325620"/>
                  </a:cubicBezTo>
                  <a:lnTo>
                    <a:pt x="1149350" y="4325620"/>
                  </a:lnTo>
                  <a:cubicBezTo>
                    <a:pt x="1691640" y="4004310"/>
                    <a:pt x="2091690" y="3454400"/>
                    <a:pt x="2197100" y="2783840"/>
                  </a:cubicBezTo>
                  <a:cubicBezTo>
                    <a:pt x="2366010" y="1718310"/>
                    <a:pt x="1734820" y="709930"/>
                    <a:pt x="748030" y="372110"/>
                  </a:cubicBezTo>
                  <a:lnTo>
                    <a:pt x="748030" y="372110"/>
                  </a:lnTo>
                  <a:cubicBezTo>
                    <a:pt x="383540" y="245110"/>
                    <a:pt x="152400" y="13589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85DE7FD9-0A9D-C88B-6A09-A4B16A8AC4B2}"/>
                </a:ext>
              </a:extLst>
            </p:cNvPr>
            <p:cNvSpPr/>
            <p:nvPr/>
          </p:nvSpPr>
          <p:spPr>
            <a:xfrm>
              <a:off x="0" y="1381760"/>
              <a:ext cx="2067318" cy="5050789"/>
            </a:xfrm>
            <a:custGeom>
              <a:avLst/>
              <a:gdLst>
                <a:gd name="connsiteX0" fmla="*/ 0 w 2067318"/>
                <a:gd name="connsiteY0" fmla="*/ 5050790 h 5050789"/>
                <a:gd name="connsiteX1" fmla="*/ 1018540 w 2067318"/>
                <a:gd name="connsiteY1" fmla="*/ 4128770 h 5050789"/>
                <a:gd name="connsiteX2" fmla="*/ 1021080 w 2067318"/>
                <a:gd name="connsiteY2" fmla="*/ 4127500 h 5050789"/>
                <a:gd name="connsiteX3" fmla="*/ 1022350 w 2067318"/>
                <a:gd name="connsiteY3" fmla="*/ 4126230 h 5050789"/>
                <a:gd name="connsiteX4" fmla="*/ 1022350 w 2067318"/>
                <a:gd name="connsiteY4" fmla="*/ 4126230 h 5050789"/>
                <a:gd name="connsiteX5" fmla="*/ 2040890 w 2067318"/>
                <a:gd name="connsiteY5" fmla="*/ 2628900 h 5050789"/>
                <a:gd name="connsiteX6" fmla="*/ 632460 w 2067318"/>
                <a:gd name="connsiteY6" fmla="*/ 285750 h 5050789"/>
                <a:gd name="connsiteX7" fmla="*/ 632460 w 2067318"/>
                <a:gd name="connsiteY7" fmla="*/ 285750 h 5050789"/>
                <a:gd name="connsiteX8" fmla="*/ 0 w 2067318"/>
                <a:gd name="connsiteY8" fmla="*/ 0 h 5050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7318" h="5050789">
                  <a:moveTo>
                    <a:pt x="0" y="5050790"/>
                  </a:moveTo>
                  <a:cubicBezTo>
                    <a:pt x="213360" y="4714240"/>
                    <a:pt x="552450" y="4404360"/>
                    <a:pt x="1018540" y="4128770"/>
                  </a:cubicBezTo>
                  <a:cubicBezTo>
                    <a:pt x="1019810" y="4128770"/>
                    <a:pt x="1021080" y="4127500"/>
                    <a:pt x="1021080" y="4127500"/>
                  </a:cubicBezTo>
                  <a:cubicBezTo>
                    <a:pt x="1021080" y="4127500"/>
                    <a:pt x="1022350" y="4127500"/>
                    <a:pt x="1022350" y="4126230"/>
                  </a:cubicBezTo>
                  <a:lnTo>
                    <a:pt x="1022350" y="4126230"/>
                  </a:lnTo>
                  <a:cubicBezTo>
                    <a:pt x="1548130" y="3815080"/>
                    <a:pt x="1936750" y="3279140"/>
                    <a:pt x="2040890" y="2628900"/>
                  </a:cubicBezTo>
                  <a:cubicBezTo>
                    <a:pt x="2204720" y="1593850"/>
                    <a:pt x="1591310" y="614680"/>
                    <a:pt x="632460" y="285750"/>
                  </a:cubicBezTo>
                  <a:lnTo>
                    <a:pt x="632460" y="285750"/>
                  </a:lnTo>
                  <a:cubicBezTo>
                    <a:pt x="346710" y="186690"/>
                    <a:pt x="144780" y="9906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ABB0218F-9AA0-250A-9F9F-5D8EB2C5B7F2}"/>
                </a:ext>
              </a:extLst>
            </p:cNvPr>
            <p:cNvSpPr/>
            <p:nvPr/>
          </p:nvSpPr>
          <p:spPr>
            <a:xfrm>
              <a:off x="0" y="1587500"/>
              <a:ext cx="1908977" cy="4704079"/>
            </a:xfrm>
            <a:custGeom>
              <a:avLst/>
              <a:gdLst>
                <a:gd name="connsiteX0" fmla="*/ 0 w 1908977"/>
                <a:gd name="connsiteY0" fmla="*/ 4704080 h 4704079"/>
                <a:gd name="connsiteX1" fmla="*/ 891540 w 1908977"/>
                <a:gd name="connsiteY1" fmla="*/ 3948430 h 4704079"/>
                <a:gd name="connsiteX2" fmla="*/ 894080 w 1908977"/>
                <a:gd name="connsiteY2" fmla="*/ 3947160 h 4704079"/>
                <a:gd name="connsiteX3" fmla="*/ 895350 w 1908977"/>
                <a:gd name="connsiteY3" fmla="*/ 3945890 h 4704079"/>
                <a:gd name="connsiteX4" fmla="*/ 895350 w 1908977"/>
                <a:gd name="connsiteY4" fmla="*/ 3945890 h 4704079"/>
                <a:gd name="connsiteX5" fmla="*/ 1883410 w 1908977"/>
                <a:gd name="connsiteY5" fmla="*/ 2491740 h 4704079"/>
                <a:gd name="connsiteX6" fmla="*/ 516890 w 1908977"/>
                <a:gd name="connsiteY6" fmla="*/ 217170 h 4704079"/>
                <a:gd name="connsiteX7" fmla="*/ 516890 w 1908977"/>
                <a:gd name="connsiteY7" fmla="*/ 217170 h 4704079"/>
                <a:gd name="connsiteX8" fmla="*/ 0 w 1908977"/>
                <a:gd name="connsiteY8" fmla="*/ 0 h 470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8977" h="4704079">
                  <a:moveTo>
                    <a:pt x="0" y="4704080"/>
                  </a:moveTo>
                  <a:cubicBezTo>
                    <a:pt x="207010" y="4431030"/>
                    <a:pt x="504190" y="4178300"/>
                    <a:pt x="891540" y="3948430"/>
                  </a:cubicBezTo>
                  <a:cubicBezTo>
                    <a:pt x="892810" y="3948430"/>
                    <a:pt x="892810" y="3947160"/>
                    <a:pt x="894080" y="3947160"/>
                  </a:cubicBezTo>
                  <a:cubicBezTo>
                    <a:pt x="894080" y="3947160"/>
                    <a:pt x="895350" y="3947160"/>
                    <a:pt x="895350" y="3945890"/>
                  </a:cubicBezTo>
                  <a:lnTo>
                    <a:pt x="895350" y="3945890"/>
                  </a:lnTo>
                  <a:cubicBezTo>
                    <a:pt x="1405890" y="3643630"/>
                    <a:pt x="1783080" y="3124200"/>
                    <a:pt x="1883410" y="2491740"/>
                  </a:cubicBezTo>
                  <a:cubicBezTo>
                    <a:pt x="2042160" y="1487170"/>
                    <a:pt x="1446530" y="537210"/>
                    <a:pt x="516890" y="217170"/>
                  </a:cubicBezTo>
                  <a:lnTo>
                    <a:pt x="516890" y="217170"/>
                  </a:lnTo>
                  <a:cubicBezTo>
                    <a:pt x="298450" y="142240"/>
                    <a:pt x="130810" y="7366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872E28A6-904F-DB2C-D62E-C88F9F5FA2F7}"/>
                </a:ext>
              </a:extLst>
            </p:cNvPr>
            <p:cNvSpPr/>
            <p:nvPr/>
          </p:nvSpPr>
          <p:spPr>
            <a:xfrm>
              <a:off x="-1270" y="1785620"/>
              <a:ext cx="1752274" cy="4387850"/>
            </a:xfrm>
            <a:custGeom>
              <a:avLst/>
              <a:gdLst>
                <a:gd name="connsiteX0" fmla="*/ 1270 w 1752274"/>
                <a:gd name="connsiteY0" fmla="*/ 4387850 h 4387850"/>
                <a:gd name="connsiteX1" fmla="*/ 765810 w 1752274"/>
                <a:gd name="connsiteY1" fmla="*/ 3776980 h 4387850"/>
                <a:gd name="connsiteX2" fmla="*/ 768350 w 1752274"/>
                <a:gd name="connsiteY2" fmla="*/ 3775710 h 4387850"/>
                <a:gd name="connsiteX3" fmla="*/ 769620 w 1752274"/>
                <a:gd name="connsiteY3" fmla="*/ 3774440 h 4387850"/>
                <a:gd name="connsiteX4" fmla="*/ 769620 w 1752274"/>
                <a:gd name="connsiteY4" fmla="*/ 3774440 h 4387850"/>
                <a:gd name="connsiteX5" fmla="*/ 1727200 w 1752274"/>
                <a:gd name="connsiteY5" fmla="*/ 2364740 h 4387850"/>
                <a:gd name="connsiteX6" fmla="*/ 401320 w 1752274"/>
                <a:gd name="connsiteY6" fmla="*/ 158750 h 4387850"/>
                <a:gd name="connsiteX7" fmla="*/ 401320 w 1752274"/>
                <a:gd name="connsiteY7" fmla="*/ 158750 h 4387850"/>
                <a:gd name="connsiteX8" fmla="*/ 0 w 1752274"/>
                <a:gd name="connsiteY8" fmla="*/ 0 h 4387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52274" h="4387850">
                  <a:moveTo>
                    <a:pt x="1270" y="4387850"/>
                  </a:moveTo>
                  <a:cubicBezTo>
                    <a:pt x="194310" y="4169410"/>
                    <a:pt x="448310" y="3964940"/>
                    <a:pt x="765810" y="3776980"/>
                  </a:cubicBezTo>
                  <a:cubicBezTo>
                    <a:pt x="767080" y="3776980"/>
                    <a:pt x="767080" y="3775710"/>
                    <a:pt x="768350" y="3775710"/>
                  </a:cubicBezTo>
                  <a:cubicBezTo>
                    <a:pt x="768350" y="3775710"/>
                    <a:pt x="769620" y="3775710"/>
                    <a:pt x="769620" y="3774440"/>
                  </a:cubicBezTo>
                  <a:lnTo>
                    <a:pt x="769620" y="3774440"/>
                  </a:lnTo>
                  <a:cubicBezTo>
                    <a:pt x="1264920" y="3481070"/>
                    <a:pt x="1630680" y="2978150"/>
                    <a:pt x="1727200" y="2364740"/>
                  </a:cubicBezTo>
                  <a:cubicBezTo>
                    <a:pt x="1882140" y="1389380"/>
                    <a:pt x="1304290" y="468630"/>
                    <a:pt x="401320" y="158750"/>
                  </a:cubicBezTo>
                  <a:lnTo>
                    <a:pt x="401320" y="158750"/>
                  </a:lnTo>
                  <a:cubicBezTo>
                    <a:pt x="241300" y="104140"/>
                    <a:pt x="109220" y="5207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6EC69A27-538C-3D11-9E85-8D8E8A15EE4B}"/>
                </a:ext>
              </a:extLst>
            </p:cNvPr>
            <p:cNvSpPr/>
            <p:nvPr/>
          </p:nvSpPr>
          <p:spPr>
            <a:xfrm>
              <a:off x="0" y="1976120"/>
              <a:ext cx="1593603" cy="4094479"/>
            </a:xfrm>
            <a:custGeom>
              <a:avLst/>
              <a:gdLst>
                <a:gd name="connsiteX0" fmla="*/ 0 w 1593603"/>
                <a:gd name="connsiteY0" fmla="*/ 4094480 h 4094479"/>
                <a:gd name="connsiteX1" fmla="*/ 637540 w 1593603"/>
                <a:gd name="connsiteY1" fmla="*/ 3611880 h 4094479"/>
                <a:gd name="connsiteX2" fmla="*/ 640080 w 1593603"/>
                <a:gd name="connsiteY2" fmla="*/ 3610610 h 4094479"/>
                <a:gd name="connsiteX3" fmla="*/ 641350 w 1593603"/>
                <a:gd name="connsiteY3" fmla="*/ 3610610 h 4094479"/>
                <a:gd name="connsiteX4" fmla="*/ 641350 w 1593603"/>
                <a:gd name="connsiteY4" fmla="*/ 3610610 h 4094479"/>
                <a:gd name="connsiteX5" fmla="*/ 1569720 w 1593603"/>
                <a:gd name="connsiteY5" fmla="*/ 2245360 h 4094479"/>
                <a:gd name="connsiteX6" fmla="*/ 284480 w 1593603"/>
                <a:gd name="connsiteY6" fmla="*/ 107950 h 4094479"/>
                <a:gd name="connsiteX7" fmla="*/ 284480 w 1593603"/>
                <a:gd name="connsiteY7" fmla="*/ 107950 h 4094479"/>
                <a:gd name="connsiteX8" fmla="*/ 0 w 1593603"/>
                <a:gd name="connsiteY8" fmla="*/ 0 h 4094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93603" h="4094479">
                  <a:moveTo>
                    <a:pt x="0" y="4094480"/>
                  </a:moveTo>
                  <a:cubicBezTo>
                    <a:pt x="171450" y="3924300"/>
                    <a:pt x="383540" y="3763010"/>
                    <a:pt x="637540" y="3611880"/>
                  </a:cubicBezTo>
                  <a:cubicBezTo>
                    <a:pt x="638810" y="3611880"/>
                    <a:pt x="638810" y="3610610"/>
                    <a:pt x="640080" y="3610610"/>
                  </a:cubicBezTo>
                  <a:cubicBezTo>
                    <a:pt x="640080" y="3610610"/>
                    <a:pt x="641350" y="3610610"/>
                    <a:pt x="641350" y="3610610"/>
                  </a:cubicBezTo>
                  <a:lnTo>
                    <a:pt x="641350" y="3610610"/>
                  </a:lnTo>
                  <a:cubicBezTo>
                    <a:pt x="1121410" y="3326130"/>
                    <a:pt x="1475740" y="2838450"/>
                    <a:pt x="1569720" y="2245360"/>
                  </a:cubicBezTo>
                  <a:cubicBezTo>
                    <a:pt x="1718310" y="1300480"/>
                    <a:pt x="1159510" y="407670"/>
                    <a:pt x="284480" y="107950"/>
                  </a:cubicBezTo>
                  <a:lnTo>
                    <a:pt x="284480" y="107950"/>
                  </a:lnTo>
                  <a:cubicBezTo>
                    <a:pt x="176530" y="71120"/>
                    <a:pt x="82550" y="3556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FC9D7B18-9142-1534-12CD-B0DB4631E74A}"/>
                </a:ext>
              </a:extLst>
            </p:cNvPr>
            <p:cNvSpPr/>
            <p:nvPr/>
          </p:nvSpPr>
          <p:spPr>
            <a:xfrm>
              <a:off x="0" y="2162810"/>
              <a:ext cx="1434362" cy="3818889"/>
            </a:xfrm>
            <a:custGeom>
              <a:avLst/>
              <a:gdLst>
                <a:gd name="connsiteX0" fmla="*/ 0 w 1434362"/>
                <a:gd name="connsiteY0" fmla="*/ 3818890 h 3818889"/>
                <a:gd name="connsiteX1" fmla="*/ 509270 w 1434362"/>
                <a:gd name="connsiteY1" fmla="*/ 3451860 h 3818889"/>
                <a:gd name="connsiteX2" fmla="*/ 511810 w 1434362"/>
                <a:gd name="connsiteY2" fmla="*/ 3450590 h 3818889"/>
                <a:gd name="connsiteX3" fmla="*/ 513080 w 1434362"/>
                <a:gd name="connsiteY3" fmla="*/ 3450590 h 3818889"/>
                <a:gd name="connsiteX4" fmla="*/ 513080 w 1434362"/>
                <a:gd name="connsiteY4" fmla="*/ 3450590 h 3818889"/>
                <a:gd name="connsiteX5" fmla="*/ 1410970 w 1434362"/>
                <a:gd name="connsiteY5" fmla="*/ 2128520 h 3818889"/>
                <a:gd name="connsiteX6" fmla="*/ 168910 w 1434362"/>
                <a:gd name="connsiteY6" fmla="*/ 60960 h 3818889"/>
                <a:gd name="connsiteX7" fmla="*/ 168910 w 1434362"/>
                <a:gd name="connsiteY7" fmla="*/ 60960 h 3818889"/>
                <a:gd name="connsiteX8" fmla="*/ 0 w 1434362"/>
                <a:gd name="connsiteY8" fmla="*/ 0 h 381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34362" h="3818889">
                  <a:moveTo>
                    <a:pt x="0" y="3818890"/>
                  </a:moveTo>
                  <a:cubicBezTo>
                    <a:pt x="144780" y="3690620"/>
                    <a:pt x="314960" y="3567430"/>
                    <a:pt x="509270" y="3451860"/>
                  </a:cubicBezTo>
                  <a:cubicBezTo>
                    <a:pt x="510540" y="3451860"/>
                    <a:pt x="510540" y="3450590"/>
                    <a:pt x="511810" y="3450590"/>
                  </a:cubicBezTo>
                  <a:cubicBezTo>
                    <a:pt x="511810" y="3450590"/>
                    <a:pt x="513080" y="3450590"/>
                    <a:pt x="513080" y="3450590"/>
                  </a:cubicBezTo>
                  <a:lnTo>
                    <a:pt x="513080" y="3450590"/>
                  </a:lnTo>
                  <a:cubicBezTo>
                    <a:pt x="977900" y="3176270"/>
                    <a:pt x="1320800" y="2703830"/>
                    <a:pt x="1410970" y="2128520"/>
                  </a:cubicBezTo>
                  <a:cubicBezTo>
                    <a:pt x="1555750" y="1214120"/>
                    <a:pt x="1014730" y="350520"/>
                    <a:pt x="168910" y="60960"/>
                  </a:cubicBezTo>
                  <a:lnTo>
                    <a:pt x="168910" y="60960"/>
                  </a:lnTo>
                  <a:cubicBezTo>
                    <a:pt x="107950" y="40640"/>
                    <a:pt x="52070" y="2032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2BEBB72A-59F9-4F10-7F90-E0A2C8165C26}"/>
                </a:ext>
              </a:extLst>
            </p:cNvPr>
            <p:cNvSpPr/>
            <p:nvPr/>
          </p:nvSpPr>
          <p:spPr>
            <a:xfrm>
              <a:off x="0" y="2344420"/>
              <a:ext cx="1277289" cy="3558539"/>
            </a:xfrm>
            <a:custGeom>
              <a:avLst/>
              <a:gdLst>
                <a:gd name="connsiteX0" fmla="*/ 0 w 1277289"/>
                <a:gd name="connsiteY0" fmla="*/ 3558540 h 3558539"/>
                <a:gd name="connsiteX1" fmla="*/ 382270 w 1277289"/>
                <a:gd name="connsiteY1" fmla="*/ 3296920 h 3558539"/>
                <a:gd name="connsiteX2" fmla="*/ 384810 w 1277289"/>
                <a:gd name="connsiteY2" fmla="*/ 3295650 h 3558539"/>
                <a:gd name="connsiteX3" fmla="*/ 386080 w 1277289"/>
                <a:gd name="connsiteY3" fmla="*/ 3295650 h 3558539"/>
                <a:gd name="connsiteX4" fmla="*/ 386080 w 1277289"/>
                <a:gd name="connsiteY4" fmla="*/ 3295650 h 3558539"/>
                <a:gd name="connsiteX5" fmla="*/ 1254760 w 1277289"/>
                <a:gd name="connsiteY5" fmla="*/ 2018030 h 3558539"/>
                <a:gd name="connsiteX6" fmla="*/ 53340 w 1277289"/>
                <a:gd name="connsiteY6" fmla="*/ 19050 h 3558539"/>
                <a:gd name="connsiteX7" fmla="*/ 53340 w 1277289"/>
                <a:gd name="connsiteY7" fmla="*/ 19050 h 3558539"/>
                <a:gd name="connsiteX8" fmla="*/ 0 w 1277289"/>
                <a:gd name="connsiteY8" fmla="*/ 0 h 3558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77289" h="3558539">
                  <a:moveTo>
                    <a:pt x="0" y="3558540"/>
                  </a:moveTo>
                  <a:cubicBezTo>
                    <a:pt x="114300" y="3468370"/>
                    <a:pt x="241300" y="3380740"/>
                    <a:pt x="382270" y="3296920"/>
                  </a:cubicBezTo>
                  <a:cubicBezTo>
                    <a:pt x="383540" y="3296920"/>
                    <a:pt x="383540" y="3295650"/>
                    <a:pt x="384810" y="3295650"/>
                  </a:cubicBezTo>
                  <a:cubicBezTo>
                    <a:pt x="384810" y="3295650"/>
                    <a:pt x="386080" y="3295650"/>
                    <a:pt x="386080" y="3295650"/>
                  </a:cubicBezTo>
                  <a:lnTo>
                    <a:pt x="386080" y="3295650"/>
                  </a:lnTo>
                  <a:cubicBezTo>
                    <a:pt x="834390" y="3030220"/>
                    <a:pt x="1165860" y="2573020"/>
                    <a:pt x="1254760" y="2018030"/>
                  </a:cubicBezTo>
                  <a:cubicBezTo>
                    <a:pt x="1394460" y="1134110"/>
                    <a:pt x="871220" y="299720"/>
                    <a:pt x="53340" y="19050"/>
                  </a:cubicBezTo>
                  <a:lnTo>
                    <a:pt x="53340" y="19050"/>
                  </a:lnTo>
                  <a:cubicBezTo>
                    <a:pt x="35560" y="12700"/>
                    <a:pt x="17780" y="635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7496F191-FED6-1CBD-E462-0B96EA9C90EB}"/>
                </a:ext>
              </a:extLst>
            </p:cNvPr>
            <p:cNvSpPr/>
            <p:nvPr/>
          </p:nvSpPr>
          <p:spPr>
            <a:xfrm>
              <a:off x="0" y="2524760"/>
              <a:ext cx="1118896" cy="3309619"/>
            </a:xfrm>
            <a:custGeom>
              <a:avLst/>
              <a:gdLst>
                <a:gd name="connsiteX0" fmla="*/ 0 w 1118896"/>
                <a:gd name="connsiteY0" fmla="*/ 3309620 h 3309619"/>
                <a:gd name="connsiteX1" fmla="*/ 255270 w 1118896"/>
                <a:gd name="connsiteY1" fmla="*/ 3143250 h 3309619"/>
                <a:gd name="connsiteX2" fmla="*/ 257810 w 1118896"/>
                <a:gd name="connsiteY2" fmla="*/ 3141980 h 3309619"/>
                <a:gd name="connsiteX3" fmla="*/ 259080 w 1118896"/>
                <a:gd name="connsiteY3" fmla="*/ 3141980 h 3309619"/>
                <a:gd name="connsiteX4" fmla="*/ 259080 w 1118896"/>
                <a:gd name="connsiteY4" fmla="*/ 3141980 h 3309619"/>
                <a:gd name="connsiteX5" fmla="*/ 1097280 w 1118896"/>
                <a:gd name="connsiteY5" fmla="*/ 1908810 h 3309619"/>
                <a:gd name="connsiteX6" fmla="*/ 0 w 1118896"/>
                <a:gd name="connsiteY6" fmla="*/ 0 h 330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8896" h="3309619">
                  <a:moveTo>
                    <a:pt x="0" y="3309620"/>
                  </a:moveTo>
                  <a:cubicBezTo>
                    <a:pt x="78740" y="3252470"/>
                    <a:pt x="163830" y="3196590"/>
                    <a:pt x="255270" y="3143250"/>
                  </a:cubicBezTo>
                  <a:cubicBezTo>
                    <a:pt x="256540" y="3143250"/>
                    <a:pt x="256540" y="3141980"/>
                    <a:pt x="257810" y="3141980"/>
                  </a:cubicBezTo>
                  <a:cubicBezTo>
                    <a:pt x="257810" y="3141980"/>
                    <a:pt x="257810" y="3141980"/>
                    <a:pt x="259080" y="3141980"/>
                  </a:cubicBezTo>
                  <a:lnTo>
                    <a:pt x="259080" y="3141980"/>
                  </a:lnTo>
                  <a:cubicBezTo>
                    <a:pt x="692150" y="2885440"/>
                    <a:pt x="1012190" y="2444750"/>
                    <a:pt x="1097280" y="1908810"/>
                  </a:cubicBezTo>
                  <a:cubicBezTo>
                    <a:pt x="1228090" y="1076960"/>
                    <a:pt x="753110" y="29083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480133C2-F530-20CF-72EB-174E5DF0E1F0}"/>
                </a:ext>
              </a:extLst>
            </p:cNvPr>
            <p:cNvSpPr/>
            <p:nvPr/>
          </p:nvSpPr>
          <p:spPr>
            <a:xfrm>
              <a:off x="0" y="2713989"/>
              <a:ext cx="961616" cy="3059430"/>
            </a:xfrm>
            <a:custGeom>
              <a:avLst/>
              <a:gdLst>
                <a:gd name="connsiteX0" fmla="*/ 0 w 961616"/>
                <a:gd name="connsiteY0" fmla="*/ 3059430 h 3059430"/>
                <a:gd name="connsiteX1" fmla="*/ 128270 w 961616"/>
                <a:gd name="connsiteY1" fmla="*/ 2979420 h 3059430"/>
                <a:gd name="connsiteX2" fmla="*/ 130810 w 961616"/>
                <a:gd name="connsiteY2" fmla="*/ 2978150 h 3059430"/>
                <a:gd name="connsiteX3" fmla="*/ 132080 w 961616"/>
                <a:gd name="connsiteY3" fmla="*/ 2978150 h 3059430"/>
                <a:gd name="connsiteX4" fmla="*/ 132080 w 961616"/>
                <a:gd name="connsiteY4" fmla="*/ 2978150 h 3059430"/>
                <a:gd name="connsiteX5" fmla="*/ 941070 w 961616"/>
                <a:gd name="connsiteY5" fmla="*/ 1788160 h 3059430"/>
                <a:gd name="connsiteX6" fmla="*/ 0 w 961616"/>
                <a:gd name="connsiteY6" fmla="*/ 0 h 3059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1616" h="3059430">
                  <a:moveTo>
                    <a:pt x="0" y="3059430"/>
                  </a:moveTo>
                  <a:cubicBezTo>
                    <a:pt x="41910" y="3032760"/>
                    <a:pt x="83820" y="3006090"/>
                    <a:pt x="128270" y="2979420"/>
                  </a:cubicBezTo>
                  <a:cubicBezTo>
                    <a:pt x="129540" y="2979420"/>
                    <a:pt x="129540" y="2978150"/>
                    <a:pt x="130810" y="2978150"/>
                  </a:cubicBezTo>
                  <a:cubicBezTo>
                    <a:pt x="130810" y="2978150"/>
                    <a:pt x="130810" y="2978150"/>
                    <a:pt x="132080" y="2978150"/>
                  </a:cubicBezTo>
                  <a:lnTo>
                    <a:pt x="132080" y="2978150"/>
                  </a:lnTo>
                  <a:cubicBezTo>
                    <a:pt x="549910" y="2730500"/>
                    <a:pt x="858520" y="2306320"/>
                    <a:pt x="941070" y="1788160"/>
                  </a:cubicBezTo>
                  <a:cubicBezTo>
                    <a:pt x="1059180" y="1032510"/>
                    <a:pt x="657860" y="31369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E63F1D9F-19DD-62C9-AE05-86429E6EB05B}"/>
                </a:ext>
              </a:extLst>
            </p:cNvPr>
            <p:cNvSpPr/>
            <p:nvPr/>
          </p:nvSpPr>
          <p:spPr>
            <a:xfrm>
              <a:off x="0" y="2915920"/>
              <a:ext cx="803521" cy="2804159"/>
            </a:xfrm>
            <a:custGeom>
              <a:avLst/>
              <a:gdLst>
                <a:gd name="connsiteX0" fmla="*/ 0 w 803521"/>
                <a:gd name="connsiteY0" fmla="*/ 2804160 h 2804159"/>
                <a:gd name="connsiteX1" fmla="*/ 0 w 803521"/>
                <a:gd name="connsiteY1" fmla="*/ 2804160 h 2804159"/>
                <a:gd name="connsiteX2" fmla="*/ 3810 w 803521"/>
                <a:gd name="connsiteY2" fmla="*/ 2801620 h 2804159"/>
                <a:gd name="connsiteX3" fmla="*/ 5080 w 803521"/>
                <a:gd name="connsiteY3" fmla="*/ 2801620 h 2804159"/>
                <a:gd name="connsiteX4" fmla="*/ 5080 w 803521"/>
                <a:gd name="connsiteY4" fmla="*/ 2801620 h 2804159"/>
                <a:gd name="connsiteX5" fmla="*/ 783590 w 803521"/>
                <a:gd name="connsiteY5" fmla="*/ 1656080 h 2804159"/>
                <a:gd name="connsiteX6" fmla="*/ 0 w 803521"/>
                <a:gd name="connsiteY6" fmla="*/ 0 h 280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03521" h="2804159">
                  <a:moveTo>
                    <a:pt x="0" y="2804160"/>
                  </a:moveTo>
                  <a:cubicBezTo>
                    <a:pt x="0" y="2804160"/>
                    <a:pt x="1270" y="2804160"/>
                    <a:pt x="0" y="2804160"/>
                  </a:cubicBezTo>
                  <a:cubicBezTo>
                    <a:pt x="2540" y="2802890"/>
                    <a:pt x="2540" y="2802890"/>
                    <a:pt x="3810" y="2801620"/>
                  </a:cubicBezTo>
                  <a:cubicBezTo>
                    <a:pt x="3810" y="2801620"/>
                    <a:pt x="3810" y="2801620"/>
                    <a:pt x="5080" y="2801620"/>
                  </a:cubicBezTo>
                  <a:lnTo>
                    <a:pt x="5080" y="2801620"/>
                  </a:lnTo>
                  <a:cubicBezTo>
                    <a:pt x="407670" y="2562860"/>
                    <a:pt x="704850" y="2153920"/>
                    <a:pt x="783590" y="1656080"/>
                  </a:cubicBezTo>
                  <a:cubicBezTo>
                    <a:pt x="890270" y="976630"/>
                    <a:pt x="560070" y="32893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F475EC6B-92AC-E3E6-CED2-28AF98AD5862}"/>
                </a:ext>
              </a:extLst>
            </p:cNvPr>
            <p:cNvSpPr/>
            <p:nvPr/>
          </p:nvSpPr>
          <p:spPr>
            <a:xfrm>
              <a:off x="0" y="3133089"/>
              <a:ext cx="645634" cy="2529839"/>
            </a:xfrm>
            <a:custGeom>
              <a:avLst/>
              <a:gdLst>
                <a:gd name="connsiteX0" fmla="*/ 0 w 645634"/>
                <a:gd name="connsiteY0" fmla="*/ 2529840 h 2529839"/>
                <a:gd name="connsiteX1" fmla="*/ 626110 w 645634"/>
                <a:gd name="connsiteY1" fmla="*/ 1510030 h 2529839"/>
                <a:gd name="connsiteX2" fmla="*/ 0 w 645634"/>
                <a:gd name="connsiteY2" fmla="*/ 0 h 252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5634" h="2529839">
                  <a:moveTo>
                    <a:pt x="0" y="2529840"/>
                  </a:moveTo>
                  <a:cubicBezTo>
                    <a:pt x="323850" y="2294890"/>
                    <a:pt x="557530" y="1935480"/>
                    <a:pt x="626110" y="1510030"/>
                  </a:cubicBezTo>
                  <a:cubicBezTo>
                    <a:pt x="721360" y="909320"/>
                    <a:pt x="461010" y="33528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CF7FDE88-7E54-89D9-307A-D816B93A7ACF}"/>
                </a:ext>
              </a:extLst>
            </p:cNvPr>
            <p:cNvSpPr/>
            <p:nvPr/>
          </p:nvSpPr>
          <p:spPr>
            <a:xfrm>
              <a:off x="0" y="3373120"/>
              <a:ext cx="487144" cy="2212339"/>
            </a:xfrm>
            <a:custGeom>
              <a:avLst/>
              <a:gdLst>
                <a:gd name="connsiteX0" fmla="*/ 0 w 487144"/>
                <a:gd name="connsiteY0" fmla="*/ 2212340 h 2212339"/>
                <a:gd name="connsiteX1" fmla="*/ 468630 w 487144"/>
                <a:gd name="connsiteY1" fmla="*/ 1341120 h 2212339"/>
                <a:gd name="connsiteX2" fmla="*/ 0 w 487144"/>
                <a:gd name="connsiteY2" fmla="*/ 0 h 2212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7144" h="2212339">
                  <a:moveTo>
                    <a:pt x="0" y="2212340"/>
                  </a:moveTo>
                  <a:cubicBezTo>
                    <a:pt x="241300" y="1991360"/>
                    <a:pt x="412750" y="1689100"/>
                    <a:pt x="468630" y="1341120"/>
                  </a:cubicBezTo>
                  <a:cubicBezTo>
                    <a:pt x="549910" y="825500"/>
                    <a:pt x="358140" y="32893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A7849DC8-CC37-8AAB-0481-46CBCD4E5F93}"/>
                </a:ext>
              </a:extLst>
            </p:cNvPr>
            <p:cNvSpPr/>
            <p:nvPr/>
          </p:nvSpPr>
          <p:spPr>
            <a:xfrm>
              <a:off x="0" y="3643629"/>
              <a:ext cx="329119" cy="1831340"/>
            </a:xfrm>
            <a:custGeom>
              <a:avLst/>
              <a:gdLst>
                <a:gd name="connsiteX0" fmla="*/ 0 w 329119"/>
                <a:gd name="connsiteY0" fmla="*/ 1831340 h 1831340"/>
                <a:gd name="connsiteX1" fmla="*/ 311150 w 329119"/>
                <a:gd name="connsiteY1" fmla="*/ 1140460 h 1831340"/>
                <a:gd name="connsiteX2" fmla="*/ 0 w 329119"/>
                <a:gd name="connsiteY2" fmla="*/ 0 h 1831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29119" h="1831340">
                  <a:moveTo>
                    <a:pt x="0" y="1831340"/>
                  </a:moveTo>
                  <a:cubicBezTo>
                    <a:pt x="158750" y="1639570"/>
                    <a:pt x="269240" y="1404620"/>
                    <a:pt x="311150" y="1140460"/>
                  </a:cubicBezTo>
                  <a:cubicBezTo>
                    <a:pt x="378460" y="716280"/>
                    <a:pt x="252730" y="30734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612526DC-04F6-2BBB-61BF-87FA0FAADDCC}"/>
                </a:ext>
              </a:extLst>
            </p:cNvPr>
            <p:cNvSpPr/>
            <p:nvPr/>
          </p:nvSpPr>
          <p:spPr>
            <a:xfrm>
              <a:off x="0" y="3975100"/>
              <a:ext cx="170666" cy="1328420"/>
            </a:xfrm>
            <a:custGeom>
              <a:avLst/>
              <a:gdLst>
                <a:gd name="connsiteX0" fmla="*/ 0 w 170666"/>
                <a:gd name="connsiteY0" fmla="*/ 1328420 h 1328420"/>
                <a:gd name="connsiteX1" fmla="*/ 153670 w 170666"/>
                <a:gd name="connsiteY1" fmla="*/ 878840 h 1328420"/>
                <a:gd name="connsiteX2" fmla="*/ 0 w 170666"/>
                <a:gd name="connsiteY2" fmla="*/ 0 h 1328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666" h="1328420">
                  <a:moveTo>
                    <a:pt x="0" y="1328420"/>
                  </a:moveTo>
                  <a:cubicBezTo>
                    <a:pt x="74930" y="1192530"/>
                    <a:pt x="128270" y="1041400"/>
                    <a:pt x="153670" y="878840"/>
                  </a:cubicBezTo>
                  <a:cubicBezTo>
                    <a:pt x="203200" y="565150"/>
                    <a:pt x="142240" y="25908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BD3C8B12-1F3C-DE47-27E8-83BECAF71D67}"/>
                </a:ext>
              </a:extLst>
            </p:cNvPr>
            <p:cNvSpPr/>
            <p:nvPr/>
          </p:nvSpPr>
          <p:spPr>
            <a:xfrm>
              <a:off x="0" y="4536440"/>
              <a:ext cx="12863" cy="364489"/>
            </a:xfrm>
            <a:custGeom>
              <a:avLst/>
              <a:gdLst>
                <a:gd name="connsiteX0" fmla="*/ 0 w 12863"/>
                <a:gd name="connsiteY0" fmla="*/ 364490 h 364489"/>
                <a:gd name="connsiteX1" fmla="*/ 0 w 12863"/>
                <a:gd name="connsiteY1" fmla="*/ 0 h 364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63" h="364489">
                  <a:moveTo>
                    <a:pt x="0" y="364490"/>
                  </a:moveTo>
                  <a:cubicBezTo>
                    <a:pt x="17780" y="240030"/>
                    <a:pt x="16510" y="118110"/>
                    <a:pt x="0" y="0"/>
                  </a:cubicBezTo>
                </a:path>
              </a:pathLst>
            </a:custGeom>
            <a:noFill/>
            <a:ln w="9525" cap="rnd">
              <a:gradFill flip="none" rotWithShape="1"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  <a:tileRect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6" name="slide number">
            <a:extLst>
              <a:ext uri="{FF2B5EF4-FFF2-40B4-BE49-F238E27FC236}">
                <a16:creationId xmlns:a16="http://schemas.microsoft.com/office/drawing/2014/main" id="{CFBACB6C-E538-315B-836C-5747BC433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CB867239-D2B4-D5DB-1E8A-708333F2D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8" name="date">
            <a:extLst>
              <a:ext uri="{FF2B5EF4-FFF2-40B4-BE49-F238E27FC236}">
                <a16:creationId xmlns:a16="http://schemas.microsoft.com/office/drawing/2014/main" id="{A908DC11-E6F3-54CF-0E9D-2ADE4513C7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" name="picture">
            <a:extLst>
              <a:ext uri="{FF2B5EF4-FFF2-40B4-BE49-F238E27FC236}">
                <a16:creationId xmlns:a16="http://schemas.microsoft.com/office/drawing/2014/main" id="{65F041A7-C11A-A7CB-3DBC-051A6F5C00C5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40000" y="1548000"/>
            <a:ext cx="3240000" cy="3240000"/>
          </a:xfrm>
          <a:prstGeom prst="roundRect">
            <a:avLst>
              <a:gd name="adj" fmla="val 2145"/>
            </a:avLst>
          </a:prstGeom>
          <a:solidFill>
            <a:schemeClr val="bg1"/>
          </a:solidFill>
        </p:spPr>
        <p:txBody>
          <a:bodyPr rIns="0" anchor="ctr"/>
          <a:lstStyle>
            <a:lvl1pPr algn="ctr">
              <a:defRPr/>
            </a:lvl1pPr>
          </a:lstStyle>
          <a:p>
            <a:endParaRPr lang="de-DE" dirty="0"/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9BE9AB25-3402-897C-7102-5B25952D6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8000" y="2880000"/>
            <a:ext cx="5760000" cy="3276336"/>
          </a:xfr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lang="en-US" sz="1200" dirty="0"/>
            </a:lvl1pPr>
            <a:lvl2pPr>
              <a:lnSpc>
                <a:spcPts val="1600"/>
              </a:lnSpc>
              <a:spcAft>
                <a:spcPts val="0"/>
              </a:spcAft>
              <a:defRPr sz="1200"/>
            </a:lvl2pPr>
            <a:lvl3pPr>
              <a:lnSpc>
                <a:spcPts val="1600"/>
              </a:lnSpc>
              <a:spcAft>
                <a:spcPts val="0"/>
              </a:spcAft>
              <a:defRPr sz="1200"/>
            </a:lvl3pPr>
            <a:lvl4pPr>
              <a:lnSpc>
                <a:spcPts val="1600"/>
              </a:lnSpc>
              <a:spcAft>
                <a:spcPts val="0"/>
              </a:spcAft>
              <a:defRPr sz="1200"/>
            </a:lvl4pPr>
            <a:lvl5pPr>
              <a:spcBef>
                <a:spcPts val="300"/>
              </a:spcBef>
              <a:spcAft>
                <a:spcPts val="1800"/>
              </a:spcAft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12" name="role">
            <a:extLst>
              <a:ext uri="{FF2B5EF4-FFF2-40B4-BE49-F238E27FC236}">
                <a16:creationId xmlns:a16="http://schemas.microsoft.com/office/drawing/2014/main" id="{2E068325-F576-E139-3996-A94AB4C7DB9F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5868000" y="1872000"/>
            <a:ext cx="5760000" cy="434612"/>
          </a:xfrm>
        </p:spPr>
        <p:txBody>
          <a:bodyPr lIns="0" rIns="0" anchor="t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E7120AA-6746-99EE-C354-C34DE957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000" y="972000"/>
            <a:ext cx="5760000" cy="863600"/>
          </a:xfrm>
        </p:spPr>
        <p:txBody>
          <a:bodyPr vert="horz" anchor="b" anchorCtr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170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 049 : introduction left :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uilloche">
            <a:extLst>
              <a:ext uri="{FF2B5EF4-FFF2-40B4-BE49-F238E27FC236}">
                <a16:creationId xmlns:a16="http://schemas.microsoft.com/office/drawing/2014/main" id="{D9267DA1-2DE8-7CDB-F630-E3CAC7A0987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19646" y="11113"/>
            <a:ext cx="2972354" cy="6858000"/>
          </a:xfrm>
          <a:prstGeom prst="rect">
            <a:avLst/>
          </a:prstGeom>
        </p:spPr>
      </p:pic>
      <p:sp>
        <p:nvSpPr>
          <p:cNvPr id="16" name="slide number">
            <a:extLst>
              <a:ext uri="{FF2B5EF4-FFF2-40B4-BE49-F238E27FC236}">
                <a16:creationId xmlns:a16="http://schemas.microsoft.com/office/drawing/2014/main" id="{CFBACB6C-E538-315B-836C-5747BC433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CB867239-D2B4-D5DB-1E8A-708333F2D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8" name="date">
            <a:extLst>
              <a:ext uri="{FF2B5EF4-FFF2-40B4-BE49-F238E27FC236}">
                <a16:creationId xmlns:a16="http://schemas.microsoft.com/office/drawing/2014/main" id="{A908DC11-E6F3-54CF-0E9D-2ADE4513C7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49" name="picture">
            <a:extLst>
              <a:ext uri="{FF2B5EF4-FFF2-40B4-BE49-F238E27FC236}">
                <a16:creationId xmlns:a16="http://schemas.microsoft.com/office/drawing/2014/main" id="{C1D90B68-BF6E-D09D-42E7-77765BFEC449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8388000" y="1548000"/>
            <a:ext cx="3240000" cy="3240000"/>
          </a:xfrm>
          <a:prstGeom prst="roundRect">
            <a:avLst>
              <a:gd name="adj" fmla="val 2068"/>
            </a:avLst>
          </a:prstGeom>
          <a:solidFill>
            <a:schemeClr val="bg1"/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de-DE" dirty="0"/>
          </a:p>
        </p:txBody>
      </p:sp>
      <p:sp>
        <p:nvSpPr>
          <p:cNvPr id="9" name="content">
            <a:extLst>
              <a:ext uri="{FF2B5EF4-FFF2-40B4-BE49-F238E27FC236}">
                <a16:creationId xmlns:a16="http://schemas.microsoft.com/office/drawing/2014/main" id="{9BE9AB25-3402-897C-7102-5B25952D6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0000" y="2880000"/>
            <a:ext cx="6120000" cy="3285850"/>
          </a:xfr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ts val="1600"/>
              </a:lnSpc>
              <a:spcAft>
                <a:spcPts val="0"/>
              </a:spcAft>
              <a:defRPr lang="en-US" sz="1200" dirty="0"/>
            </a:lvl1pPr>
            <a:lvl2pPr>
              <a:lnSpc>
                <a:spcPts val="1600"/>
              </a:lnSpc>
              <a:spcAft>
                <a:spcPts val="0"/>
              </a:spcAft>
              <a:defRPr sz="1200"/>
            </a:lvl2pPr>
            <a:lvl3pPr>
              <a:lnSpc>
                <a:spcPts val="1600"/>
              </a:lnSpc>
              <a:spcAft>
                <a:spcPts val="0"/>
              </a:spcAft>
              <a:defRPr sz="1200"/>
            </a:lvl3pPr>
            <a:lvl4pPr>
              <a:lnSpc>
                <a:spcPts val="1600"/>
              </a:lnSpc>
              <a:spcAft>
                <a:spcPts val="0"/>
              </a:spcAft>
              <a:defRPr sz="1200"/>
            </a:lvl4pPr>
            <a:lvl5pPr>
              <a:spcBef>
                <a:spcPts val="300"/>
              </a:spcBef>
              <a:spcAft>
                <a:spcPts val="1800"/>
              </a:spcAft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12" name="subhead">
            <a:extLst>
              <a:ext uri="{FF2B5EF4-FFF2-40B4-BE49-F238E27FC236}">
                <a16:creationId xmlns:a16="http://schemas.microsoft.com/office/drawing/2014/main" id="{2E068325-F576-E139-3996-A94AB4C7DB9F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2160000" y="1872000"/>
            <a:ext cx="6120000" cy="434612"/>
          </a:xfrm>
        </p:spPr>
        <p:txBody>
          <a:bodyPr lIns="0" rIns="0" anchor="t"/>
          <a:lstStyle>
            <a:lvl1pPr marL="0" indent="0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AE7120AA-6746-99EE-C354-C34DE957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000" y="972000"/>
            <a:ext cx="6120000" cy="863600"/>
          </a:xfrm>
        </p:spPr>
        <p:txBody>
          <a:bodyPr vert="horz" anchor="b" anchorCtr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36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345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49 : Team : Profile 1 :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ontent 6">
            <a:extLst>
              <a:ext uri="{FF2B5EF4-FFF2-40B4-BE49-F238E27FC236}">
                <a16:creationId xmlns:a16="http://schemas.microsoft.com/office/drawing/2014/main" id="{4000585D-21AD-114B-2B3C-84570D93D15B}"/>
              </a:ext>
            </a:extLst>
          </p:cNvPr>
          <p:cNvSpPr>
            <a:spLocks noGrp="1"/>
          </p:cNvSpPr>
          <p:nvPr>
            <p:ph sz="quarter" idx="78"/>
          </p:nvPr>
        </p:nvSpPr>
        <p:spPr>
          <a:xfrm>
            <a:off x="10044000" y="1453622"/>
            <a:ext cx="1584000" cy="4716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dirty="0"/>
            </a:lvl1pPr>
            <a:lvl2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2pPr>
            <a:lvl3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3pPr>
            <a:lvl4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4pPr>
            <a:lvl5pPr>
              <a:defRPr lang="en-US" sz="1000" smtClean="0">
                <a:solidFill>
                  <a:schemeClr val="tx1"/>
                </a:solidFill>
              </a:defRPr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lnSpc>
                <a:spcPts val="1200"/>
              </a:lnSpc>
              <a:spcAft>
                <a:spcPts val="600"/>
              </a:spcAft>
              <a:defRPr lang="en-US" sz="1000" smtClean="0"/>
            </a:lvl9pPr>
          </a:lstStyle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Second level</a:t>
            </a:r>
          </a:p>
          <a:p>
            <a:pPr lvl="2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Third level </a:t>
            </a:r>
          </a:p>
          <a:p>
            <a:pPr lvl="3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Fourth level</a:t>
            </a:r>
          </a:p>
          <a:p>
            <a:pPr lvl="4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Fifth level</a:t>
            </a:r>
          </a:p>
          <a:p>
            <a:pPr lvl="5">
              <a:lnSpc>
                <a:spcPts val="1400"/>
              </a:lnSpc>
            </a:pPr>
            <a:r>
              <a:rPr lang="en-US"/>
              <a:t>Sixth level</a:t>
            </a:r>
          </a:p>
          <a:p>
            <a:pPr lvl="6">
              <a:lnSpc>
                <a:spcPts val="1400"/>
              </a:lnSpc>
            </a:pPr>
            <a:r>
              <a:rPr lang="en-US"/>
              <a:t>Seventh level</a:t>
            </a:r>
          </a:p>
          <a:p>
            <a:pPr lvl="7">
              <a:lnSpc>
                <a:spcPts val="1400"/>
              </a:lnSpc>
            </a:pPr>
            <a:r>
              <a:rPr lang="en-US"/>
              <a:t>Eighth level</a:t>
            </a:r>
          </a:p>
          <a:p>
            <a:pPr lvl="8">
              <a:lnSpc>
                <a:spcPts val="1400"/>
              </a:lnSpc>
            </a:pPr>
            <a:r>
              <a:rPr lang="en-US"/>
              <a:t>Ninth level</a:t>
            </a:r>
          </a:p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endParaRPr lang="en-US" dirty="0"/>
          </a:p>
        </p:txBody>
      </p:sp>
      <p:sp>
        <p:nvSpPr>
          <p:cNvPr id="25" name="content 5">
            <a:extLst>
              <a:ext uri="{FF2B5EF4-FFF2-40B4-BE49-F238E27FC236}">
                <a16:creationId xmlns:a16="http://schemas.microsoft.com/office/drawing/2014/main" id="{34476E83-4EE1-BDC0-D1D2-68D10401CEC4}"/>
              </a:ext>
            </a:extLst>
          </p:cNvPr>
          <p:cNvSpPr>
            <a:spLocks noGrp="1"/>
          </p:cNvSpPr>
          <p:nvPr>
            <p:ph sz="quarter" idx="77"/>
          </p:nvPr>
        </p:nvSpPr>
        <p:spPr>
          <a:xfrm>
            <a:off x="7771517" y="1453622"/>
            <a:ext cx="2160000" cy="4716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dirty="0"/>
            </a:lvl1pPr>
            <a:lvl2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2pPr>
            <a:lvl3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3pPr>
            <a:lvl4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4pPr>
            <a:lvl5pPr>
              <a:defRPr lang="en-US" sz="1000" smtClean="0">
                <a:solidFill>
                  <a:schemeClr val="tx1"/>
                </a:solidFill>
              </a:defRPr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lnSpc>
                <a:spcPts val="1200"/>
              </a:lnSpc>
              <a:spcAft>
                <a:spcPts val="600"/>
              </a:spcAft>
              <a:defRPr lang="en-US" sz="1000" smtClean="0"/>
            </a:lvl9pPr>
          </a:lstStyle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Second level</a:t>
            </a:r>
          </a:p>
          <a:p>
            <a:pPr lvl="2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Third level </a:t>
            </a:r>
          </a:p>
          <a:p>
            <a:pPr lvl="3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Fourth level</a:t>
            </a:r>
          </a:p>
          <a:p>
            <a:pPr lvl="4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Fifth level</a:t>
            </a:r>
          </a:p>
          <a:p>
            <a:pPr lvl="5">
              <a:lnSpc>
                <a:spcPts val="1400"/>
              </a:lnSpc>
            </a:pPr>
            <a:r>
              <a:rPr lang="en-US"/>
              <a:t>Sixth level</a:t>
            </a:r>
          </a:p>
          <a:p>
            <a:pPr lvl="6">
              <a:lnSpc>
                <a:spcPts val="1400"/>
              </a:lnSpc>
            </a:pPr>
            <a:r>
              <a:rPr lang="en-US"/>
              <a:t>Seventh level</a:t>
            </a:r>
          </a:p>
          <a:p>
            <a:pPr lvl="7">
              <a:lnSpc>
                <a:spcPts val="1400"/>
              </a:lnSpc>
            </a:pPr>
            <a:r>
              <a:rPr lang="en-US"/>
              <a:t>Eighth level</a:t>
            </a:r>
          </a:p>
          <a:p>
            <a:pPr lvl="8">
              <a:lnSpc>
                <a:spcPts val="1400"/>
              </a:lnSpc>
            </a:pPr>
            <a:r>
              <a:rPr lang="en-US"/>
              <a:t>Ninth level</a:t>
            </a:r>
          </a:p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endParaRPr lang="en-US" dirty="0"/>
          </a:p>
        </p:txBody>
      </p:sp>
      <p:sp>
        <p:nvSpPr>
          <p:cNvPr id="20" name="content 4">
            <a:extLst>
              <a:ext uri="{FF2B5EF4-FFF2-40B4-BE49-F238E27FC236}">
                <a16:creationId xmlns:a16="http://schemas.microsoft.com/office/drawing/2014/main" id="{3CBEB059-9275-40EC-54B6-7D9C7BE41AB1}"/>
              </a:ext>
            </a:extLst>
          </p:cNvPr>
          <p:cNvSpPr>
            <a:spLocks noGrp="1"/>
          </p:cNvSpPr>
          <p:nvPr>
            <p:ph sz="quarter" idx="76"/>
          </p:nvPr>
        </p:nvSpPr>
        <p:spPr>
          <a:xfrm>
            <a:off x="5499033" y="1453622"/>
            <a:ext cx="2160000" cy="4716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dirty="0"/>
            </a:lvl1pPr>
            <a:lvl2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2pPr>
            <a:lvl3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3pPr>
            <a:lvl4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4pPr>
            <a:lvl5pPr>
              <a:defRPr lang="en-US" sz="1000" smtClean="0">
                <a:solidFill>
                  <a:schemeClr val="tx1"/>
                </a:solidFill>
              </a:defRPr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lnSpc>
                <a:spcPts val="1200"/>
              </a:lnSpc>
              <a:spcAft>
                <a:spcPts val="600"/>
              </a:spcAft>
              <a:defRPr lang="en-US" sz="1000" smtClean="0"/>
            </a:lvl9pPr>
          </a:lstStyle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Second level</a:t>
            </a:r>
          </a:p>
          <a:p>
            <a:pPr lvl="2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Third level </a:t>
            </a:r>
          </a:p>
          <a:p>
            <a:pPr lvl="3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Fourth level</a:t>
            </a:r>
          </a:p>
          <a:p>
            <a:pPr lvl="4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Fifth level</a:t>
            </a:r>
          </a:p>
          <a:p>
            <a:pPr lvl="5">
              <a:lnSpc>
                <a:spcPts val="1400"/>
              </a:lnSpc>
            </a:pPr>
            <a:r>
              <a:rPr lang="en-US"/>
              <a:t>Sixth level</a:t>
            </a:r>
          </a:p>
          <a:p>
            <a:pPr lvl="6">
              <a:lnSpc>
                <a:spcPts val="1400"/>
              </a:lnSpc>
            </a:pPr>
            <a:r>
              <a:rPr lang="en-US"/>
              <a:t>Seventh level</a:t>
            </a:r>
          </a:p>
          <a:p>
            <a:pPr lvl="7">
              <a:lnSpc>
                <a:spcPts val="1400"/>
              </a:lnSpc>
            </a:pPr>
            <a:r>
              <a:rPr lang="en-US"/>
              <a:t>Eighth level</a:t>
            </a:r>
          </a:p>
          <a:p>
            <a:pPr lvl="8">
              <a:lnSpc>
                <a:spcPts val="1400"/>
              </a:lnSpc>
            </a:pPr>
            <a:r>
              <a:rPr lang="en-US"/>
              <a:t>Ninth level</a:t>
            </a:r>
          </a:p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endParaRPr lang="en-US" dirty="0"/>
          </a:p>
        </p:txBody>
      </p:sp>
      <p:sp>
        <p:nvSpPr>
          <p:cNvPr id="29" name="content 3">
            <a:extLst>
              <a:ext uri="{FF2B5EF4-FFF2-40B4-BE49-F238E27FC236}">
                <a16:creationId xmlns:a16="http://schemas.microsoft.com/office/drawing/2014/main" id="{089017DA-0B17-4563-BAB4-945351F65707}"/>
              </a:ext>
            </a:extLst>
          </p:cNvPr>
          <p:cNvSpPr>
            <a:spLocks noGrp="1"/>
          </p:cNvSpPr>
          <p:nvPr>
            <p:ph sz="quarter" idx="79"/>
          </p:nvPr>
        </p:nvSpPr>
        <p:spPr>
          <a:xfrm>
            <a:off x="3226549" y="4279014"/>
            <a:ext cx="2160000" cy="1908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dirty="0"/>
            </a:lvl1pPr>
            <a:lvl2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2pPr>
            <a:lvl3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3pPr>
            <a:lvl4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4pPr>
            <a:lvl5pPr>
              <a:defRPr lang="en-US" sz="1000" smtClean="0">
                <a:solidFill>
                  <a:schemeClr val="tx1"/>
                </a:solidFill>
              </a:defRPr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lnSpc>
                <a:spcPts val="1200"/>
              </a:lnSpc>
              <a:spcAft>
                <a:spcPts val="600"/>
              </a:spcAft>
              <a:defRPr lang="en-US" sz="1000" smtClean="0"/>
            </a:lvl9pPr>
          </a:lstStyle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Second level</a:t>
            </a:r>
          </a:p>
          <a:p>
            <a:pPr lvl="2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Third level </a:t>
            </a:r>
          </a:p>
          <a:p>
            <a:pPr lvl="3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Fourth level</a:t>
            </a:r>
          </a:p>
          <a:p>
            <a:pPr lvl="4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Fifth level</a:t>
            </a:r>
          </a:p>
          <a:p>
            <a:pPr lvl="5">
              <a:lnSpc>
                <a:spcPts val="1400"/>
              </a:lnSpc>
            </a:pPr>
            <a:r>
              <a:rPr lang="en-US"/>
              <a:t>Sixth level</a:t>
            </a:r>
          </a:p>
          <a:p>
            <a:pPr lvl="6">
              <a:lnSpc>
                <a:spcPts val="1400"/>
              </a:lnSpc>
            </a:pPr>
            <a:r>
              <a:rPr lang="en-US"/>
              <a:t>Seventh level</a:t>
            </a:r>
          </a:p>
          <a:p>
            <a:pPr lvl="7">
              <a:lnSpc>
                <a:spcPts val="1400"/>
              </a:lnSpc>
            </a:pPr>
            <a:r>
              <a:rPr lang="en-US"/>
              <a:t>Eighth level</a:t>
            </a:r>
          </a:p>
          <a:p>
            <a:pPr lvl="8">
              <a:lnSpc>
                <a:spcPts val="1400"/>
              </a:lnSpc>
            </a:pPr>
            <a:r>
              <a:rPr lang="en-US"/>
              <a:t>Ninth level</a:t>
            </a:r>
          </a:p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endParaRPr lang="en-US" dirty="0"/>
          </a:p>
        </p:txBody>
      </p:sp>
      <p:sp>
        <p:nvSpPr>
          <p:cNvPr id="24" name="content 2">
            <a:extLst>
              <a:ext uri="{FF2B5EF4-FFF2-40B4-BE49-F238E27FC236}">
                <a16:creationId xmlns:a16="http://schemas.microsoft.com/office/drawing/2014/main" id="{60ED7C70-87D7-2FBF-876B-93BA30DF0D71}"/>
              </a:ext>
            </a:extLst>
          </p:cNvPr>
          <p:cNvSpPr>
            <a:spLocks noGrp="1"/>
          </p:cNvSpPr>
          <p:nvPr>
            <p:ph sz="quarter" idx="70"/>
          </p:nvPr>
        </p:nvSpPr>
        <p:spPr>
          <a:xfrm>
            <a:off x="3226549" y="1453622"/>
            <a:ext cx="2160000" cy="2592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dirty="0"/>
            </a:lvl1pPr>
            <a:lvl2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2pPr>
            <a:lvl3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3pPr>
            <a:lvl4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4pPr>
            <a:lvl5pPr>
              <a:defRPr lang="en-US" sz="1000" smtClean="0">
                <a:solidFill>
                  <a:schemeClr val="tx1"/>
                </a:solidFill>
              </a:defRPr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lnSpc>
                <a:spcPts val="1200"/>
              </a:lnSpc>
              <a:spcAft>
                <a:spcPts val="600"/>
              </a:spcAft>
              <a:defRPr lang="en-US" sz="1000" smtClean="0"/>
            </a:lvl9pPr>
          </a:lstStyle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Second level</a:t>
            </a:r>
          </a:p>
          <a:p>
            <a:pPr lvl="2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Third level </a:t>
            </a:r>
          </a:p>
          <a:p>
            <a:pPr lvl="3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Fourth level</a:t>
            </a:r>
          </a:p>
          <a:p>
            <a:pPr lvl="4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Fifth level</a:t>
            </a:r>
          </a:p>
          <a:p>
            <a:pPr lvl="5">
              <a:lnSpc>
                <a:spcPts val="1400"/>
              </a:lnSpc>
            </a:pPr>
            <a:r>
              <a:rPr lang="en-US"/>
              <a:t>Sixth level</a:t>
            </a:r>
          </a:p>
          <a:p>
            <a:pPr lvl="6">
              <a:lnSpc>
                <a:spcPts val="1400"/>
              </a:lnSpc>
            </a:pPr>
            <a:r>
              <a:rPr lang="en-US"/>
              <a:t>Seventh level</a:t>
            </a:r>
          </a:p>
          <a:p>
            <a:pPr lvl="7">
              <a:lnSpc>
                <a:spcPts val="1400"/>
              </a:lnSpc>
            </a:pPr>
            <a:r>
              <a:rPr lang="en-US"/>
              <a:t>Eighth level</a:t>
            </a:r>
          </a:p>
          <a:p>
            <a:pPr lvl="8">
              <a:lnSpc>
                <a:spcPts val="1400"/>
              </a:lnSpc>
            </a:pPr>
            <a:r>
              <a:rPr lang="en-US"/>
              <a:t>Ninth level</a:t>
            </a:r>
          </a:p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endParaRPr lang="en-US" dirty="0"/>
          </a:p>
        </p:txBody>
      </p:sp>
      <p:sp>
        <p:nvSpPr>
          <p:cNvPr id="30" name="content 1">
            <a:extLst>
              <a:ext uri="{FF2B5EF4-FFF2-40B4-BE49-F238E27FC236}">
                <a16:creationId xmlns:a16="http://schemas.microsoft.com/office/drawing/2014/main" id="{DBC563D3-ED21-E461-F246-841B242650F7}"/>
              </a:ext>
            </a:extLst>
          </p:cNvPr>
          <p:cNvSpPr>
            <a:spLocks noGrp="1"/>
          </p:cNvSpPr>
          <p:nvPr>
            <p:ph sz="quarter" idx="80"/>
          </p:nvPr>
        </p:nvSpPr>
        <p:spPr>
          <a:xfrm>
            <a:off x="565252" y="4279014"/>
            <a:ext cx="2176334" cy="1908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dirty="0"/>
            </a:lvl1pPr>
            <a:lvl2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2pPr>
            <a:lvl3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3pPr>
            <a:lvl4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4pPr>
            <a:lvl5pPr>
              <a:defRPr lang="en-US" sz="1000" smtClean="0">
                <a:solidFill>
                  <a:schemeClr val="tx1"/>
                </a:solidFill>
              </a:defRPr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lnSpc>
                <a:spcPts val="1200"/>
              </a:lnSpc>
              <a:spcAft>
                <a:spcPts val="600"/>
              </a:spcAft>
              <a:defRPr lang="en-US" sz="1000" smtClean="0"/>
            </a:lvl9pPr>
          </a:lstStyle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Second level</a:t>
            </a:r>
          </a:p>
          <a:p>
            <a:pPr lvl="2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Third level </a:t>
            </a:r>
          </a:p>
          <a:p>
            <a:pPr lvl="3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Fourth level</a:t>
            </a:r>
          </a:p>
          <a:p>
            <a:pPr lvl="4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Fifth level</a:t>
            </a:r>
          </a:p>
          <a:p>
            <a:pPr lvl="5">
              <a:lnSpc>
                <a:spcPts val="1400"/>
              </a:lnSpc>
            </a:pPr>
            <a:r>
              <a:rPr lang="en-US"/>
              <a:t>Sixth level</a:t>
            </a:r>
          </a:p>
          <a:p>
            <a:pPr lvl="6">
              <a:lnSpc>
                <a:spcPts val="1400"/>
              </a:lnSpc>
            </a:pPr>
            <a:r>
              <a:rPr lang="en-US"/>
              <a:t>Seventh level</a:t>
            </a:r>
          </a:p>
          <a:p>
            <a:pPr lvl="7">
              <a:lnSpc>
                <a:spcPts val="1400"/>
              </a:lnSpc>
            </a:pPr>
            <a:r>
              <a:rPr lang="en-US"/>
              <a:t>Eighth level</a:t>
            </a:r>
          </a:p>
          <a:p>
            <a:pPr lvl="8">
              <a:lnSpc>
                <a:spcPts val="1400"/>
              </a:lnSpc>
            </a:pPr>
            <a:r>
              <a:rPr lang="en-US"/>
              <a:t>Ninth level</a:t>
            </a:r>
          </a:p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endParaRPr lang="en-US" dirty="0"/>
          </a:p>
        </p:txBody>
      </p:sp>
      <p:sp>
        <p:nvSpPr>
          <p:cNvPr id="52" name="picture">
            <a:extLst>
              <a:ext uri="{FF2B5EF4-FFF2-40B4-BE49-F238E27FC236}">
                <a16:creationId xmlns:a16="http://schemas.microsoft.com/office/drawing/2014/main" id="{E16D530D-B736-1C98-A57D-381E4DCC2AA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-95102" y="2037996"/>
            <a:ext cx="2700000" cy="1980000"/>
          </a:xfrm>
          <a:prstGeom prst="roundRect">
            <a:avLst>
              <a:gd name="adj" fmla="val 3959"/>
            </a:avLst>
          </a:prstGeom>
          <a:solidFill>
            <a:schemeClr val="bg1"/>
          </a:solidFill>
          <a:effectLst/>
        </p:spPr>
        <p:txBody>
          <a:bodyPr/>
          <a:lstStyle>
            <a:lvl1pPr>
              <a:defRPr lang="en-DE" dirty="0"/>
            </a:lvl1pPr>
          </a:lstStyle>
          <a:p>
            <a:r>
              <a:rPr lang="en-US"/>
              <a:t>Click icon to add picture</a:t>
            </a:r>
            <a:endParaRPr lang="en-DE" dirty="0"/>
          </a:p>
        </p:txBody>
      </p:sp>
      <p:sp>
        <p:nvSpPr>
          <p:cNvPr id="21" name="name">
            <a:extLst>
              <a:ext uri="{FF2B5EF4-FFF2-40B4-BE49-F238E27FC236}">
                <a16:creationId xmlns:a16="http://schemas.microsoft.com/office/drawing/2014/main" id="{37749CFC-962A-7BB2-6A64-5FAAD068DCA8}"/>
              </a:ext>
            </a:extLst>
          </p:cNvPr>
          <p:cNvSpPr>
            <a:spLocks noGrp="1"/>
          </p:cNvSpPr>
          <p:nvPr>
            <p:ph type="body" idx="69"/>
          </p:nvPr>
        </p:nvSpPr>
        <p:spPr>
          <a:xfrm>
            <a:off x="540000" y="1440000"/>
            <a:ext cx="2201586" cy="504000"/>
          </a:xfrm>
        </p:spPr>
        <p:txBody>
          <a:bodyPr lIns="0" rIns="0" anchor="t" anchorCtr="0"/>
          <a:lstStyle>
            <a:lvl1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0" cap="all" spc="100" baseline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1E014A56-6919-303A-F165-A8B9AFE52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0" name="navigation">
            <a:extLst>
              <a:ext uri="{FF2B5EF4-FFF2-40B4-BE49-F238E27FC236}">
                <a16:creationId xmlns:a16="http://schemas.microsoft.com/office/drawing/2014/main" id="{FD8D2581-6964-2778-6F2E-FEB7528273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52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DB73B2F3-9524-5A90-00B7-B7586AD9C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E9CD5B28-679A-4369-7530-A96A5BCB0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8" name="date">
            <a:extLst>
              <a:ext uri="{FF2B5EF4-FFF2-40B4-BE49-F238E27FC236}">
                <a16:creationId xmlns:a16="http://schemas.microsoft.com/office/drawing/2014/main" id="{FD6DDE4A-17D1-151A-F710-D2D4B4A6D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93076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26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 049 : Team : Profile 2 : Detai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6">
            <a:extLst>
              <a:ext uri="{FF2B5EF4-FFF2-40B4-BE49-F238E27FC236}">
                <a16:creationId xmlns:a16="http://schemas.microsoft.com/office/drawing/2014/main" id="{D66B83BD-F77A-871B-10EA-083838368142}"/>
              </a:ext>
            </a:extLst>
          </p:cNvPr>
          <p:cNvSpPr>
            <a:spLocks noGrp="1"/>
          </p:cNvSpPr>
          <p:nvPr>
            <p:ph sz="quarter" idx="73"/>
          </p:nvPr>
        </p:nvSpPr>
        <p:spPr>
          <a:xfrm>
            <a:off x="9036000" y="4174350"/>
            <a:ext cx="2592000" cy="19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dirty="0"/>
            </a:lvl1pPr>
            <a:lvl2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2pPr>
            <a:lvl3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3pPr>
            <a:lvl4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4pPr>
            <a:lvl5pPr>
              <a:defRPr lang="en-US" sz="1000" smtClean="0">
                <a:solidFill>
                  <a:schemeClr val="tx1"/>
                </a:solidFill>
              </a:defRPr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lnSpc>
                <a:spcPts val="1200"/>
              </a:lnSpc>
              <a:spcAft>
                <a:spcPts val="600"/>
              </a:spcAft>
              <a:defRPr lang="en-US" sz="1000" smtClean="0"/>
            </a:lvl9pPr>
          </a:lstStyle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Second level</a:t>
            </a:r>
          </a:p>
          <a:p>
            <a:pPr lvl="2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Third level </a:t>
            </a:r>
          </a:p>
          <a:p>
            <a:pPr lvl="3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Fourth level</a:t>
            </a:r>
          </a:p>
          <a:p>
            <a:pPr lvl="4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Fifth level</a:t>
            </a:r>
          </a:p>
          <a:p>
            <a:pPr lvl="5">
              <a:lnSpc>
                <a:spcPts val="1400"/>
              </a:lnSpc>
            </a:pPr>
            <a:r>
              <a:rPr lang="en-US"/>
              <a:t>Sixth level</a:t>
            </a:r>
          </a:p>
          <a:p>
            <a:pPr lvl="6">
              <a:lnSpc>
                <a:spcPts val="1400"/>
              </a:lnSpc>
            </a:pPr>
            <a:r>
              <a:rPr lang="en-US"/>
              <a:t>Seventh level</a:t>
            </a:r>
          </a:p>
          <a:p>
            <a:pPr lvl="7">
              <a:lnSpc>
                <a:spcPts val="1400"/>
              </a:lnSpc>
            </a:pPr>
            <a:r>
              <a:rPr lang="en-US"/>
              <a:t>Eighth level</a:t>
            </a:r>
          </a:p>
          <a:p>
            <a:pPr lvl="8">
              <a:lnSpc>
                <a:spcPts val="1400"/>
              </a:lnSpc>
            </a:pPr>
            <a:r>
              <a:rPr lang="en-US"/>
              <a:t>Ninth level</a:t>
            </a:r>
          </a:p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endParaRPr lang="en-US" dirty="0"/>
          </a:p>
        </p:txBody>
      </p:sp>
      <p:sp>
        <p:nvSpPr>
          <p:cNvPr id="19" name="content 5">
            <a:extLst>
              <a:ext uri="{FF2B5EF4-FFF2-40B4-BE49-F238E27FC236}">
                <a16:creationId xmlns:a16="http://schemas.microsoft.com/office/drawing/2014/main" id="{5AFBCE0C-30B2-68D8-714F-83FE52D6D288}"/>
              </a:ext>
            </a:extLst>
          </p:cNvPr>
          <p:cNvSpPr>
            <a:spLocks noGrp="1"/>
          </p:cNvSpPr>
          <p:nvPr>
            <p:ph sz="quarter" idx="72"/>
          </p:nvPr>
        </p:nvSpPr>
        <p:spPr>
          <a:xfrm>
            <a:off x="6912570" y="4174350"/>
            <a:ext cx="1980000" cy="19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dirty="0"/>
            </a:lvl1pPr>
            <a:lvl2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2pPr>
            <a:lvl3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3pPr>
            <a:lvl4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4pPr>
            <a:lvl5pPr>
              <a:defRPr lang="en-US" sz="1000" smtClean="0">
                <a:solidFill>
                  <a:schemeClr val="tx1"/>
                </a:solidFill>
              </a:defRPr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lnSpc>
                <a:spcPts val="1200"/>
              </a:lnSpc>
              <a:spcAft>
                <a:spcPts val="600"/>
              </a:spcAft>
              <a:defRPr lang="en-US" sz="1000" smtClean="0"/>
            </a:lvl9pPr>
          </a:lstStyle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Second level</a:t>
            </a:r>
          </a:p>
          <a:p>
            <a:pPr lvl="2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Third level </a:t>
            </a:r>
          </a:p>
          <a:p>
            <a:pPr lvl="3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Fourth level</a:t>
            </a:r>
          </a:p>
          <a:p>
            <a:pPr lvl="4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Fifth level</a:t>
            </a:r>
          </a:p>
          <a:p>
            <a:pPr lvl="5">
              <a:lnSpc>
                <a:spcPts val="1400"/>
              </a:lnSpc>
            </a:pPr>
            <a:r>
              <a:rPr lang="en-US"/>
              <a:t>Sixth level</a:t>
            </a:r>
          </a:p>
          <a:p>
            <a:pPr lvl="6">
              <a:lnSpc>
                <a:spcPts val="1400"/>
              </a:lnSpc>
            </a:pPr>
            <a:r>
              <a:rPr lang="en-US"/>
              <a:t>Seventh level</a:t>
            </a:r>
          </a:p>
          <a:p>
            <a:pPr lvl="7">
              <a:lnSpc>
                <a:spcPts val="1400"/>
              </a:lnSpc>
            </a:pPr>
            <a:r>
              <a:rPr lang="en-US"/>
              <a:t>Eighth level</a:t>
            </a:r>
          </a:p>
          <a:p>
            <a:pPr lvl="8">
              <a:lnSpc>
                <a:spcPts val="1400"/>
              </a:lnSpc>
            </a:pPr>
            <a:r>
              <a:rPr lang="en-US"/>
              <a:t>Ninth level</a:t>
            </a:r>
          </a:p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endParaRPr lang="en-US" dirty="0"/>
          </a:p>
        </p:txBody>
      </p:sp>
      <p:sp>
        <p:nvSpPr>
          <p:cNvPr id="11" name="content 4">
            <a:extLst>
              <a:ext uri="{FF2B5EF4-FFF2-40B4-BE49-F238E27FC236}">
                <a16:creationId xmlns:a16="http://schemas.microsoft.com/office/drawing/2014/main" id="{A2971DF2-F257-DB34-C757-4E8BFB3A77FF}"/>
              </a:ext>
            </a:extLst>
          </p:cNvPr>
          <p:cNvSpPr>
            <a:spLocks noGrp="1"/>
          </p:cNvSpPr>
          <p:nvPr>
            <p:ph sz="quarter" idx="71"/>
          </p:nvPr>
        </p:nvSpPr>
        <p:spPr>
          <a:xfrm>
            <a:off x="9036000" y="612000"/>
            <a:ext cx="2592000" cy="3456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dirty="0"/>
            </a:lvl1pPr>
            <a:lvl2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2pPr>
            <a:lvl3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3pPr>
            <a:lvl4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4pPr>
            <a:lvl5pPr>
              <a:defRPr lang="en-US" sz="1000" smtClean="0">
                <a:solidFill>
                  <a:schemeClr val="tx1"/>
                </a:solidFill>
              </a:defRPr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lnSpc>
                <a:spcPts val="1200"/>
              </a:lnSpc>
              <a:spcAft>
                <a:spcPts val="600"/>
              </a:spcAft>
              <a:defRPr lang="en-US" sz="1000" smtClean="0"/>
            </a:lvl9pPr>
          </a:lstStyle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Second level</a:t>
            </a:r>
          </a:p>
          <a:p>
            <a:pPr lvl="2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Third level </a:t>
            </a:r>
          </a:p>
          <a:p>
            <a:pPr lvl="3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Fourth level</a:t>
            </a:r>
          </a:p>
          <a:p>
            <a:pPr lvl="4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Fifth level</a:t>
            </a:r>
          </a:p>
          <a:p>
            <a:pPr lvl="5">
              <a:lnSpc>
                <a:spcPts val="1400"/>
              </a:lnSpc>
            </a:pPr>
            <a:r>
              <a:rPr lang="en-US"/>
              <a:t>Sixth level</a:t>
            </a:r>
          </a:p>
          <a:p>
            <a:pPr lvl="6">
              <a:lnSpc>
                <a:spcPts val="1400"/>
              </a:lnSpc>
            </a:pPr>
            <a:r>
              <a:rPr lang="en-US"/>
              <a:t>Seventh level</a:t>
            </a:r>
          </a:p>
          <a:p>
            <a:pPr lvl="7">
              <a:lnSpc>
                <a:spcPts val="1400"/>
              </a:lnSpc>
            </a:pPr>
            <a:r>
              <a:rPr lang="en-US"/>
              <a:t>Eighth level</a:t>
            </a:r>
          </a:p>
          <a:p>
            <a:pPr lvl="8">
              <a:lnSpc>
                <a:spcPts val="1400"/>
              </a:lnSpc>
            </a:pPr>
            <a:r>
              <a:rPr lang="en-US"/>
              <a:t>Ninth level</a:t>
            </a:r>
          </a:p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endParaRPr lang="en-US" dirty="0"/>
          </a:p>
        </p:txBody>
      </p:sp>
      <p:sp>
        <p:nvSpPr>
          <p:cNvPr id="4" name="content 3">
            <a:extLst>
              <a:ext uri="{FF2B5EF4-FFF2-40B4-BE49-F238E27FC236}">
                <a16:creationId xmlns:a16="http://schemas.microsoft.com/office/drawing/2014/main" id="{FE2DAEC4-A246-1397-2D70-FD86B5008741}"/>
              </a:ext>
            </a:extLst>
          </p:cNvPr>
          <p:cNvSpPr>
            <a:spLocks noGrp="1"/>
          </p:cNvSpPr>
          <p:nvPr>
            <p:ph sz="quarter" idx="70"/>
          </p:nvPr>
        </p:nvSpPr>
        <p:spPr>
          <a:xfrm>
            <a:off x="6912570" y="611999"/>
            <a:ext cx="1980000" cy="345599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dirty="0"/>
            </a:lvl1pPr>
            <a:lvl2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2pPr>
            <a:lvl3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3pPr>
            <a:lvl4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4pPr>
            <a:lvl5pPr>
              <a:defRPr lang="en-US" sz="1000" smtClean="0">
                <a:solidFill>
                  <a:schemeClr val="tx1"/>
                </a:solidFill>
              </a:defRPr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lnSpc>
                <a:spcPts val="1200"/>
              </a:lnSpc>
              <a:spcAft>
                <a:spcPts val="600"/>
              </a:spcAft>
              <a:defRPr lang="en-US" sz="1000" smtClean="0"/>
            </a:lvl9pPr>
          </a:lstStyle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Second level</a:t>
            </a:r>
          </a:p>
          <a:p>
            <a:pPr lvl="2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Third level </a:t>
            </a:r>
          </a:p>
          <a:p>
            <a:pPr lvl="3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Fourth level</a:t>
            </a:r>
          </a:p>
          <a:p>
            <a:pPr lvl="4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Fifth level</a:t>
            </a:r>
          </a:p>
          <a:p>
            <a:pPr lvl="5">
              <a:lnSpc>
                <a:spcPts val="1400"/>
              </a:lnSpc>
            </a:pPr>
            <a:r>
              <a:rPr lang="en-US"/>
              <a:t>Sixth level</a:t>
            </a:r>
          </a:p>
          <a:p>
            <a:pPr lvl="6">
              <a:lnSpc>
                <a:spcPts val="1400"/>
              </a:lnSpc>
            </a:pPr>
            <a:r>
              <a:rPr lang="en-US"/>
              <a:t>Seventh level</a:t>
            </a:r>
          </a:p>
          <a:p>
            <a:pPr lvl="7">
              <a:lnSpc>
                <a:spcPts val="1400"/>
              </a:lnSpc>
            </a:pPr>
            <a:r>
              <a:rPr lang="en-US"/>
              <a:t>Eighth level</a:t>
            </a:r>
          </a:p>
          <a:p>
            <a:pPr lvl="8">
              <a:lnSpc>
                <a:spcPts val="1400"/>
              </a:lnSpc>
            </a:pPr>
            <a:r>
              <a:rPr lang="en-US"/>
              <a:t>Ninth level</a:t>
            </a:r>
          </a:p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endParaRPr lang="en-US" dirty="0"/>
          </a:p>
        </p:txBody>
      </p:sp>
      <p:sp>
        <p:nvSpPr>
          <p:cNvPr id="21" name="content 2b">
            <a:extLst>
              <a:ext uri="{FF2B5EF4-FFF2-40B4-BE49-F238E27FC236}">
                <a16:creationId xmlns:a16="http://schemas.microsoft.com/office/drawing/2014/main" id="{9EB4C0AC-9C38-EC69-120B-EE72F6F9486E}"/>
              </a:ext>
            </a:extLst>
          </p:cNvPr>
          <p:cNvSpPr>
            <a:spLocks noGrp="1"/>
          </p:cNvSpPr>
          <p:nvPr>
            <p:ph sz="quarter" idx="74"/>
          </p:nvPr>
        </p:nvSpPr>
        <p:spPr>
          <a:xfrm>
            <a:off x="4140000" y="4174350"/>
            <a:ext cx="2376000" cy="19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dirty="0"/>
            </a:lvl1pPr>
            <a:lvl2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2pPr>
            <a:lvl3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3pPr>
            <a:lvl4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4pPr>
            <a:lvl5pPr>
              <a:defRPr lang="en-US" sz="1000" smtClean="0">
                <a:solidFill>
                  <a:schemeClr val="tx1"/>
                </a:solidFill>
              </a:defRPr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lnSpc>
                <a:spcPts val="1200"/>
              </a:lnSpc>
              <a:spcAft>
                <a:spcPts val="600"/>
              </a:spcAft>
              <a:defRPr lang="en-US" sz="1000" smtClean="0"/>
            </a:lvl9pPr>
          </a:lstStyle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Second level</a:t>
            </a:r>
          </a:p>
          <a:p>
            <a:pPr lvl="2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Third level </a:t>
            </a:r>
          </a:p>
          <a:p>
            <a:pPr lvl="3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Fourth level</a:t>
            </a:r>
          </a:p>
          <a:p>
            <a:pPr lvl="4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Fifth level</a:t>
            </a:r>
          </a:p>
          <a:p>
            <a:pPr lvl="5">
              <a:lnSpc>
                <a:spcPts val="1400"/>
              </a:lnSpc>
            </a:pPr>
            <a:r>
              <a:rPr lang="en-US"/>
              <a:t>Sixth level</a:t>
            </a:r>
          </a:p>
          <a:p>
            <a:pPr lvl="6">
              <a:lnSpc>
                <a:spcPts val="1400"/>
              </a:lnSpc>
            </a:pPr>
            <a:r>
              <a:rPr lang="en-US"/>
              <a:t>Seventh level</a:t>
            </a:r>
          </a:p>
          <a:p>
            <a:pPr lvl="7">
              <a:lnSpc>
                <a:spcPts val="1400"/>
              </a:lnSpc>
            </a:pPr>
            <a:r>
              <a:rPr lang="en-US"/>
              <a:t>Eighth level</a:t>
            </a:r>
          </a:p>
          <a:p>
            <a:pPr lvl="8">
              <a:lnSpc>
                <a:spcPts val="1400"/>
              </a:lnSpc>
            </a:pPr>
            <a:r>
              <a:rPr lang="en-US"/>
              <a:t>Ninth level</a:t>
            </a:r>
          </a:p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endParaRPr lang="en-US" dirty="0"/>
          </a:p>
        </p:txBody>
      </p:sp>
      <p:sp>
        <p:nvSpPr>
          <p:cNvPr id="8" name="picture middle">
            <a:extLst>
              <a:ext uri="{FF2B5EF4-FFF2-40B4-BE49-F238E27FC236}">
                <a16:creationId xmlns:a16="http://schemas.microsoft.com/office/drawing/2014/main" id="{500BF364-B154-B732-45F8-3424E506904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40000" y="1980000"/>
            <a:ext cx="2376000" cy="2088000"/>
          </a:xfrm>
          <a:prstGeom prst="roundRect">
            <a:avLst>
              <a:gd name="adj" fmla="val 3390"/>
            </a:avLst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ID" sz="1000"/>
            </a:lvl1pPr>
          </a:lstStyle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Click icon to add picture</a:t>
            </a:r>
            <a:endParaRPr lang="en-ID"/>
          </a:p>
        </p:txBody>
      </p:sp>
      <p:sp>
        <p:nvSpPr>
          <p:cNvPr id="9" name="content 2a">
            <a:extLst>
              <a:ext uri="{FF2B5EF4-FFF2-40B4-BE49-F238E27FC236}">
                <a16:creationId xmlns:a16="http://schemas.microsoft.com/office/drawing/2014/main" id="{A906F57E-C1A7-ECB2-3187-C56320FE3720}"/>
              </a:ext>
            </a:extLst>
          </p:cNvPr>
          <p:cNvSpPr>
            <a:spLocks noGrp="1"/>
          </p:cNvSpPr>
          <p:nvPr>
            <p:ph sz="quarter" idx="69"/>
          </p:nvPr>
        </p:nvSpPr>
        <p:spPr>
          <a:xfrm>
            <a:off x="4140000" y="612000"/>
            <a:ext cx="2376000" cy="1332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dirty="0"/>
            </a:lvl1pPr>
            <a:lvl2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2pPr>
            <a:lvl3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3pPr>
            <a:lvl4pPr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lang="en-US" sz="1000" smtClean="0"/>
            </a:lvl4pPr>
            <a:lvl5pPr>
              <a:defRPr lang="en-US" sz="1000" smtClean="0">
                <a:solidFill>
                  <a:schemeClr val="tx1"/>
                </a:solidFill>
              </a:defRPr>
            </a:lvl5pPr>
            <a:lvl6pPr>
              <a:defRPr lang="en-US" sz="1000" smtClean="0"/>
            </a:lvl6pPr>
            <a:lvl7pPr>
              <a:defRPr lang="en-US" sz="1000" smtClean="0"/>
            </a:lvl7pPr>
            <a:lvl8pPr>
              <a:defRPr lang="en-US" sz="1000" smtClean="0"/>
            </a:lvl8pPr>
            <a:lvl9pPr>
              <a:lnSpc>
                <a:spcPts val="1200"/>
              </a:lnSpc>
              <a:spcAft>
                <a:spcPts val="600"/>
              </a:spcAft>
              <a:defRPr lang="en-US" sz="1000" smtClean="0"/>
            </a:lvl9pPr>
          </a:lstStyle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Second level</a:t>
            </a:r>
          </a:p>
          <a:p>
            <a:pPr lvl="2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Third level </a:t>
            </a:r>
          </a:p>
          <a:p>
            <a:pPr lvl="3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Fourth level</a:t>
            </a:r>
          </a:p>
          <a:p>
            <a:pPr lvl="4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Fifth level</a:t>
            </a:r>
          </a:p>
          <a:p>
            <a:pPr lvl="5">
              <a:lnSpc>
                <a:spcPts val="1400"/>
              </a:lnSpc>
            </a:pPr>
            <a:r>
              <a:rPr lang="en-US"/>
              <a:t>Sixth level</a:t>
            </a:r>
          </a:p>
          <a:p>
            <a:pPr lvl="6">
              <a:lnSpc>
                <a:spcPts val="1400"/>
              </a:lnSpc>
            </a:pPr>
            <a:r>
              <a:rPr lang="en-US"/>
              <a:t>Seventh level</a:t>
            </a:r>
          </a:p>
          <a:p>
            <a:pPr lvl="7">
              <a:lnSpc>
                <a:spcPts val="1400"/>
              </a:lnSpc>
            </a:pPr>
            <a:r>
              <a:rPr lang="en-US"/>
              <a:t>Eighth level</a:t>
            </a:r>
          </a:p>
          <a:p>
            <a:pPr lvl="8">
              <a:lnSpc>
                <a:spcPts val="1400"/>
              </a:lnSpc>
            </a:pPr>
            <a:r>
              <a:rPr lang="en-US"/>
              <a:t>Ninth level</a:t>
            </a:r>
          </a:p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endParaRPr lang="en-US" dirty="0"/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9996" y="1980000"/>
            <a:ext cx="3420000" cy="4176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000" dirty="0"/>
            </a:lvl1pPr>
            <a:lvl2pPr>
              <a:defRPr lang="en-US" sz="1000"/>
            </a:lvl2pPr>
            <a:lvl3pPr>
              <a:defRPr lang="en-US" sz="1000"/>
            </a:lvl3pPr>
            <a:lvl4pPr>
              <a:defRPr lang="en-US" sz="1000"/>
            </a:lvl4pPr>
            <a:lvl5pPr>
              <a:defRPr lang="en-US" sz="1000">
                <a:solidFill>
                  <a:schemeClr val="tx1"/>
                </a:solidFill>
              </a:defRPr>
            </a:lvl5pPr>
            <a:lvl6pPr>
              <a:defRPr lang="en-US" sz="1000"/>
            </a:lvl6pPr>
            <a:lvl7pPr>
              <a:defRPr lang="en-US" sz="1000"/>
            </a:lvl7pPr>
            <a:lvl8pPr>
              <a:defRPr lang="en-US" sz="1000"/>
            </a:lvl8pPr>
            <a:lvl9pPr>
              <a:defRPr lang="en-US" sz="1000"/>
            </a:lvl9pPr>
          </a:lstStyle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Click to edit Master text styles</a:t>
            </a:r>
          </a:p>
          <a:p>
            <a:pPr lvl="1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Second level</a:t>
            </a:r>
          </a:p>
          <a:p>
            <a:pPr lvl="2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Third level </a:t>
            </a:r>
          </a:p>
          <a:p>
            <a:pPr lvl="3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Fourth level</a:t>
            </a:r>
          </a:p>
          <a:p>
            <a:pPr lvl="4">
              <a:lnSpc>
                <a:spcPts val="1600"/>
              </a:lnSpc>
              <a:spcBef>
                <a:spcPts val="100"/>
              </a:spcBef>
              <a:spcAft>
                <a:spcPts val="100"/>
              </a:spcAft>
            </a:pPr>
            <a:r>
              <a:rPr lang="en-US"/>
              <a:t>Fifth level</a:t>
            </a:r>
          </a:p>
          <a:p>
            <a:pPr lvl="5">
              <a:lnSpc>
                <a:spcPts val="1400"/>
              </a:lnSpc>
            </a:pPr>
            <a:r>
              <a:rPr lang="en-US"/>
              <a:t>Sixth level</a:t>
            </a:r>
          </a:p>
          <a:p>
            <a:pPr lvl="6">
              <a:lnSpc>
                <a:spcPts val="1400"/>
              </a:lnSpc>
            </a:pPr>
            <a:r>
              <a:rPr lang="en-US"/>
              <a:t>Seventh level</a:t>
            </a:r>
          </a:p>
          <a:p>
            <a:pPr lvl="7">
              <a:lnSpc>
                <a:spcPts val="1400"/>
              </a:lnSpc>
            </a:pPr>
            <a:r>
              <a:rPr lang="en-US"/>
              <a:t>Eighth level</a:t>
            </a:r>
          </a:p>
          <a:p>
            <a:pPr lvl="8">
              <a:lnSpc>
                <a:spcPts val="1400"/>
              </a:lnSpc>
            </a:pPr>
            <a:r>
              <a:rPr lang="en-US"/>
              <a:t>Ninth level</a:t>
            </a:r>
          </a:p>
          <a:p>
            <a:pPr lvl="0">
              <a:lnSpc>
                <a:spcPts val="1400"/>
              </a:lnSpc>
              <a:spcBef>
                <a:spcPts val="100"/>
              </a:spcBef>
              <a:spcAft>
                <a:spcPts val="100"/>
              </a:spcAft>
            </a:pPr>
            <a:endParaRPr lang="en-US" dirty="0"/>
          </a:p>
        </p:txBody>
      </p:sp>
      <p:sp>
        <p:nvSpPr>
          <p:cNvPr id="6" name="name">
            <a:extLst>
              <a:ext uri="{FF2B5EF4-FFF2-40B4-BE49-F238E27FC236}">
                <a16:creationId xmlns:a16="http://schemas.microsoft.com/office/drawing/2014/main" id="{4FD8DC43-2230-29E6-EA6A-D1148AB2ADCC}"/>
              </a:ext>
            </a:extLst>
          </p:cNvPr>
          <p:cNvSpPr>
            <a:spLocks noGrp="1"/>
          </p:cNvSpPr>
          <p:nvPr>
            <p:ph type="body" idx="68"/>
          </p:nvPr>
        </p:nvSpPr>
        <p:spPr>
          <a:xfrm>
            <a:off x="540000" y="1440000"/>
            <a:ext cx="3420000" cy="504000"/>
          </a:xfrm>
        </p:spPr>
        <p:txBody>
          <a:bodyPr lIns="0" rIns="0" anchor="t" anchorCtr="0"/>
          <a:lstStyle>
            <a:lvl1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  <a:defRPr sz="1400" b="0" cap="all" spc="100" baseline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36" name="title">
            <a:extLst>
              <a:ext uri="{FF2B5EF4-FFF2-40B4-BE49-F238E27FC236}">
                <a16:creationId xmlns:a16="http://schemas.microsoft.com/office/drawing/2014/main" id="{C42A5394-0582-37AA-737C-9A22F650E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3420000" cy="828000"/>
          </a:xfrm>
        </p:spPr>
        <p:txBody>
          <a:bodyPr vert="horz" anchor="t"/>
          <a:lstStyle/>
          <a:p>
            <a:endParaRPr lang="en-US"/>
          </a:p>
        </p:txBody>
      </p:sp>
      <p:sp>
        <p:nvSpPr>
          <p:cNvPr id="5" name="navigation">
            <a:extLst>
              <a:ext uri="{FF2B5EF4-FFF2-40B4-BE49-F238E27FC236}">
                <a16:creationId xmlns:a16="http://schemas.microsoft.com/office/drawing/2014/main" id="{E2DB2781-02B7-8F48-880C-0864DAF6A9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52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  <p:sp>
        <p:nvSpPr>
          <p:cNvPr id="3" name="slide number">
            <a:extLst>
              <a:ext uri="{FF2B5EF4-FFF2-40B4-BE49-F238E27FC236}">
                <a16:creationId xmlns:a16="http://schemas.microsoft.com/office/drawing/2014/main" id="{8033BB8E-74C6-764F-4BC4-B50887CF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1B669101-1FED-F30B-5F2A-59D34CE418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08A84BE3-55A8-21D4-BB46-F3212DB806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5645025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 049 : team : 2 pictures : 2 names and ro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806DED45-4BC7-C6F5-F26F-6CD59EA5B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B32839BA-2D56-A01B-FE5C-F161B6335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50109232-4643-9278-B176-335653E00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3" name="addtext 3">
            <a:extLst>
              <a:ext uri="{FF2B5EF4-FFF2-40B4-BE49-F238E27FC236}">
                <a16:creationId xmlns:a16="http://schemas.microsoft.com/office/drawing/2014/main" id="{849B6CFB-350C-3F26-0011-94A6E6A3954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646450" y="2113699"/>
            <a:ext cx="1980000" cy="4052151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sz="1200"/>
            </a:lvl1pPr>
            <a:lvl2pPr>
              <a:defRPr lang="en-US" sz="1200"/>
            </a:lvl2pPr>
            <a:lvl3pPr>
              <a:defRPr lang="en-US" sz="1200"/>
            </a:lvl3pPr>
            <a:lvl4pPr>
              <a:defRPr lang="en-US" sz="1200"/>
            </a:lvl4pPr>
            <a:lvl5pPr>
              <a:defRPr lang="en-US" sz="1200"/>
            </a:lvl5pPr>
            <a:lvl6pPr>
              <a:defRPr lang="en-US" sz="1200"/>
            </a:lvl6pPr>
            <a:lvl7pPr>
              <a:defRPr lang="en-US" sz="1200"/>
            </a:lvl7pPr>
            <a:lvl8pPr>
              <a:defRPr lang="en-US" sz="1200"/>
            </a:lvl8pPr>
            <a:lvl9pPr>
              <a:defRPr lang="en-US" sz="1200" dirty="0"/>
            </a:lvl9pPr>
          </a:lstStyle>
          <a:p>
            <a:pPr lvl="0">
              <a:lnSpc>
                <a:spcPts val="1600"/>
              </a:lnSpc>
            </a:pPr>
            <a:endParaRPr lang="en-US" dirty="0"/>
          </a:p>
        </p:txBody>
      </p:sp>
      <p:sp>
        <p:nvSpPr>
          <p:cNvPr id="18" name="subtilte 3">
            <a:extLst>
              <a:ext uri="{FF2B5EF4-FFF2-40B4-BE49-F238E27FC236}">
                <a16:creationId xmlns:a16="http://schemas.microsoft.com/office/drawing/2014/main" id="{BE659DA4-361D-0068-83B9-84A1D509112C}"/>
              </a:ext>
            </a:extLst>
          </p:cNvPr>
          <p:cNvSpPr>
            <a:spLocks noGrp="1"/>
          </p:cNvSpPr>
          <p:nvPr>
            <p:ph type="body" idx="70"/>
          </p:nvPr>
        </p:nvSpPr>
        <p:spPr>
          <a:xfrm>
            <a:off x="9646450" y="1512000"/>
            <a:ext cx="1994688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 cap="all" spc="100" baseline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5" name="CV 2 text">
            <a:extLst>
              <a:ext uri="{FF2B5EF4-FFF2-40B4-BE49-F238E27FC236}">
                <a16:creationId xmlns:a16="http://schemas.microsoft.com/office/drawing/2014/main" id="{A82276AA-556D-9F16-87C3-9A3502D09B6F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5110698" y="3780000"/>
            <a:ext cx="4320000" cy="2376000"/>
          </a:xfrm>
        </p:spPr>
        <p:txBody>
          <a:bodyPr lIns="0" rIns="0"/>
          <a:lstStyle>
            <a:lvl1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1pPr>
            <a:lvl2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2pPr>
            <a:lvl3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3pPr>
            <a:lvl4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4pPr>
            <a:lvl5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5pPr>
            <a:lvl6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6pPr>
            <a:lvl7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7pPr>
            <a:lvl8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8pPr>
            <a:lvl9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67" name="bg shadow 2">
            <a:extLst>
              <a:ext uri="{FF2B5EF4-FFF2-40B4-BE49-F238E27FC236}">
                <a16:creationId xmlns:a16="http://schemas.microsoft.com/office/drawing/2014/main" id="{D5E34A60-AEFD-CB5F-7F16-E61E1EB95B46}"/>
              </a:ext>
            </a:extLst>
          </p:cNvPr>
          <p:cNvSpPr>
            <a:spLocks noGrp="1"/>
          </p:cNvSpPr>
          <p:nvPr>
            <p:ph type="body" idx="63"/>
          </p:nvPr>
        </p:nvSpPr>
        <p:spPr>
          <a:xfrm>
            <a:off x="5109652" y="2119313"/>
            <a:ext cx="4320000" cy="1439862"/>
          </a:xfrm>
          <a:prstGeom prst="roundRect">
            <a:avLst>
              <a:gd name="adj" fmla="val 5780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en-US"/>
          </a:p>
        </p:txBody>
      </p:sp>
      <p:sp>
        <p:nvSpPr>
          <p:cNvPr id="68" name="role 2">
            <a:extLst>
              <a:ext uri="{FF2B5EF4-FFF2-40B4-BE49-F238E27FC236}">
                <a16:creationId xmlns:a16="http://schemas.microsoft.com/office/drawing/2014/main" id="{E9030E3B-9B95-4FBF-2233-89490F1AF5B0}"/>
              </a:ext>
            </a:extLst>
          </p:cNvPr>
          <p:cNvSpPr>
            <a:spLocks noGrp="1"/>
          </p:cNvSpPr>
          <p:nvPr>
            <p:ph type="body" idx="64"/>
          </p:nvPr>
        </p:nvSpPr>
        <p:spPr>
          <a:xfrm>
            <a:off x="6704843" y="2839175"/>
            <a:ext cx="2700000" cy="720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9" name="name 2">
            <a:extLst>
              <a:ext uri="{FF2B5EF4-FFF2-40B4-BE49-F238E27FC236}">
                <a16:creationId xmlns:a16="http://schemas.microsoft.com/office/drawing/2014/main" id="{44161A00-43BE-C269-836D-806038B0D335}"/>
              </a:ext>
            </a:extLst>
          </p:cNvPr>
          <p:cNvSpPr>
            <a:spLocks noGrp="1"/>
          </p:cNvSpPr>
          <p:nvPr>
            <p:ph type="body" idx="65"/>
          </p:nvPr>
        </p:nvSpPr>
        <p:spPr>
          <a:xfrm>
            <a:off x="6704843" y="2129755"/>
            <a:ext cx="2700000" cy="648000"/>
          </a:xfrm>
        </p:spPr>
        <p:txBody>
          <a:bodyPr lIns="144000" rIns="144000" anchor="b" anchorCtr="0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70" name="picture 2">
            <a:extLst>
              <a:ext uri="{FF2B5EF4-FFF2-40B4-BE49-F238E27FC236}">
                <a16:creationId xmlns:a16="http://schemas.microsoft.com/office/drawing/2014/main" id="{15F978E7-316F-2B35-EAB8-3EC1599AEF34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5112000" y="2120107"/>
            <a:ext cx="1584000" cy="1440000"/>
          </a:xfrm>
          <a:custGeom>
            <a:avLst/>
            <a:gdLst>
              <a:gd name="connsiteX0" fmla="*/ 0 w 1584000"/>
              <a:gd name="connsiteY0" fmla="*/ 125712 h 1440000"/>
              <a:gd name="connsiteX1" fmla="*/ 125712 w 1584000"/>
              <a:gd name="connsiteY1" fmla="*/ 0 h 1440000"/>
              <a:gd name="connsiteX2" fmla="*/ 1458288 w 1584000"/>
              <a:gd name="connsiteY2" fmla="*/ 0 h 1440000"/>
              <a:gd name="connsiteX3" fmla="*/ 1584000 w 1584000"/>
              <a:gd name="connsiteY3" fmla="*/ 125712 h 1440000"/>
              <a:gd name="connsiteX4" fmla="*/ 1584000 w 1584000"/>
              <a:gd name="connsiteY4" fmla="*/ 1314288 h 1440000"/>
              <a:gd name="connsiteX5" fmla="*/ 1458288 w 1584000"/>
              <a:gd name="connsiteY5" fmla="*/ 1440000 h 1440000"/>
              <a:gd name="connsiteX6" fmla="*/ 125712 w 1584000"/>
              <a:gd name="connsiteY6" fmla="*/ 1440000 h 1440000"/>
              <a:gd name="connsiteX7" fmla="*/ 0 w 1584000"/>
              <a:gd name="connsiteY7" fmla="*/ 1314288 h 1440000"/>
              <a:gd name="connsiteX8" fmla="*/ 0 w 1584000"/>
              <a:gd name="connsiteY8" fmla="*/ 125712 h 1440000"/>
              <a:gd name="connsiteX0" fmla="*/ 0 w 1612314"/>
              <a:gd name="connsiteY0" fmla="*/ 125712 h 1440000"/>
              <a:gd name="connsiteX1" fmla="*/ 125712 w 1612314"/>
              <a:gd name="connsiteY1" fmla="*/ 0 h 1440000"/>
              <a:gd name="connsiteX2" fmla="*/ 1458288 w 1612314"/>
              <a:gd name="connsiteY2" fmla="*/ 0 h 1440000"/>
              <a:gd name="connsiteX3" fmla="*/ 1584000 w 1612314"/>
              <a:gd name="connsiteY3" fmla="*/ 1314288 h 1440000"/>
              <a:gd name="connsiteX4" fmla="*/ 1458288 w 1612314"/>
              <a:gd name="connsiteY4" fmla="*/ 1440000 h 1440000"/>
              <a:gd name="connsiteX5" fmla="*/ 125712 w 1612314"/>
              <a:gd name="connsiteY5" fmla="*/ 1440000 h 1440000"/>
              <a:gd name="connsiteX6" fmla="*/ 0 w 1612314"/>
              <a:gd name="connsiteY6" fmla="*/ 1314288 h 1440000"/>
              <a:gd name="connsiteX7" fmla="*/ 0 w 1612314"/>
              <a:gd name="connsiteY7" fmla="*/ 125712 h 1440000"/>
              <a:gd name="connsiteX0" fmla="*/ 0 w 1624860"/>
              <a:gd name="connsiteY0" fmla="*/ 125712 h 1440000"/>
              <a:gd name="connsiteX1" fmla="*/ 125712 w 1624860"/>
              <a:gd name="connsiteY1" fmla="*/ 0 h 1440000"/>
              <a:gd name="connsiteX2" fmla="*/ 1458288 w 1624860"/>
              <a:gd name="connsiteY2" fmla="*/ 0 h 1440000"/>
              <a:gd name="connsiteX3" fmla="*/ 1458288 w 1624860"/>
              <a:gd name="connsiteY3" fmla="*/ 1440000 h 1440000"/>
              <a:gd name="connsiteX4" fmla="*/ 125712 w 1624860"/>
              <a:gd name="connsiteY4" fmla="*/ 1440000 h 1440000"/>
              <a:gd name="connsiteX5" fmla="*/ 0 w 1624860"/>
              <a:gd name="connsiteY5" fmla="*/ 1314288 h 1440000"/>
              <a:gd name="connsiteX6" fmla="*/ 0 w 1624860"/>
              <a:gd name="connsiteY6" fmla="*/ 125712 h 1440000"/>
              <a:gd name="connsiteX0" fmla="*/ 0 w 1666043"/>
              <a:gd name="connsiteY0" fmla="*/ 125712 h 1440000"/>
              <a:gd name="connsiteX1" fmla="*/ 125712 w 1666043"/>
              <a:gd name="connsiteY1" fmla="*/ 0 h 1440000"/>
              <a:gd name="connsiteX2" fmla="*/ 1458288 w 1666043"/>
              <a:gd name="connsiteY2" fmla="*/ 0 h 1440000"/>
              <a:gd name="connsiteX3" fmla="*/ 1458288 w 1666043"/>
              <a:gd name="connsiteY3" fmla="*/ 1440000 h 1440000"/>
              <a:gd name="connsiteX4" fmla="*/ 125712 w 1666043"/>
              <a:gd name="connsiteY4" fmla="*/ 1440000 h 1440000"/>
              <a:gd name="connsiteX5" fmla="*/ 0 w 1666043"/>
              <a:gd name="connsiteY5" fmla="*/ 1314288 h 1440000"/>
              <a:gd name="connsiteX6" fmla="*/ 0 w 1666043"/>
              <a:gd name="connsiteY6" fmla="*/ 125712 h 1440000"/>
              <a:gd name="connsiteX0" fmla="*/ 0 w 1714742"/>
              <a:gd name="connsiteY0" fmla="*/ 125712 h 1440000"/>
              <a:gd name="connsiteX1" fmla="*/ 125712 w 1714742"/>
              <a:gd name="connsiteY1" fmla="*/ 0 h 1440000"/>
              <a:gd name="connsiteX2" fmla="*/ 1458288 w 1714742"/>
              <a:gd name="connsiteY2" fmla="*/ 0 h 1440000"/>
              <a:gd name="connsiteX3" fmla="*/ 1458288 w 1714742"/>
              <a:gd name="connsiteY3" fmla="*/ 1440000 h 1440000"/>
              <a:gd name="connsiteX4" fmla="*/ 125712 w 1714742"/>
              <a:gd name="connsiteY4" fmla="*/ 1440000 h 1440000"/>
              <a:gd name="connsiteX5" fmla="*/ 0 w 1714742"/>
              <a:gd name="connsiteY5" fmla="*/ 1314288 h 1440000"/>
              <a:gd name="connsiteX6" fmla="*/ 0 w 1714742"/>
              <a:gd name="connsiteY6" fmla="*/ 125712 h 1440000"/>
              <a:gd name="connsiteX0" fmla="*/ 0 w 1556997"/>
              <a:gd name="connsiteY0" fmla="*/ 125712 h 1440000"/>
              <a:gd name="connsiteX1" fmla="*/ 125712 w 1556997"/>
              <a:gd name="connsiteY1" fmla="*/ 0 h 1440000"/>
              <a:gd name="connsiteX2" fmla="*/ 1458288 w 1556997"/>
              <a:gd name="connsiteY2" fmla="*/ 0 h 1440000"/>
              <a:gd name="connsiteX3" fmla="*/ 1458288 w 1556997"/>
              <a:gd name="connsiteY3" fmla="*/ 1440000 h 1440000"/>
              <a:gd name="connsiteX4" fmla="*/ 125712 w 1556997"/>
              <a:gd name="connsiteY4" fmla="*/ 1440000 h 1440000"/>
              <a:gd name="connsiteX5" fmla="*/ 0 w 1556997"/>
              <a:gd name="connsiteY5" fmla="*/ 1314288 h 1440000"/>
              <a:gd name="connsiteX6" fmla="*/ 0 w 1556997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125712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81867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8288" h="1440000">
                <a:moveTo>
                  <a:pt x="0" y="125712"/>
                </a:moveTo>
                <a:cubicBezTo>
                  <a:pt x="0" y="56283"/>
                  <a:pt x="12438" y="0"/>
                  <a:pt x="81867" y="0"/>
                </a:cubicBezTo>
                <a:lnTo>
                  <a:pt x="1458288" y="0"/>
                </a:lnTo>
                <a:lnTo>
                  <a:pt x="1458288" y="1440000"/>
                </a:lnTo>
                <a:lnTo>
                  <a:pt x="75290" y="1440000"/>
                </a:lnTo>
                <a:cubicBezTo>
                  <a:pt x="5861" y="1440000"/>
                  <a:pt x="0" y="1383717"/>
                  <a:pt x="0" y="1314288"/>
                </a:cubicBezTo>
                <a:lnTo>
                  <a:pt x="0" y="125712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3" name="subtilte 2">
            <a:extLst>
              <a:ext uri="{FF2B5EF4-FFF2-40B4-BE49-F238E27FC236}">
                <a16:creationId xmlns:a16="http://schemas.microsoft.com/office/drawing/2014/main" id="{8BED4AE3-69E6-C919-F264-88E9828D555F}"/>
              </a:ext>
            </a:extLst>
          </p:cNvPr>
          <p:cNvSpPr>
            <a:spLocks noGrp="1"/>
          </p:cNvSpPr>
          <p:nvPr>
            <p:ph type="body" idx="68"/>
          </p:nvPr>
        </p:nvSpPr>
        <p:spPr>
          <a:xfrm>
            <a:off x="5112000" y="1512000"/>
            <a:ext cx="4320000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 cap="all" spc="100" baseline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5" name="CV 1 text">
            <a:extLst>
              <a:ext uri="{FF2B5EF4-FFF2-40B4-BE49-F238E27FC236}">
                <a16:creationId xmlns:a16="http://schemas.microsoft.com/office/drawing/2014/main" id="{907A54C3-A2FF-A59E-41B3-23D2F7C1E59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000" y="3780000"/>
            <a:ext cx="4320000" cy="2376000"/>
          </a:xfrm>
        </p:spPr>
        <p:txBody>
          <a:bodyPr lIns="0" rIns="0"/>
          <a:lstStyle>
            <a:lvl1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1pPr>
            <a:lvl2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2pPr>
            <a:lvl3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3pPr>
            <a:lvl4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4pPr>
            <a:lvl5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5pPr>
            <a:lvl6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6pPr>
            <a:lvl7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7pPr>
            <a:lvl8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8pPr>
            <a:lvl9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55" name="bg shadow 1">
            <a:extLst>
              <a:ext uri="{FF2B5EF4-FFF2-40B4-BE49-F238E27FC236}">
                <a16:creationId xmlns:a16="http://schemas.microsoft.com/office/drawing/2014/main" id="{83DA22D8-9131-568E-6E2F-B7A56687533C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542100" y="2119313"/>
            <a:ext cx="4320000" cy="1439862"/>
          </a:xfrm>
          <a:prstGeom prst="roundRect">
            <a:avLst>
              <a:gd name="adj" fmla="val 5780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en-US"/>
          </a:p>
        </p:txBody>
      </p:sp>
      <p:sp>
        <p:nvSpPr>
          <p:cNvPr id="56" name="role 1">
            <a:extLst>
              <a:ext uri="{FF2B5EF4-FFF2-40B4-BE49-F238E27FC236}">
                <a16:creationId xmlns:a16="http://schemas.microsoft.com/office/drawing/2014/main" id="{4BDE1970-44C9-ADD3-EE45-3879EA6103C9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2130148" y="2839175"/>
            <a:ext cx="2700000" cy="720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57" name="name 1">
            <a:extLst>
              <a:ext uri="{FF2B5EF4-FFF2-40B4-BE49-F238E27FC236}">
                <a16:creationId xmlns:a16="http://schemas.microsoft.com/office/drawing/2014/main" id="{9C57D439-9620-24B8-87D8-5D3533B43D0E}"/>
              </a:ext>
            </a:extLst>
          </p:cNvPr>
          <p:cNvSpPr>
            <a:spLocks noGrp="1"/>
          </p:cNvSpPr>
          <p:nvPr>
            <p:ph type="body" idx="53"/>
          </p:nvPr>
        </p:nvSpPr>
        <p:spPr>
          <a:xfrm>
            <a:off x="2130148" y="2129755"/>
            <a:ext cx="2700000" cy="648000"/>
          </a:xfrm>
        </p:spPr>
        <p:txBody>
          <a:bodyPr lIns="144000" rIns="144000" anchor="b" anchorCtr="0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58" name="picture 1">
            <a:extLst>
              <a:ext uri="{FF2B5EF4-FFF2-40B4-BE49-F238E27FC236}">
                <a16:creationId xmlns:a16="http://schemas.microsoft.com/office/drawing/2014/main" id="{9FBEFBBA-35B6-CE98-58D2-8F96D15F6FF4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0000" y="2120107"/>
            <a:ext cx="1584000" cy="1440000"/>
          </a:xfrm>
          <a:custGeom>
            <a:avLst/>
            <a:gdLst>
              <a:gd name="connsiteX0" fmla="*/ 0 w 1584000"/>
              <a:gd name="connsiteY0" fmla="*/ 125712 h 1440000"/>
              <a:gd name="connsiteX1" fmla="*/ 125712 w 1584000"/>
              <a:gd name="connsiteY1" fmla="*/ 0 h 1440000"/>
              <a:gd name="connsiteX2" fmla="*/ 1458288 w 1584000"/>
              <a:gd name="connsiteY2" fmla="*/ 0 h 1440000"/>
              <a:gd name="connsiteX3" fmla="*/ 1584000 w 1584000"/>
              <a:gd name="connsiteY3" fmla="*/ 125712 h 1440000"/>
              <a:gd name="connsiteX4" fmla="*/ 1584000 w 1584000"/>
              <a:gd name="connsiteY4" fmla="*/ 1314288 h 1440000"/>
              <a:gd name="connsiteX5" fmla="*/ 1458288 w 1584000"/>
              <a:gd name="connsiteY5" fmla="*/ 1440000 h 1440000"/>
              <a:gd name="connsiteX6" fmla="*/ 125712 w 1584000"/>
              <a:gd name="connsiteY6" fmla="*/ 1440000 h 1440000"/>
              <a:gd name="connsiteX7" fmla="*/ 0 w 1584000"/>
              <a:gd name="connsiteY7" fmla="*/ 1314288 h 1440000"/>
              <a:gd name="connsiteX8" fmla="*/ 0 w 1584000"/>
              <a:gd name="connsiteY8" fmla="*/ 125712 h 1440000"/>
              <a:gd name="connsiteX0" fmla="*/ 0 w 1612314"/>
              <a:gd name="connsiteY0" fmla="*/ 125712 h 1440000"/>
              <a:gd name="connsiteX1" fmla="*/ 125712 w 1612314"/>
              <a:gd name="connsiteY1" fmla="*/ 0 h 1440000"/>
              <a:gd name="connsiteX2" fmla="*/ 1458288 w 1612314"/>
              <a:gd name="connsiteY2" fmla="*/ 0 h 1440000"/>
              <a:gd name="connsiteX3" fmla="*/ 1584000 w 1612314"/>
              <a:gd name="connsiteY3" fmla="*/ 1314288 h 1440000"/>
              <a:gd name="connsiteX4" fmla="*/ 1458288 w 1612314"/>
              <a:gd name="connsiteY4" fmla="*/ 1440000 h 1440000"/>
              <a:gd name="connsiteX5" fmla="*/ 125712 w 1612314"/>
              <a:gd name="connsiteY5" fmla="*/ 1440000 h 1440000"/>
              <a:gd name="connsiteX6" fmla="*/ 0 w 1612314"/>
              <a:gd name="connsiteY6" fmla="*/ 1314288 h 1440000"/>
              <a:gd name="connsiteX7" fmla="*/ 0 w 1612314"/>
              <a:gd name="connsiteY7" fmla="*/ 125712 h 1440000"/>
              <a:gd name="connsiteX0" fmla="*/ 0 w 1624860"/>
              <a:gd name="connsiteY0" fmla="*/ 125712 h 1440000"/>
              <a:gd name="connsiteX1" fmla="*/ 125712 w 1624860"/>
              <a:gd name="connsiteY1" fmla="*/ 0 h 1440000"/>
              <a:gd name="connsiteX2" fmla="*/ 1458288 w 1624860"/>
              <a:gd name="connsiteY2" fmla="*/ 0 h 1440000"/>
              <a:gd name="connsiteX3" fmla="*/ 1458288 w 1624860"/>
              <a:gd name="connsiteY3" fmla="*/ 1440000 h 1440000"/>
              <a:gd name="connsiteX4" fmla="*/ 125712 w 1624860"/>
              <a:gd name="connsiteY4" fmla="*/ 1440000 h 1440000"/>
              <a:gd name="connsiteX5" fmla="*/ 0 w 1624860"/>
              <a:gd name="connsiteY5" fmla="*/ 1314288 h 1440000"/>
              <a:gd name="connsiteX6" fmla="*/ 0 w 1624860"/>
              <a:gd name="connsiteY6" fmla="*/ 125712 h 1440000"/>
              <a:gd name="connsiteX0" fmla="*/ 0 w 1666043"/>
              <a:gd name="connsiteY0" fmla="*/ 125712 h 1440000"/>
              <a:gd name="connsiteX1" fmla="*/ 125712 w 1666043"/>
              <a:gd name="connsiteY1" fmla="*/ 0 h 1440000"/>
              <a:gd name="connsiteX2" fmla="*/ 1458288 w 1666043"/>
              <a:gd name="connsiteY2" fmla="*/ 0 h 1440000"/>
              <a:gd name="connsiteX3" fmla="*/ 1458288 w 1666043"/>
              <a:gd name="connsiteY3" fmla="*/ 1440000 h 1440000"/>
              <a:gd name="connsiteX4" fmla="*/ 125712 w 1666043"/>
              <a:gd name="connsiteY4" fmla="*/ 1440000 h 1440000"/>
              <a:gd name="connsiteX5" fmla="*/ 0 w 1666043"/>
              <a:gd name="connsiteY5" fmla="*/ 1314288 h 1440000"/>
              <a:gd name="connsiteX6" fmla="*/ 0 w 1666043"/>
              <a:gd name="connsiteY6" fmla="*/ 125712 h 1440000"/>
              <a:gd name="connsiteX0" fmla="*/ 0 w 1714742"/>
              <a:gd name="connsiteY0" fmla="*/ 125712 h 1440000"/>
              <a:gd name="connsiteX1" fmla="*/ 125712 w 1714742"/>
              <a:gd name="connsiteY1" fmla="*/ 0 h 1440000"/>
              <a:gd name="connsiteX2" fmla="*/ 1458288 w 1714742"/>
              <a:gd name="connsiteY2" fmla="*/ 0 h 1440000"/>
              <a:gd name="connsiteX3" fmla="*/ 1458288 w 1714742"/>
              <a:gd name="connsiteY3" fmla="*/ 1440000 h 1440000"/>
              <a:gd name="connsiteX4" fmla="*/ 125712 w 1714742"/>
              <a:gd name="connsiteY4" fmla="*/ 1440000 h 1440000"/>
              <a:gd name="connsiteX5" fmla="*/ 0 w 1714742"/>
              <a:gd name="connsiteY5" fmla="*/ 1314288 h 1440000"/>
              <a:gd name="connsiteX6" fmla="*/ 0 w 1714742"/>
              <a:gd name="connsiteY6" fmla="*/ 125712 h 1440000"/>
              <a:gd name="connsiteX0" fmla="*/ 0 w 1556997"/>
              <a:gd name="connsiteY0" fmla="*/ 125712 h 1440000"/>
              <a:gd name="connsiteX1" fmla="*/ 125712 w 1556997"/>
              <a:gd name="connsiteY1" fmla="*/ 0 h 1440000"/>
              <a:gd name="connsiteX2" fmla="*/ 1458288 w 1556997"/>
              <a:gd name="connsiteY2" fmla="*/ 0 h 1440000"/>
              <a:gd name="connsiteX3" fmla="*/ 1458288 w 1556997"/>
              <a:gd name="connsiteY3" fmla="*/ 1440000 h 1440000"/>
              <a:gd name="connsiteX4" fmla="*/ 125712 w 1556997"/>
              <a:gd name="connsiteY4" fmla="*/ 1440000 h 1440000"/>
              <a:gd name="connsiteX5" fmla="*/ 0 w 1556997"/>
              <a:gd name="connsiteY5" fmla="*/ 1314288 h 1440000"/>
              <a:gd name="connsiteX6" fmla="*/ 0 w 1556997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125712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81867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8288" h="1440000">
                <a:moveTo>
                  <a:pt x="0" y="125712"/>
                </a:moveTo>
                <a:cubicBezTo>
                  <a:pt x="0" y="56283"/>
                  <a:pt x="12438" y="0"/>
                  <a:pt x="81867" y="0"/>
                </a:cubicBezTo>
                <a:lnTo>
                  <a:pt x="1458288" y="0"/>
                </a:lnTo>
                <a:lnTo>
                  <a:pt x="1458288" y="1440000"/>
                </a:lnTo>
                <a:lnTo>
                  <a:pt x="75290" y="1440000"/>
                </a:lnTo>
                <a:cubicBezTo>
                  <a:pt x="5861" y="1440000"/>
                  <a:pt x="0" y="1383717"/>
                  <a:pt x="0" y="1314288"/>
                </a:cubicBezTo>
                <a:lnTo>
                  <a:pt x="0" y="125712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1C428F9-ED39-3296-3569-1B7720A02641}"/>
              </a:ext>
            </a:extLst>
          </p:cNvPr>
          <p:cNvSpPr>
            <a:spLocks noGrp="1"/>
          </p:cNvSpPr>
          <p:nvPr>
            <p:ph type="body" idx="67"/>
          </p:nvPr>
        </p:nvSpPr>
        <p:spPr>
          <a:xfrm>
            <a:off x="540000" y="1512000"/>
            <a:ext cx="4320000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 cap="all" spc="100" baseline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E344807-457D-3CED-9971-F478B70A6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/>
          </a:p>
        </p:txBody>
      </p:sp>
      <p:sp>
        <p:nvSpPr>
          <p:cNvPr id="4" name="navigation">
            <a:extLst>
              <a:ext uri="{FF2B5EF4-FFF2-40B4-BE49-F238E27FC236}">
                <a16:creationId xmlns:a16="http://schemas.microsoft.com/office/drawing/2014/main" id="{3CCF9C9E-CC68-9C72-1637-DC78701B6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1463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49 : team : 4 pictures : 4 names and roles :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806DED45-4BC7-C6F5-F26F-6CD59EA5B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B32839BA-2D56-A01B-FE5C-F161B6335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50109232-4643-9278-B176-335653E00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5" name="extratext 3">
            <a:extLst>
              <a:ext uri="{FF2B5EF4-FFF2-40B4-BE49-F238E27FC236}">
                <a16:creationId xmlns:a16="http://schemas.microsoft.com/office/drawing/2014/main" id="{907A54C3-A2FF-A59E-41B3-23D2F7C1E59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10356" y="2129755"/>
            <a:ext cx="3132000" cy="3060000"/>
          </a:xfrm>
        </p:spPr>
        <p:txBody>
          <a:bodyPr lIns="0" rIns="0"/>
          <a:lstStyle>
            <a:lvl1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1pPr>
            <a:lvl2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2pPr>
            <a:lvl3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3pPr>
            <a:lvl4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4pPr>
            <a:lvl5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5pPr>
            <a:lvl6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6pPr>
            <a:lvl7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7pPr>
            <a:lvl8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8pPr>
            <a:lvl9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6" name="subtitel 3">
            <a:extLst>
              <a:ext uri="{FF2B5EF4-FFF2-40B4-BE49-F238E27FC236}">
                <a16:creationId xmlns:a16="http://schemas.microsoft.com/office/drawing/2014/main" id="{1C653765-1CB5-F006-FC70-1B326B107DBC}"/>
              </a:ext>
            </a:extLst>
          </p:cNvPr>
          <p:cNvSpPr>
            <a:spLocks noGrp="1"/>
          </p:cNvSpPr>
          <p:nvPr>
            <p:ph type="body" idx="69"/>
          </p:nvPr>
        </p:nvSpPr>
        <p:spPr>
          <a:xfrm>
            <a:off x="8510356" y="1512000"/>
            <a:ext cx="3153644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 cap="all" spc="100" baseline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63" name="shadow 2.1">
            <a:extLst>
              <a:ext uri="{FF2B5EF4-FFF2-40B4-BE49-F238E27FC236}">
                <a16:creationId xmlns:a16="http://schemas.microsoft.com/office/drawing/2014/main" id="{5E9FF420-AE4E-B6D5-7A75-0EAED10C9583}"/>
              </a:ext>
            </a:extLst>
          </p:cNvPr>
          <p:cNvSpPr>
            <a:spLocks noGrp="1"/>
          </p:cNvSpPr>
          <p:nvPr>
            <p:ph type="body" idx="59"/>
          </p:nvPr>
        </p:nvSpPr>
        <p:spPr>
          <a:xfrm>
            <a:off x="4527278" y="3735676"/>
            <a:ext cx="3600000" cy="1439862"/>
          </a:xfrm>
          <a:prstGeom prst="roundRect">
            <a:avLst>
              <a:gd name="adj" fmla="val 5780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en-US"/>
          </a:p>
        </p:txBody>
      </p:sp>
      <p:sp>
        <p:nvSpPr>
          <p:cNvPr id="64" name="role 2.1">
            <a:extLst>
              <a:ext uri="{FF2B5EF4-FFF2-40B4-BE49-F238E27FC236}">
                <a16:creationId xmlns:a16="http://schemas.microsoft.com/office/drawing/2014/main" id="{8F7C39DC-C8E1-D238-124E-F021D16845FB}"/>
              </a:ext>
            </a:extLst>
          </p:cNvPr>
          <p:cNvSpPr>
            <a:spLocks noGrp="1"/>
          </p:cNvSpPr>
          <p:nvPr>
            <p:ph type="body" idx="60"/>
          </p:nvPr>
        </p:nvSpPr>
        <p:spPr>
          <a:xfrm>
            <a:off x="6115328" y="4458713"/>
            <a:ext cx="1979612" cy="720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65" name="name 2.1">
            <a:extLst>
              <a:ext uri="{FF2B5EF4-FFF2-40B4-BE49-F238E27FC236}">
                <a16:creationId xmlns:a16="http://schemas.microsoft.com/office/drawing/2014/main" id="{93AF7DC2-179D-17D8-825F-4CD149B78523}"/>
              </a:ext>
            </a:extLst>
          </p:cNvPr>
          <p:cNvSpPr>
            <a:spLocks noGrp="1"/>
          </p:cNvSpPr>
          <p:nvPr>
            <p:ph type="body" idx="61"/>
          </p:nvPr>
        </p:nvSpPr>
        <p:spPr>
          <a:xfrm>
            <a:off x="6115328" y="3749294"/>
            <a:ext cx="1979612" cy="648000"/>
          </a:xfrm>
        </p:spPr>
        <p:txBody>
          <a:bodyPr lIns="144000" rIns="144000" anchor="b" anchorCtr="0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66" name="picture 2.1">
            <a:extLst>
              <a:ext uri="{FF2B5EF4-FFF2-40B4-BE49-F238E27FC236}">
                <a16:creationId xmlns:a16="http://schemas.microsoft.com/office/drawing/2014/main" id="{E8AF6756-10EA-EB48-BA08-728E45D9EBF2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4525178" y="3735289"/>
            <a:ext cx="1584000" cy="1440000"/>
          </a:xfrm>
          <a:custGeom>
            <a:avLst/>
            <a:gdLst>
              <a:gd name="connsiteX0" fmla="*/ 0 w 1584000"/>
              <a:gd name="connsiteY0" fmla="*/ 125712 h 1440000"/>
              <a:gd name="connsiteX1" fmla="*/ 125712 w 1584000"/>
              <a:gd name="connsiteY1" fmla="*/ 0 h 1440000"/>
              <a:gd name="connsiteX2" fmla="*/ 1458288 w 1584000"/>
              <a:gd name="connsiteY2" fmla="*/ 0 h 1440000"/>
              <a:gd name="connsiteX3" fmla="*/ 1584000 w 1584000"/>
              <a:gd name="connsiteY3" fmla="*/ 125712 h 1440000"/>
              <a:gd name="connsiteX4" fmla="*/ 1584000 w 1584000"/>
              <a:gd name="connsiteY4" fmla="*/ 1314288 h 1440000"/>
              <a:gd name="connsiteX5" fmla="*/ 1458288 w 1584000"/>
              <a:gd name="connsiteY5" fmla="*/ 1440000 h 1440000"/>
              <a:gd name="connsiteX6" fmla="*/ 125712 w 1584000"/>
              <a:gd name="connsiteY6" fmla="*/ 1440000 h 1440000"/>
              <a:gd name="connsiteX7" fmla="*/ 0 w 1584000"/>
              <a:gd name="connsiteY7" fmla="*/ 1314288 h 1440000"/>
              <a:gd name="connsiteX8" fmla="*/ 0 w 1584000"/>
              <a:gd name="connsiteY8" fmla="*/ 125712 h 1440000"/>
              <a:gd name="connsiteX0" fmla="*/ 0 w 1612314"/>
              <a:gd name="connsiteY0" fmla="*/ 125712 h 1440000"/>
              <a:gd name="connsiteX1" fmla="*/ 125712 w 1612314"/>
              <a:gd name="connsiteY1" fmla="*/ 0 h 1440000"/>
              <a:gd name="connsiteX2" fmla="*/ 1458288 w 1612314"/>
              <a:gd name="connsiteY2" fmla="*/ 0 h 1440000"/>
              <a:gd name="connsiteX3" fmla="*/ 1584000 w 1612314"/>
              <a:gd name="connsiteY3" fmla="*/ 1314288 h 1440000"/>
              <a:gd name="connsiteX4" fmla="*/ 1458288 w 1612314"/>
              <a:gd name="connsiteY4" fmla="*/ 1440000 h 1440000"/>
              <a:gd name="connsiteX5" fmla="*/ 125712 w 1612314"/>
              <a:gd name="connsiteY5" fmla="*/ 1440000 h 1440000"/>
              <a:gd name="connsiteX6" fmla="*/ 0 w 1612314"/>
              <a:gd name="connsiteY6" fmla="*/ 1314288 h 1440000"/>
              <a:gd name="connsiteX7" fmla="*/ 0 w 1612314"/>
              <a:gd name="connsiteY7" fmla="*/ 125712 h 1440000"/>
              <a:gd name="connsiteX0" fmla="*/ 0 w 1624860"/>
              <a:gd name="connsiteY0" fmla="*/ 125712 h 1440000"/>
              <a:gd name="connsiteX1" fmla="*/ 125712 w 1624860"/>
              <a:gd name="connsiteY1" fmla="*/ 0 h 1440000"/>
              <a:gd name="connsiteX2" fmla="*/ 1458288 w 1624860"/>
              <a:gd name="connsiteY2" fmla="*/ 0 h 1440000"/>
              <a:gd name="connsiteX3" fmla="*/ 1458288 w 1624860"/>
              <a:gd name="connsiteY3" fmla="*/ 1440000 h 1440000"/>
              <a:gd name="connsiteX4" fmla="*/ 125712 w 1624860"/>
              <a:gd name="connsiteY4" fmla="*/ 1440000 h 1440000"/>
              <a:gd name="connsiteX5" fmla="*/ 0 w 1624860"/>
              <a:gd name="connsiteY5" fmla="*/ 1314288 h 1440000"/>
              <a:gd name="connsiteX6" fmla="*/ 0 w 1624860"/>
              <a:gd name="connsiteY6" fmla="*/ 125712 h 1440000"/>
              <a:gd name="connsiteX0" fmla="*/ 0 w 1666043"/>
              <a:gd name="connsiteY0" fmla="*/ 125712 h 1440000"/>
              <a:gd name="connsiteX1" fmla="*/ 125712 w 1666043"/>
              <a:gd name="connsiteY1" fmla="*/ 0 h 1440000"/>
              <a:gd name="connsiteX2" fmla="*/ 1458288 w 1666043"/>
              <a:gd name="connsiteY2" fmla="*/ 0 h 1440000"/>
              <a:gd name="connsiteX3" fmla="*/ 1458288 w 1666043"/>
              <a:gd name="connsiteY3" fmla="*/ 1440000 h 1440000"/>
              <a:gd name="connsiteX4" fmla="*/ 125712 w 1666043"/>
              <a:gd name="connsiteY4" fmla="*/ 1440000 h 1440000"/>
              <a:gd name="connsiteX5" fmla="*/ 0 w 1666043"/>
              <a:gd name="connsiteY5" fmla="*/ 1314288 h 1440000"/>
              <a:gd name="connsiteX6" fmla="*/ 0 w 1666043"/>
              <a:gd name="connsiteY6" fmla="*/ 125712 h 1440000"/>
              <a:gd name="connsiteX0" fmla="*/ 0 w 1714742"/>
              <a:gd name="connsiteY0" fmla="*/ 125712 h 1440000"/>
              <a:gd name="connsiteX1" fmla="*/ 125712 w 1714742"/>
              <a:gd name="connsiteY1" fmla="*/ 0 h 1440000"/>
              <a:gd name="connsiteX2" fmla="*/ 1458288 w 1714742"/>
              <a:gd name="connsiteY2" fmla="*/ 0 h 1440000"/>
              <a:gd name="connsiteX3" fmla="*/ 1458288 w 1714742"/>
              <a:gd name="connsiteY3" fmla="*/ 1440000 h 1440000"/>
              <a:gd name="connsiteX4" fmla="*/ 125712 w 1714742"/>
              <a:gd name="connsiteY4" fmla="*/ 1440000 h 1440000"/>
              <a:gd name="connsiteX5" fmla="*/ 0 w 1714742"/>
              <a:gd name="connsiteY5" fmla="*/ 1314288 h 1440000"/>
              <a:gd name="connsiteX6" fmla="*/ 0 w 1714742"/>
              <a:gd name="connsiteY6" fmla="*/ 125712 h 1440000"/>
              <a:gd name="connsiteX0" fmla="*/ 0 w 1556997"/>
              <a:gd name="connsiteY0" fmla="*/ 125712 h 1440000"/>
              <a:gd name="connsiteX1" fmla="*/ 125712 w 1556997"/>
              <a:gd name="connsiteY1" fmla="*/ 0 h 1440000"/>
              <a:gd name="connsiteX2" fmla="*/ 1458288 w 1556997"/>
              <a:gd name="connsiteY2" fmla="*/ 0 h 1440000"/>
              <a:gd name="connsiteX3" fmla="*/ 1458288 w 1556997"/>
              <a:gd name="connsiteY3" fmla="*/ 1440000 h 1440000"/>
              <a:gd name="connsiteX4" fmla="*/ 125712 w 1556997"/>
              <a:gd name="connsiteY4" fmla="*/ 1440000 h 1440000"/>
              <a:gd name="connsiteX5" fmla="*/ 0 w 1556997"/>
              <a:gd name="connsiteY5" fmla="*/ 1314288 h 1440000"/>
              <a:gd name="connsiteX6" fmla="*/ 0 w 1556997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125712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81867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8288" h="1440000">
                <a:moveTo>
                  <a:pt x="0" y="125712"/>
                </a:moveTo>
                <a:cubicBezTo>
                  <a:pt x="0" y="56283"/>
                  <a:pt x="12438" y="0"/>
                  <a:pt x="81867" y="0"/>
                </a:cubicBezTo>
                <a:lnTo>
                  <a:pt x="1458288" y="0"/>
                </a:lnTo>
                <a:lnTo>
                  <a:pt x="1458288" y="1440000"/>
                </a:lnTo>
                <a:lnTo>
                  <a:pt x="75290" y="1440000"/>
                </a:lnTo>
                <a:cubicBezTo>
                  <a:pt x="5861" y="1440000"/>
                  <a:pt x="0" y="1383717"/>
                  <a:pt x="0" y="1314288"/>
                </a:cubicBezTo>
                <a:lnTo>
                  <a:pt x="0" y="125712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67" name="shadow 2">
            <a:extLst>
              <a:ext uri="{FF2B5EF4-FFF2-40B4-BE49-F238E27FC236}">
                <a16:creationId xmlns:a16="http://schemas.microsoft.com/office/drawing/2014/main" id="{D5E34A60-AEFD-CB5F-7F16-E61E1EB95B46}"/>
              </a:ext>
            </a:extLst>
          </p:cNvPr>
          <p:cNvSpPr>
            <a:spLocks noGrp="1"/>
          </p:cNvSpPr>
          <p:nvPr>
            <p:ph type="body" idx="63"/>
          </p:nvPr>
        </p:nvSpPr>
        <p:spPr>
          <a:xfrm>
            <a:off x="4527278" y="2119313"/>
            <a:ext cx="3600000" cy="1439862"/>
          </a:xfrm>
          <a:prstGeom prst="roundRect">
            <a:avLst>
              <a:gd name="adj" fmla="val 5780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en-US"/>
          </a:p>
        </p:txBody>
      </p:sp>
      <p:sp>
        <p:nvSpPr>
          <p:cNvPr id="68" name="role 2">
            <a:extLst>
              <a:ext uri="{FF2B5EF4-FFF2-40B4-BE49-F238E27FC236}">
                <a16:creationId xmlns:a16="http://schemas.microsoft.com/office/drawing/2014/main" id="{E9030E3B-9B95-4FBF-2233-89490F1AF5B0}"/>
              </a:ext>
            </a:extLst>
          </p:cNvPr>
          <p:cNvSpPr>
            <a:spLocks noGrp="1"/>
          </p:cNvSpPr>
          <p:nvPr>
            <p:ph type="body" idx="64"/>
          </p:nvPr>
        </p:nvSpPr>
        <p:spPr>
          <a:xfrm>
            <a:off x="6115328" y="2839175"/>
            <a:ext cx="1979612" cy="720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69" name="name 2">
            <a:extLst>
              <a:ext uri="{FF2B5EF4-FFF2-40B4-BE49-F238E27FC236}">
                <a16:creationId xmlns:a16="http://schemas.microsoft.com/office/drawing/2014/main" id="{44161A00-43BE-C269-836D-806038B0D335}"/>
              </a:ext>
            </a:extLst>
          </p:cNvPr>
          <p:cNvSpPr>
            <a:spLocks noGrp="1"/>
          </p:cNvSpPr>
          <p:nvPr>
            <p:ph type="body" idx="65"/>
          </p:nvPr>
        </p:nvSpPr>
        <p:spPr>
          <a:xfrm>
            <a:off x="6115328" y="2129755"/>
            <a:ext cx="1979612" cy="648000"/>
          </a:xfrm>
        </p:spPr>
        <p:txBody>
          <a:bodyPr lIns="144000" rIns="144000" anchor="b" anchorCtr="0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70" name="picture 2">
            <a:extLst>
              <a:ext uri="{FF2B5EF4-FFF2-40B4-BE49-F238E27FC236}">
                <a16:creationId xmlns:a16="http://schemas.microsoft.com/office/drawing/2014/main" id="{15F978E7-316F-2B35-EAB8-3EC1599AEF34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525178" y="2120107"/>
            <a:ext cx="1584000" cy="1440000"/>
          </a:xfrm>
          <a:custGeom>
            <a:avLst/>
            <a:gdLst>
              <a:gd name="connsiteX0" fmla="*/ 0 w 1584000"/>
              <a:gd name="connsiteY0" fmla="*/ 125712 h 1440000"/>
              <a:gd name="connsiteX1" fmla="*/ 125712 w 1584000"/>
              <a:gd name="connsiteY1" fmla="*/ 0 h 1440000"/>
              <a:gd name="connsiteX2" fmla="*/ 1458288 w 1584000"/>
              <a:gd name="connsiteY2" fmla="*/ 0 h 1440000"/>
              <a:gd name="connsiteX3" fmla="*/ 1584000 w 1584000"/>
              <a:gd name="connsiteY3" fmla="*/ 125712 h 1440000"/>
              <a:gd name="connsiteX4" fmla="*/ 1584000 w 1584000"/>
              <a:gd name="connsiteY4" fmla="*/ 1314288 h 1440000"/>
              <a:gd name="connsiteX5" fmla="*/ 1458288 w 1584000"/>
              <a:gd name="connsiteY5" fmla="*/ 1440000 h 1440000"/>
              <a:gd name="connsiteX6" fmla="*/ 125712 w 1584000"/>
              <a:gd name="connsiteY6" fmla="*/ 1440000 h 1440000"/>
              <a:gd name="connsiteX7" fmla="*/ 0 w 1584000"/>
              <a:gd name="connsiteY7" fmla="*/ 1314288 h 1440000"/>
              <a:gd name="connsiteX8" fmla="*/ 0 w 1584000"/>
              <a:gd name="connsiteY8" fmla="*/ 125712 h 1440000"/>
              <a:gd name="connsiteX0" fmla="*/ 0 w 1612314"/>
              <a:gd name="connsiteY0" fmla="*/ 125712 h 1440000"/>
              <a:gd name="connsiteX1" fmla="*/ 125712 w 1612314"/>
              <a:gd name="connsiteY1" fmla="*/ 0 h 1440000"/>
              <a:gd name="connsiteX2" fmla="*/ 1458288 w 1612314"/>
              <a:gd name="connsiteY2" fmla="*/ 0 h 1440000"/>
              <a:gd name="connsiteX3" fmla="*/ 1584000 w 1612314"/>
              <a:gd name="connsiteY3" fmla="*/ 1314288 h 1440000"/>
              <a:gd name="connsiteX4" fmla="*/ 1458288 w 1612314"/>
              <a:gd name="connsiteY4" fmla="*/ 1440000 h 1440000"/>
              <a:gd name="connsiteX5" fmla="*/ 125712 w 1612314"/>
              <a:gd name="connsiteY5" fmla="*/ 1440000 h 1440000"/>
              <a:gd name="connsiteX6" fmla="*/ 0 w 1612314"/>
              <a:gd name="connsiteY6" fmla="*/ 1314288 h 1440000"/>
              <a:gd name="connsiteX7" fmla="*/ 0 w 1612314"/>
              <a:gd name="connsiteY7" fmla="*/ 125712 h 1440000"/>
              <a:gd name="connsiteX0" fmla="*/ 0 w 1624860"/>
              <a:gd name="connsiteY0" fmla="*/ 125712 h 1440000"/>
              <a:gd name="connsiteX1" fmla="*/ 125712 w 1624860"/>
              <a:gd name="connsiteY1" fmla="*/ 0 h 1440000"/>
              <a:gd name="connsiteX2" fmla="*/ 1458288 w 1624860"/>
              <a:gd name="connsiteY2" fmla="*/ 0 h 1440000"/>
              <a:gd name="connsiteX3" fmla="*/ 1458288 w 1624860"/>
              <a:gd name="connsiteY3" fmla="*/ 1440000 h 1440000"/>
              <a:gd name="connsiteX4" fmla="*/ 125712 w 1624860"/>
              <a:gd name="connsiteY4" fmla="*/ 1440000 h 1440000"/>
              <a:gd name="connsiteX5" fmla="*/ 0 w 1624860"/>
              <a:gd name="connsiteY5" fmla="*/ 1314288 h 1440000"/>
              <a:gd name="connsiteX6" fmla="*/ 0 w 1624860"/>
              <a:gd name="connsiteY6" fmla="*/ 125712 h 1440000"/>
              <a:gd name="connsiteX0" fmla="*/ 0 w 1666043"/>
              <a:gd name="connsiteY0" fmla="*/ 125712 h 1440000"/>
              <a:gd name="connsiteX1" fmla="*/ 125712 w 1666043"/>
              <a:gd name="connsiteY1" fmla="*/ 0 h 1440000"/>
              <a:gd name="connsiteX2" fmla="*/ 1458288 w 1666043"/>
              <a:gd name="connsiteY2" fmla="*/ 0 h 1440000"/>
              <a:gd name="connsiteX3" fmla="*/ 1458288 w 1666043"/>
              <a:gd name="connsiteY3" fmla="*/ 1440000 h 1440000"/>
              <a:gd name="connsiteX4" fmla="*/ 125712 w 1666043"/>
              <a:gd name="connsiteY4" fmla="*/ 1440000 h 1440000"/>
              <a:gd name="connsiteX5" fmla="*/ 0 w 1666043"/>
              <a:gd name="connsiteY5" fmla="*/ 1314288 h 1440000"/>
              <a:gd name="connsiteX6" fmla="*/ 0 w 1666043"/>
              <a:gd name="connsiteY6" fmla="*/ 125712 h 1440000"/>
              <a:gd name="connsiteX0" fmla="*/ 0 w 1714742"/>
              <a:gd name="connsiteY0" fmla="*/ 125712 h 1440000"/>
              <a:gd name="connsiteX1" fmla="*/ 125712 w 1714742"/>
              <a:gd name="connsiteY1" fmla="*/ 0 h 1440000"/>
              <a:gd name="connsiteX2" fmla="*/ 1458288 w 1714742"/>
              <a:gd name="connsiteY2" fmla="*/ 0 h 1440000"/>
              <a:gd name="connsiteX3" fmla="*/ 1458288 w 1714742"/>
              <a:gd name="connsiteY3" fmla="*/ 1440000 h 1440000"/>
              <a:gd name="connsiteX4" fmla="*/ 125712 w 1714742"/>
              <a:gd name="connsiteY4" fmla="*/ 1440000 h 1440000"/>
              <a:gd name="connsiteX5" fmla="*/ 0 w 1714742"/>
              <a:gd name="connsiteY5" fmla="*/ 1314288 h 1440000"/>
              <a:gd name="connsiteX6" fmla="*/ 0 w 1714742"/>
              <a:gd name="connsiteY6" fmla="*/ 125712 h 1440000"/>
              <a:gd name="connsiteX0" fmla="*/ 0 w 1556997"/>
              <a:gd name="connsiteY0" fmla="*/ 125712 h 1440000"/>
              <a:gd name="connsiteX1" fmla="*/ 125712 w 1556997"/>
              <a:gd name="connsiteY1" fmla="*/ 0 h 1440000"/>
              <a:gd name="connsiteX2" fmla="*/ 1458288 w 1556997"/>
              <a:gd name="connsiteY2" fmla="*/ 0 h 1440000"/>
              <a:gd name="connsiteX3" fmla="*/ 1458288 w 1556997"/>
              <a:gd name="connsiteY3" fmla="*/ 1440000 h 1440000"/>
              <a:gd name="connsiteX4" fmla="*/ 125712 w 1556997"/>
              <a:gd name="connsiteY4" fmla="*/ 1440000 h 1440000"/>
              <a:gd name="connsiteX5" fmla="*/ 0 w 1556997"/>
              <a:gd name="connsiteY5" fmla="*/ 1314288 h 1440000"/>
              <a:gd name="connsiteX6" fmla="*/ 0 w 1556997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125712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81867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8288" h="1440000">
                <a:moveTo>
                  <a:pt x="0" y="125712"/>
                </a:moveTo>
                <a:cubicBezTo>
                  <a:pt x="0" y="56283"/>
                  <a:pt x="12438" y="0"/>
                  <a:pt x="81867" y="0"/>
                </a:cubicBezTo>
                <a:lnTo>
                  <a:pt x="1458288" y="0"/>
                </a:lnTo>
                <a:lnTo>
                  <a:pt x="1458288" y="1440000"/>
                </a:lnTo>
                <a:lnTo>
                  <a:pt x="75290" y="1440000"/>
                </a:lnTo>
                <a:cubicBezTo>
                  <a:pt x="5861" y="1440000"/>
                  <a:pt x="0" y="1383717"/>
                  <a:pt x="0" y="1314288"/>
                </a:cubicBezTo>
                <a:lnTo>
                  <a:pt x="0" y="125712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3" name="subtitel 2">
            <a:extLst>
              <a:ext uri="{FF2B5EF4-FFF2-40B4-BE49-F238E27FC236}">
                <a16:creationId xmlns:a16="http://schemas.microsoft.com/office/drawing/2014/main" id="{8BED4AE3-69E6-C919-F264-88E9828D555F}"/>
              </a:ext>
            </a:extLst>
          </p:cNvPr>
          <p:cNvSpPr>
            <a:spLocks noGrp="1"/>
          </p:cNvSpPr>
          <p:nvPr>
            <p:ph type="body" idx="68"/>
          </p:nvPr>
        </p:nvSpPr>
        <p:spPr>
          <a:xfrm>
            <a:off x="4527278" y="1512000"/>
            <a:ext cx="3600000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 cap="all" spc="100" baseline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51" name="shadow 1.2">
            <a:extLst>
              <a:ext uri="{FF2B5EF4-FFF2-40B4-BE49-F238E27FC236}">
                <a16:creationId xmlns:a16="http://schemas.microsoft.com/office/drawing/2014/main" id="{B299DAE8-5EE0-BE0F-0EB7-2E8B2289B134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542100" y="3735676"/>
            <a:ext cx="3600000" cy="1439862"/>
          </a:xfrm>
          <a:prstGeom prst="roundRect">
            <a:avLst>
              <a:gd name="adj" fmla="val 5780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en-US"/>
          </a:p>
        </p:txBody>
      </p:sp>
      <p:sp>
        <p:nvSpPr>
          <p:cNvPr id="52" name="role 1.2">
            <a:extLst>
              <a:ext uri="{FF2B5EF4-FFF2-40B4-BE49-F238E27FC236}">
                <a16:creationId xmlns:a16="http://schemas.microsoft.com/office/drawing/2014/main" id="{B746FD40-314C-3697-899E-05FC1C879DD5}"/>
              </a:ext>
            </a:extLst>
          </p:cNvPr>
          <p:cNvSpPr>
            <a:spLocks noGrp="1"/>
          </p:cNvSpPr>
          <p:nvPr>
            <p:ph type="body" idx="48"/>
          </p:nvPr>
        </p:nvSpPr>
        <p:spPr>
          <a:xfrm>
            <a:off x="2130150" y="4458713"/>
            <a:ext cx="1979612" cy="720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53" name="name 1.2">
            <a:extLst>
              <a:ext uri="{FF2B5EF4-FFF2-40B4-BE49-F238E27FC236}">
                <a16:creationId xmlns:a16="http://schemas.microsoft.com/office/drawing/2014/main" id="{93DD4974-9E07-4AF9-7BDE-52E99DCCD507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2130150" y="3749294"/>
            <a:ext cx="1979612" cy="648000"/>
          </a:xfrm>
        </p:spPr>
        <p:txBody>
          <a:bodyPr lIns="144000" rIns="144000" anchor="b" anchorCtr="0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54" name="picture 1.2">
            <a:extLst>
              <a:ext uri="{FF2B5EF4-FFF2-40B4-BE49-F238E27FC236}">
                <a16:creationId xmlns:a16="http://schemas.microsoft.com/office/drawing/2014/main" id="{8D77766B-F1D5-2967-9D02-8E610BEE28E5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40000" y="3735289"/>
            <a:ext cx="1584000" cy="1440000"/>
          </a:xfrm>
          <a:custGeom>
            <a:avLst/>
            <a:gdLst>
              <a:gd name="connsiteX0" fmla="*/ 0 w 1584000"/>
              <a:gd name="connsiteY0" fmla="*/ 125712 h 1440000"/>
              <a:gd name="connsiteX1" fmla="*/ 125712 w 1584000"/>
              <a:gd name="connsiteY1" fmla="*/ 0 h 1440000"/>
              <a:gd name="connsiteX2" fmla="*/ 1458288 w 1584000"/>
              <a:gd name="connsiteY2" fmla="*/ 0 h 1440000"/>
              <a:gd name="connsiteX3" fmla="*/ 1584000 w 1584000"/>
              <a:gd name="connsiteY3" fmla="*/ 125712 h 1440000"/>
              <a:gd name="connsiteX4" fmla="*/ 1584000 w 1584000"/>
              <a:gd name="connsiteY4" fmla="*/ 1314288 h 1440000"/>
              <a:gd name="connsiteX5" fmla="*/ 1458288 w 1584000"/>
              <a:gd name="connsiteY5" fmla="*/ 1440000 h 1440000"/>
              <a:gd name="connsiteX6" fmla="*/ 125712 w 1584000"/>
              <a:gd name="connsiteY6" fmla="*/ 1440000 h 1440000"/>
              <a:gd name="connsiteX7" fmla="*/ 0 w 1584000"/>
              <a:gd name="connsiteY7" fmla="*/ 1314288 h 1440000"/>
              <a:gd name="connsiteX8" fmla="*/ 0 w 1584000"/>
              <a:gd name="connsiteY8" fmla="*/ 125712 h 1440000"/>
              <a:gd name="connsiteX0" fmla="*/ 0 w 1612314"/>
              <a:gd name="connsiteY0" fmla="*/ 125712 h 1440000"/>
              <a:gd name="connsiteX1" fmla="*/ 125712 w 1612314"/>
              <a:gd name="connsiteY1" fmla="*/ 0 h 1440000"/>
              <a:gd name="connsiteX2" fmla="*/ 1458288 w 1612314"/>
              <a:gd name="connsiteY2" fmla="*/ 0 h 1440000"/>
              <a:gd name="connsiteX3" fmla="*/ 1584000 w 1612314"/>
              <a:gd name="connsiteY3" fmla="*/ 1314288 h 1440000"/>
              <a:gd name="connsiteX4" fmla="*/ 1458288 w 1612314"/>
              <a:gd name="connsiteY4" fmla="*/ 1440000 h 1440000"/>
              <a:gd name="connsiteX5" fmla="*/ 125712 w 1612314"/>
              <a:gd name="connsiteY5" fmla="*/ 1440000 h 1440000"/>
              <a:gd name="connsiteX6" fmla="*/ 0 w 1612314"/>
              <a:gd name="connsiteY6" fmla="*/ 1314288 h 1440000"/>
              <a:gd name="connsiteX7" fmla="*/ 0 w 1612314"/>
              <a:gd name="connsiteY7" fmla="*/ 125712 h 1440000"/>
              <a:gd name="connsiteX0" fmla="*/ 0 w 1624860"/>
              <a:gd name="connsiteY0" fmla="*/ 125712 h 1440000"/>
              <a:gd name="connsiteX1" fmla="*/ 125712 w 1624860"/>
              <a:gd name="connsiteY1" fmla="*/ 0 h 1440000"/>
              <a:gd name="connsiteX2" fmla="*/ 1458288 w 1624860"/>
              <a:gd name="connsiteY2" fmla="*/ 0 h 1440000"/>
              <a:gd name="connsiteX3" fmla="*/ 1458288 w 1624860"/>
              <a:gd name="connsiteY3" fmla="*/ 1440000 h 1440000"/>
              <a:gd name="connsiteX4" fmla="*/ 125712 w 1624860"/>
              <a:gd name="connsiteY4" fmla="*/ 1440000 h 1440000"/>
              <a:gd name="connsiteX5" fmla="*/ 0 w 1624860"/>
              <a:gd name="connsiteY5" fmla="*/ 1314288 h 1440000"/>
              <a:gd name="connsiteX6" fmla="*/ 0 w 1624860"/>
              <a:gd name="connsiteY6" fmla="*/ 125712 h 1440000"/>
              <a:gd name="connsiteX0" fmla="*/ 0 w 1666043"/>
              <a:gd name="connsiteY0" fmla="*/ 125712 h 1440000"/>
              <a:gd name="connsiteX1" fmla="*/ 125712 w 1666043"/>
              <a:gd name="connsiteY1" fmla="*/ 0 h 1440000"/>
              <a:gd name="connsiteX2" fmla="*/ 1458288 w 1666043"/>
              <a:gd name="connsiteY2" fmla="*/ 0 h 1440000"/>
              <a:gd name="connsiteX3" fmla="*/ 1458288 w 1666043"/>
              <a:gd name="connsiteY3" fmla="*/ 1440000 h 1440000"/>
              <a:gd name="connsiteX4" fmla="*/ 125712 w 1666043"/>
              <a:gd name="connsiteY4" fmla="*/ 1440000 h 1440000"/>
              <a:gd name="connsiteX5" fmla="*/ 0 w 1666043"/>
              <a:gd name="connsiteY5" fmla="*/ 1314288 h 1440000"/>
              <a:gd name="connsiteX6" fmla="*/ 0 w 1666043"/>
              <a:gd name="connsiteY6" fmla="*/ 125712 h 1440000"/>
              <a:gd name="connsiteX0" fmla="*/ 0 w 1714742"/>
              <a:gd name="connsiteY0" fmla="*/ 125712 h 1440000"/>
              <a:gd name="connsiteX1" fmla="*/ 125712 w 1714742"/>
              <a:gd name="connsiteY1" fmla="*/ 0 h 1440000"/>
              <a:gd name="connsiteX2" fmla="*/ 1458288 w 1714742"/>
              <a:gd name="connsiteY2" fmla="*/ 0 h 1440000"/>
              <a:gd name="connsiteX3" fmla="*/ 1458288 w 1714742"/>
              <a:gd name="connsiteY3" fmla="*/ 1440000 h 1440000"/>
              <a:gd name="connsiteX4" fmla="*/ 125712 w 1714742"/>
              <a:gd name="connsiteY4" fmla="*/ 1440000 h 1440000"/>
              <a:gd name="connsiteX5" fmla="*/ 0 w 1714742"/>
              <a:gd name="connsiteY5" fmla="*/ 1314288 h 1440000"/>
              <a:gd name="connsiteX6" fmla="*/ 0 w 1714742"/>
              <a:gd name="connsiteY6" fmla="*/ 125712 h 1440000"/>
              <a:gd name="connsiteX0" fmla="*/ 0 w 1556997"/>
              <a:gd name="connsiteY0" fmla="*/ 125712 h 1440000"/>
              <a:gd name="connsiteX1" fmla="*/ 125712 w 1556997"/>
              <a:gd name="connsiteY1" fmla="*/ 0 h 1440000"/>
              <a:gd name="connsiteX2" fmla="*/ 1458288 w 1556997"/>
              <a:gd name="connsiteY2" fmla="*/ 0 h 1440000"/>
              <a:gd name="connsiteX3" fmla="*/ 1458288 w 1556997"/>
              <a:gd name="connsiteY3" fmla="*/ 1440000 h 1440000"/>
              <a:gd name="connsiteX4" fmla="*/ 125712 w 1556997"/>
              <a:gd name="connsiteY4" fmla="*/ 1440000 h 1440000"/>
              <a:gd name="connsiteX5" fmla="*/ 0 w 1556997"/>
              <a:gd name="connsiteY5" fmla="*/ 1314288 h 1440000"/>
              <a:gd name="connsiteX6" fmla="*/ 0 w 1556997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125712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81867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8288" h="1440000">
                <a:moveTo>
                  <a:pt x="0" y="125712"/>
                </a:moveTo>
                <a:cubicBezTo>
                  <a:pt x="0" y="56283"/>
                  <a:pt x="12438" y="0"/>
                  <a:pt x="81867" y="0"/>
                </a:cubicBezTo>
                <a:lnTo>
                  <a:pt x="1458288" y="0"/>
                </a:lnTo>
                <a:lnTo>
                  <a:pt x="1458288" y="1440000"/>
                </a:lnTo>
                <a:lnTo>
                  <a:pt x="75290" y="1440000"/>
                </a:lnTo>
                <a:cubicBezTo>
                  <a:pt x="5861" y="1440000"/>
                  <a:pt x="0" y="1383717"/>
                  <a:pt x="0" y="1314288"/>
                </a:cubicBezTo>
                <a:lnTo>
                  <a:pt x="0" y="125712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55" name="shadow 1">
            <a:extLst>
              <a:ext uri="{FF2B5EF4-FFF2-40B4-BE49-F238E27FC236}">
                <a16:creationId xmlns:a16="http://schemas.microsoft.com/office/drawing/2014/main" id="{83DA22D8-9131-568E-6E2F-B7A56687533C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542100" y="2119313"/>
            <a:ext cx="3600000" cy="1439862"/>
          </a:xfrm>
          <a:prstGeom prst="roundRect">
            <a:avLst>
              <a:gd name="adj" fmla="val 5780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en-US"/>
          </a:p>
        </p:txBody>
      </p:sp>
      <p:sp>
        <p:nvSpPr>
          <p:cNvPr id="5" name="role 1">
            <a:extLst>
              <a:ext uri="{FF2B5EF4-FFF2-40B4-BE49-F238E27FC236}">
                <a16:creationId xmlns:a16="http://schemas.microsoft.com/office/drawing/2014/main" id="{63B244A6-9D65-6326-0E63-C4B6120C4EE3}"/>
              </a:ext>
            </a:extLst>
          </p:cNvPr>
          <p:cNvSpPr>
            <a:spLocks noGrp="1"/>
          </p:cNvSpPr>
          <p:nvPr>
            <p:ph type="body" idx="70"/>
          </p:nvPr>
        </p:nvSpPr>
        <p:spPr>
          <a:xfrm>
            <a:off x="2143244" y="2839175"/>
            <a:ext cx="1979612" cy="720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8" name="name 1">
            <a:extLst>
              <a:ext uri="{FF2B5EF4-FFF2-40B4-BE49-F238E27FC236}">
                <a16:creationId xmlns:a16="http://schemas.microsoft.com/office/drawing/2014/main" id="{D97BD37F-2F1D-0BE1-A24F-1EC81292D289}"/>
              </a:ext>
            </a:extLst>
          </p:cNvPr>
          <p:cNvSpPr>
            <a:spLocks noGrp="1"/>
          </p:cNvSpPr>
          <p:nvPr>
            <p:ph type="body" idx="71"/>
          </p:nvPr>
        </p:nvSpPr>
        <p:spPr>
          <a:xfrm>
            <a:off x="2143244" y="2129755"/>
            <a:ext cx="1979612" cy="648000"/>
          </a:xfrm>
        </p:spPr>
        <p:txBody>
          <a:bodyPr lIns="144000" rIns="144000" anchor="b" anchorCtr="0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58" name="picture 1">
            <a:extLst>
              <a:ext uri="{FF2B5EF4-FFF2-40B4-BE49-F238E27FC236}">
                <a16:creationId xmlns:a16="http://schemas.microsoft.com/office/drawing/2014/main" id="{9FBEFBBA-35B6-CE98-58D2-8F96D15F6FF4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0000" y="2120107"/>
            <a:ext cx="1584000" cy="1440000"/>
          </a:xfrm>
          <a:custGeom>
            <a:avLst/>
            <a:gdLst>
              <a:gd name="connsiteX0" fmla="*/ 0 w 1584000"/>
              <a:gd name="connsiteY0" fmla="*/ 125712 h 1440000"/>
              <a:gd name="connsiteX1" fmla="*/ 125712 w 1584000"/>
              <a:gd name="connsiteY1" fmla="*/ 0 h 1440000"/>
              <a:gd name="connsiteX2" fmla="*/ 1458288 w 1584000"/>
              <a:gd name="connsiteY2" fmla="*/ 0 h 1440000"/>
              <a:gd name="connsiteX3" fmla="*/ 1584000 w 1584000"/>
              <a:gd name="connsiteY3" fmla="*/ 125712 h 1440000"/>
              <a:gd name="connsiteX4" fmla="*/ 1584000 w 1584000"/>
              <a:gd name="connsiteY4" fmla="*/ 1314288 h 1440000"/>
              <a:gd name="connsiteX5" fmla="*/ 1458288 w 1584000"/>
              <a:gd name="connsiteY5" fmla="*/ 1440000 h 1440000"/>
              <a:gd name="connsiteX6" fmla="*/ 125712 w 1584000"/>
              <a:gd name="connsiteY6" fmla="*/ 1440000 h 1440000"/>
              <a:gd name="connsiteX7" fmla="*/ 0 w 1584000"/>
              <a:gd name="connsiteY7" fmla="*/ 1314288 h 1440000"/>
              <a:gd name="connsiteX8" fmla="*/ 0 w 1584000"/>
              <a:gd name="connsiteY8" fmla="*/ 125712 h 1440000"/>
              <a:gd name="connsiteX0" fmla="*/ 0 w 1612314"/>
              <a:gd name="connsiteY0" fmla="*/ 125712 h 1440000"/>
              <a:gd name="connsiteX1" fmla="*/ 125712 w 1612314"/>
              <a:gd name="connsiteY1" fmla="*/ 0 h 1440000"/>
              <a:gd name="connsiteX2" fmla="*/ 1458288 w 1612314"/>
              <a:gd name="connsiteY2" fmla="*/ 0 h 1440000"/>
              <a:gd name="connsiteX3" fmla="*/ 1584000 w 1612314"/>
              <a:gd name="connsiteY3" fmla="*/ 1314288 h 1440000"/>
              <a:gd name="connsiteX4" fmla="*/ 1458288 w 1612314"/>
              <a:gd name="connsiteY4" fmla="*/ 1440000 h 1440000"/>
              <a:gd name="connsiteX5" fmla="*/ 125712 w 1612314"/>
              <a:gd name="connsiteY5" fmla="*/ 1440000 h 1440000"/>
              <a:gd name="connsiteX6" fmla="*/ 0 w 1612314"/>
              <a:gd name="connsiteY6" fmla="*/ 1314288 h 1440000"/>
              <a:gd name="connsiteX7" fmla="*/ 0 w 1612314"/>
              <a:gd name="connsiteY7" fmla="*/ 125712 h 1440000"/>
              <a:gd name="connsiteX0" fmla="*/ 0 w 1624860"/>
              <a:gd name="connsiteY0" fmla="*/ 125712 h 1440000"/>
              <a:gd name="connsiteX1" fmla="*/ 125712 w 1624860"/>
              <a:gd name="connsiteY1" fmla="*/ 0 h 1440000"/>
              <a:gd name="connsiteX2" fmla="*/ 1458288 w 1624860"/>
              <a:gd name="connsiteY2" fmla="*/ 0 h 1440000"/>
              <a:gd name="connsiteX3" fmla="*/ 1458288 w 1624860"/>
              <a:gd name="connsiteY3" fmla="*/ 1440000 h 1440000"/>
              <a:gd name="connsiteX4" fmla="*/ 125712 w 1624860"/>
              <a:gd name="connsiteY4" fmla="*/ 1440000 h 1440000"/>
              <a:gd name="connsiteX5" fmla="*/ 0 w 1624860"/>
              <a:gd name="connsiteY5" fmla="*/ 1314288 h 1440000"/>
              <a:gd name="connsiteX6" fmla="*/ 0 w 1624860"/>
              <a:gd name="connsiteY6" fmla="*/ 125712 h 1440000"/>
              <a:gd name="connsiteX0" fmla="*/ 0 w 1666043"/>
              <a:gd name="connsiteY0" fmla="*/ 125712 h 1440000"/>
              <a:gd name="connsiteX1" fmla="*/ 125712 w 1666043"/>
              <a:gd name="connsiteY1" fmla="*/ 0 h 1440000"/>
              <a:gd name="connsiteX2" fmla="*/ 1458288 w 1666043"/>
              <a:gd name="connsiteY2" fmla="*/ 0 h 1440000"/>
              <a:gd name="connsiteX3" fmla="*/ 1458288 w 1666043"/>
              <a:gd name="connsiteY3" fmla="*/ 1440000 h 1440000"/>
              <a:gd name="connsiteX4" fmla="*/ 125712 w 1666043"/>
              <a:gd name="connsiteY4" fmla="*/ 1440000 h 1440000"/>
              <a:gd name="connsiteX5" fmla="*/ 0 w 1666043"/>
              <a:gd name="connsiteY5" fmla="*/ 1314288 h 1440000"/>
              <a:gd name="connsiteX6" fmla="*/ 0 w 1666043"/>
              <a:gd name="connsiteY6" fmla="*/ 125712 h 1440000"/>
              <a:gd name="connsiteX0" fmla="*/ 0 w 1714742"/>
              <a:gd name="connsiteY0" fmla="*/ 125712 h 1440000"/>
              <a:gd name="connsiteX1" fmla="*/ 125712 w 1714742"/>
              <a:gd name="connsiteY1" fmla="*/ 0 h 1440000"/>
              <a:gd name="connsiteX2" fmla="*/ 1458288 w 1714742"/>
              <a:gd name="connsiteY2" fmla="*/ 0 h 1440000"/>
              <a:gd name="connsiteX3" fmla="*/ 1458288 w 1714742"/>
              <a:gd name="connsiteY3" fmla="*/ 1440000 h 1440000"/>
              <a:gd name="connsiteX4" fmla="*/ 125712 w 1714742"/>
              <a:gd name="connsiteY4" fmla="*/ 1440000 h 1440000"/>
              <a:gd name="connsiteX5" fmla="*/ 0 w 1714742"/>
              <a:gd name="connsiteY5" fmla="*/ 1314288 h 1440000"/>
              <a:gd name="connsiteX6" fmla="*/ 0 w 1714742"/>
              <a:gd name="connsiteY6" fmla="*/ 125712 h 1440000"/>
              <a:gd name="connsiteX0" fmla="*/ 0 w 1556997"/>
              <a:gd name="connsiteY0" fmla="*/ 125712 h 1440000"/>
              <a:gd name="connsiteX1" fmla="*/ 125712 w 1556997"/>
              <a:gd name="connsiteY1" fmla="*/ 0 h 1440000"/>
              <a:gd name="connsiteX2" fmla="*/ 1458288 w 1556997"/>
              <a:gd name="connsiteY2" fmla="*/ 0 h 1440000"/>
              <a:gd name="connsiteX3" fmla="*/ 1458288 w 1556997"/>
              <a:gd name="connsiteY3" fmla="*/ 1440000 h 1440000"/>
              <a:gd name="connsiteX4" fmla="*/ 125712 w 1556997"/>
              <a:gd name="connsiteY4" fmla="*/ 1440000 h 1440000"/>
              <a:gd name="connsiteX5" fmla="*/ 0 w 1556997"/>
              <a:gd name="connsiteY5" fmla="*/ 1314288 h 1440000"/>
              <a:gd name="connsiteX6" fmla="*/ 0 w 1556997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125712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81867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8288" h="1440000">
                <a:moveTo>
                  <a:pt x="0" y="125712"/>
                </a:moveTo>
                <a:cubicBezTo>
                  <a:pt x="0" y="56283"/>
                  <a:pt x="12438" y="0"/>
                  <a:pt x="81867" y="0"/>
                </a:cubicBezTo>
                <a:lnTo>
                  <a:pt x="1458288" y="0"/>
                </a:lnTo>
                <a:lnTo>
                  <a:pt x="1458288" y="1440000"/>
                </a:lnTo>
                <a:lnTo>
                  <a:pt x="75290" y="1440000"/>
                </a:lnTo>
                <a:cubicBezTo>
                  <a:pt x="5861" y="1440000"/>
                  <a:pt x="0" y="1383717"/>
                  <a:pt x="0" y="1314288"/>
                </a:cubicBezTo>
                <a:lnTo>
                  <a:pt x="0" y="125712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2" name="subtitel 1">
            <a:extLst>
              <a:ext uri="{FF2B5EF4-FFF2-40B4-BE49-F238E27FC236}">
                <a16:creationId xmlns:a16="http://schemas.microsoft.com/office/drawing/2014/main" id="{E1C428F9-ED39-3296-3569-1B7720A02641}"/>
              </a:ext>
            </a:extLst>
          </p:cNvPr>
          <p:cNvSpPr>
            <a:spLocks noGrp="1"/>
          </p:cNvSpPr>
          <p:nvPr>
            <p:ph type="body" idx="67"/>
          </p:nvPr>
        </p:nvSpPr>
        <p:spPr>
          <a:xfrm>
            <a:off x="540000" y="1512000"/>
            <a:ext cx="3600000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 cap="all" spc="100" baseline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E344807-457D-3CED-9971-F478B70A6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4" name="navigation">
            <a:extLst>
              <a:ext uri="{FF2B5EF4-FFF2-40B4-BE49-F238E27FC236}">
                <a16:creationId xmlns:a16="http://schemas.microsoft.com/office/drawing/2014/main" id="{3CCF9C9E-CC68-9C72-1637-DC78701B6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6451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49 : team : 5 pictures : 5 names and ro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806DED45-4BC7-C6F5-F26F-6CD59EA5B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B32839BA-2D56-A01B-FE5C-F161B6335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50109232-4643-9278-B176-335653E00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6" name="subhead 5">
            <a:extLst>
              <a:ext uri="{FF2B5EF4-FFF2-40B4-BE49-F238E27FC236}">
                <a16:creationId xmlns:a16="http://schemas.microsoft.com/office/drawing/2014/main" id="{4E1C1AAF-A0BE-06A6-F614-641D5BEB518A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646450" y="1989138"/>
            <a:ext cx="1980000" cy="4176712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sz="1000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17C954FA-43AD-EB36-53A4-5094CC436D7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646450" y="4869138"/>
            <a:ext cx="1980000" cy="1296712"/>
          </a:xfrm>
        </p:spPr>
        <p:txBody>
          <a:bodyPr lIns="144000" rIns="72000"/>
          <a:lstStyle>
            <a:lvl1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2pPr>
            <a:lvl3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3pPr>
            <a:lvl4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4pPr>
            <a:lvl5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6pPr>
            <a:lvl7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7pPr>
            <a:lvl8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8pPr>
            <a:lvl9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28" name="role 5">
            <a:extLst>
              <a:ext uri="{FF2B5EF4-FFF2-40B4-BE49-F238E27FC236}">
                <a16:creationId xmlns:a16="http://schemas.microsoft.com/office/drawing/2014/main" id="{97D658EF-A00F-7DBB-D679-DDF7058203BF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9646450" y="4365972"/>
            <a:ext cx="1979612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9" name="name 5">
            <a:extLst>
              <a:ext uri="{FF2B5EF4-FFF2-40B4-BE49-F238E27FC236}">
                <a16:creationId xmlns:a16="http://schemas.microsoft.com/office/drawing/2014/main" id="{4159ED2E-B4DC-9421-4A49-F72FAA7D1B81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9646450" y="3925774"/>
            <a:ext cx="1979612" cy="360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9" name="picture 5">
            <a:extLst>
              <a:ext uri="{FF2B5EF4-FFF2-40B4-BE49-F238E27FC236}">
                <a16:creationId xmlns:a16="http://schemas.microsoft.com/office/drawing/2014/main" id="{A8AC1CB6-247B-124F-1A7A-0B5624FB892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648000" y="1989138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35" name="subtitel 5">
            <a:extLst>
              <a:ext uri="{FF2B5EF4-FFF2-40B4-BE49-F238E27FC236}">
                <a16:creationId xmlns:a16="http://schemas.microsoft.com/office/drawing/2014/main" id="{74C3C0E1-BE63-8667-4822-DC87CF13CFB1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9646450" y="1512000"/>
            <a:ext cx="1979612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en-US" sz="1200" b="0" kern="1200" cap="all" spc="100" baseline="0" noProof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>
                <a:tab pos="182563" algn="l"/>
              </a:tabLst>
            </a:pPr>
            <a:endParaRPr lang="en-US" dirty="0"/>
          </a:p>
        </p:txBody>
      </p:sp>
      <p:sp>
        <p:nvSpPr>
          <p:cNvPr id="2" name="subhead 4">
            <a:extLst>
              <a:ext uri="{FF2B5EF4-FFF2-40B4-BE49-F238E27FC236}">
                <a16:creationId xmlns:a16="http://schemas.microsoft.com/office/drawing/2014/main" id="{2E60EAAC-E319-6243-2FAB-917688217B61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7371000" y="1989138"/>
            <a:ext cx="1980000" cy="4176712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A19B5ABD-384E-EA78-F0C0-AAC4E909FA0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369838" y="4869138"/>
            <a:ext cx="1980000" cy="1296712"/>
          </a:xfrm>
        </p:spPr>
        <p:txBody>
          <a:bodyPr lIns="144000" rIns="72000"/>
          <a:lstStyle>
            <a:lvl1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2pPr>
            <a:lvl3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3pPr>
            <a:lvl4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4pPr>
            <a:lvl5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6pPr>
            <a:lvl7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7pPr>
            <a:lvl8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8pPr>
            <a:lvl9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26" name="role 4">
            <a:extLst>
              <a:ext uri="{FF2B5EF4-FFF2-40B4-BE49-F238E27FC236}">
                <a16:creationId xmlns:a16="http://schemas.microsoft.com/office/drawing/2014/main" id="{E724F387-97F8-EF43-10D3-1A269E7A6CAF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7371000" y="4365972"/>
            <a:ext cx="1979612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7" name="name 4">
            <a:extLst>
              <a:ext uri="{FF2B5EF4-FFF2-40B4-BE49-F238E27FC236}">
                <a16:creationId xmlns:a16="http://schemas.microsoft.com/office/drawing/2014/main" id="{93368B83-F4A5-3024-C521-5C72B7BD97B3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7371000" y="3925774"/>
            <a:ext cx="1979612" cy="360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5" name="picture 4">
            <a:extLst>
              <a:ext uri="{FF2B5EF4-FFF2-40B4-BE49-F238E27FC236}">
                <a16:creationId xmlns:a16="http://schemas.microsoft.com/office/drawing/2014/main" id="{ED5FC855-3CBD-1480-193E-6226E97D0A5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371000" y="1989138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36" name="subtitel 4">
            <a:extLst>
              <a:ext uri="{FF2B5EF4-FFF2-40B4-BE49-F238E27FC236}">
                <a16:creationId xmlns:a16="http://schemas.microsoft.com/office/drawing/2014/main" id="{4C0A7D5A-161A-484D-80C2-40B4C19CC3A8}"/>
              </a:ext>
            </a:extLst>
          </p:cNvPr>
          <p:cNvSpPr>
            <a:spLocks noGrp="1"/>
          </p:cNvSpPr>
          <p:nvPr>
            <p:ph type="body" idx="48"/>
          </p:nvPr>
        </p:nvSpPr>
        <p:spPr>
          <a:xfrm>
            <a:off x="7371000" y="1512000"/>
            <a:ext cx="1979612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en-US" sz="1200" b="0" kern="1200" cap="all" spc="100" baseline="0" noProof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>
                <a:tab pos="182563" algn="l"/>
              </a:tabLst>
            </a:pPr>
            <a:endParaRPr lang="en-US" dirty="0"/>
          </a:p>
        </p:txBody>
      </p:sp>
      <p:sp>
        <p:nvSpPr>
          <p:cNvPr id="93" name="subhead 3">
            <a:extLst>
              <a:ext uri="{FF2B5EF4-FFF2-40B4-BE49-F238E27FC236}">
                <a16:creationId xmlns:a16="http://schemas.microsoft.com/office/drawing/2014/main" id="{A621FD8A-0372-D7B0-7589-D502248B5856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094000" y="1989138"/>
            <a:ext cx="1980000" cy="4176712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22D284A5-9502-B58F-70AF-85E8C654CBA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093226" y="4869138"/>
            <a:ext cx="1980000" cy="1296712"/>
          </a:xfrm>
        </p:spPr>
        <p:txBody>
          <a:bodyPr lIns="144000" rIns="72000"/>
          <a:lstStyle>
            <a:lvl1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2pPr>
            <a:lvl3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3pPr>
            <a:lvl4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4pPr>
            <a:lvl5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6pPr>
            <a:lvl7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7pPr>
            <a:lvl8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8pPr>
            <a:lvl9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24" name="role 3">
            <a:extLst>
              <a:ext uri="{FF2B5EF4-FFF2-40B4-BE49-F238E27FC236}">
                <a16:creationId xmlns:a16="http://schemas.microsoft.com/office/drawing/2014/main" id="{F470F2DA-FCB8-F5D5-6B88-F425D328022F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5094000" y="4365972"/>
            <a:ext cx="1979612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5" name="name 3">
            <a:extLst>
              <a:ext uri="{FF2B5EF4-FFF2-40B4-BE49-F238E27FC236}">
                <a16:creationId xmlns:a16="http://schemas.microsoft.com/office/drawing/2014/main" id="{9FE0C0EA-647E-8F96-2324-D5CE5B15EE2A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094000" y="3925774"/>
            <a:ext cx="1979612" cy="360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4" name="picture 3">
            <a:extLst>
              <a:ext uri="{FF2B5EF4-FFF2-40B4-BE49-F238E27FC236}">
                <a16:creationId xmlns:a16="http://schemas.microsoft.com/office/drawing/2014/main" id="{9FF70640-2E25-EBCF-C164-4D8776EDCC0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94000" y="1989138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37" name="subtitel 3">
            <a:extLst>
              <a:ext uri="{FF2B5EF4-FFF2-40B4-BE49-F238E27FC236}">
                <a16:creationId xmlns:a16="http://schemas.microsoft.com/office/drawing/2014/main" id="{9F3DBABF-FEEA-BFD8-25B0-A08331E9DD21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094000" y="1512000"/>
            <a:ext cx="1979612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en-US" sz="1200" b="0" kern="1200" cap="all" spc="100" baseline="0" noProof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>
                <a:tab pos="182563" algn="l"/>
              </a:tabLst>
            </a:pPr>
            <a:endParaRPr lang="en-US" dirty="0"/>
          </a:p>
        </p:txBody>
      </p:sp>
      <p:sp>
        <p:nvSpPr>
          <p:cNvPr id="92" name="subhead 2">
            <a:extLst>
              <a:ext uri="{FF2B5EF4-FFF2-40B4-BE49-F238E27FC236}">
                <a16:creationId xmlns:a16="http://schemas.microsoft.com/office/drawing/2014/main" id="{0C79B4B6-AEFC-E24C-2B7C-4FE3BD9C9C7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815837" y="1989138"/>
            <a:ext cx="1980000" cy="4176712"/>
          </a:xfrm>
          <a:prstGeom prst="roundRect">
            <a:avLst>
              <a:gd name="adj" fmla="val 6999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6CF00EF9-643B-8A9A-59D7-9A8864A3E9C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2816613" y="4869138"/>
            <a:ext cx="1980000" cy="1296712"/>
          </a:xfrm>
        </p:spPr>
        <p:txBody>
          <a:bodyPr lIns="144000" rIns="72000"/>
          <a:lstStyle>
            <a:lvl1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2pPr>
            <a:lvl3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3pPr>
            <a:lvl4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4pPr>
            <a:lvl5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6pPr>
            <a:lvl7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7pPr>
            <a:lvl8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8pPr>
            <a:lvl9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22" name="role 2">
            <a:extLst>
              <a:ext uri="{FF2B5EF4-FFF2-40B4-BE49-F238E27FC236}">
                <a16:creationId xmlns:a16="http://schemas.microsoft.com/office/drawing/2014/main" id="{C664ADAB-DC48-0DB1-A98F-95C861C0A004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2815837" y="4365972"/>
            <a:ext cx="1979612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3" name="subtitel 2">
            <a:extLst>
              <a:ext uri="{FF2B5EF4-FFF2-40B4-BE49-F238E27FC236}">
                <a16:creationId xmlns:a16="http://schemas.microsoft.com/office/drawing/2014/main" id="{1EA7FB94-CB31-80E2-011E-9C5722D55A24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2815837" y="3925774"/>
            <a:ext cx="1979612" cy="360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3" name="picture 2">
            <a:extLst>
              <a:ext uri="{FF2B5EF4-FFF2-40B4-BE49-F238E27FC236}">
                <a16:creationId xmlns:a16="http://schemas.microsoft.com/office/drawing/2014/main" id="{55B5AD6C-F5DC-9656-D99B-A67A0B7E505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814619" y="1989138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38" name="name 2">
            <a:extLst>
              <a:ext uri="{FF2B5EF4-FFF2-40B4-BE49-F238E27FC236}">
                <a16:creationId xmlns:a16="http://schemas.microsoft.com/office/drawing/2014/main" id="{39CDDCC2-784D-8816-76AD-F99F5902CBDD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2815837" y="1512000"/>
            <a:ext cx="1979612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lang="en-US" sz="1200" b="0" kern="1200" cap="all" spc="100" baseline="0" noProof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>
                <a:tab pos="182563" algn="l"/>
              </a:tabLst>
            </a:pPr>
            <a:endParaRPr lang="en-US" dirty="0"/>
          </a:p>
        </p:txBody>
      </p:sp>
      <p:sp>
        <p:nvSpPr>
          <p:cNvPr id="49" name="subhead 1">
            <a:extLst>
              <a:ext uri="{FF2B5EF4-FFF2-40B4-BE49-F238E27FC236}">
                <a16:creationId xmlns:a16="http://schemas.microsoft.com/office/drawing/2014/main" id="{0FE4903D-F047-A069-A010-0199438C5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989138"/>
            <a:ext cx="1980000" cy="4176712"/>
          </a:xfrm>
          <a:prstGeom prst="roundRect">
            <a:avLst>
              <a:gd name="adj" fmla="val 5284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907A54C3-A2FF-A59E-41B3-23D2F7C1E59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40000" y="4869138"/>
            <a:ext cx="1980000" cy="1296712"/>
          </a:xfrm>
        </p:spPr>
        <p:txBody>
          <a:bodyPr lIns="144000" rIns="72000"/>
          <a:lstStyle>
            <a:lvl1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2pPr>
            <a:lvl3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3pPr>
            <a:lvl4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4pPr>
            <a:lvl5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6pPr>
            <a:lvl7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7pPr>
            <a:lvl8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8pPr>
            <a:lvl9pPr>
              <a:lnSpc>
                <a:spcPts val="1200"/>
              </a:lnSpc>
              <a:spcBef>
                <a:spcPts val="200"/>
              </a:spcBef>
              <a:spcAft>
                <a:spcPts val="200"/>
              </a:spcAft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20" name="role 1">
            <a:extLst>
              <a:ext uri="{FF2B5EF4-FFF2-40B4-BE49-F238E27FC236}">
                <a16:creationId xmlns:a16="http://schemas.microsoft.com/office/drawing/2014/main" id="{F8761D6D-9D3B-68A4-4F61-E67D3E18C6A6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540000" y="4365972"/>
            <a:ext cx="1979612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1" name="name 1">
            <a:extLst>
              <a:ext uri="{FF2B5EF4-FFF2-40B4-BE49-F238E27FC236}">
                <a16:creationId xmlns:a16="http://schemas.microsoft.com/office/drawing/2014/main" id="{8A8BFD5B-C976-835F-A757-EE0BFB168A29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540000" y="3925774"/>
            <a:ext cx="1979612" cy="360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1" name="picture 1">
            <a:extLst>
              <a:ext uri="{FF2B5EF4-FFF2-40B4-BE49-F238E27FC236}">
                <a16:creationId xmlns:a16="http://schemas.microsoft.com/office/drawing/2014/main" id="{48BC97E5-F4FC-CFC7-7C93-504C59D7A2B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0000" y="1989138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39" name="subtitel 1">
            <a:extLst>
              <a:ext uri="{FF2B5EF4-FFF2-40B4-BE49-F238E27FC236}">
                <a16:creationId xmlns:a16="http://schemas.microsoft.com/office/drawing/2014/main" id="{CFA4B4EE-8215-2C34-3065-56E7CAD34F06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540000" y="1512000"/>
            <a:ext cx="1979612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 cap="all" spc="100" baseline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86" name="title">
            <a:extLst>
              <a:ext uri="{FF2B5EF4-FFF2-40B4-BE49-F238E27FC236}">
                <a16:creationId xmlns:a16="http://schemas.microsoft.com/office/drawing/2014/main" id="{457734AF-380A-E58A-7517-29028ECF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navigation">
            <a:extLst>
              <a:ext uri="{FF2B5EF4-FFF2-40B4-BE49-F238E27FC236}">
                <a16:creationId xmlns:a16="http://schemas.microsoft.com/office/drawing/2014/main" id="{3CCF9C9E-CC68-9C72-1637-DC78701B6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94557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 049 : team : 6 pictures : 6 names and roles :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806DED45-4BC7-C6F5-F26F-6CD59EA5B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B32839BA-2D56-A01B-FE5C-F161B6335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50109232-4643-9278-B176-335653E00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73" name="extratext">
            <a:extLst>
              <a:ext uri="{FF2B5EF4-FFF2-40B4-BE49-F238E27FC236}">
                <a16:creationId xmlns:a16="http://schemas.microsoft.com/office/drawing/2014/main" id="{62522F2D-903C-44B2-6CCD-582F279AA4D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10356" y="1499146"/>
            <a:ext cx="3132000" cy="4680000"/>
          </a:xfrm>
        </p:spPr>
        <p:txBody>
          <a:bodyPr lIns="0" rIns="0"/>
          <a:lstStyle>
            <a:lvl1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1pPr>
            <a:lvl2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2pPr>
            <a:lvl3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3pPr>
            <a:lvl4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4pPr>
            <a:lvl5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5pPr>
            <a:lvl6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6pPr>
            <a:lvl7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7pPr>
            <a:lvl8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8pPr>
            <a:lvl9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59" name="subhead 6">
            <a:extLst>
              <a:ext uri="{FF2B5EF4-FFF2-40B4-BE49-F238E27FC236}">
                <a16:creationId xmlns:a16="http://schemas.microsoft.com/office/drawing/2014/main" id="{09D10702-D88E-0A31-36AA-2CD089FE3A8D}"/>
              </a:ext>
            </a:extLst>
          </p:cNvPr>
          <p:cNvSpPr>
            <a:spLocks noGrp="1"/>
          </p:cNvSpPr>
          <p:nvPr>
            <p:ph type="body" idx="55"/>
          </p:nvPr>
        </p:nvSpPr>
        <p:spPr>
          <a:xfrm>
            <a:off x="4527278" y="4728964"/>
            <a:ext cx="3600000" cy="1439862"/>
          </a:xfrm>
          <a:prstGeom prst="roundRect">
            <a:avLst>
              <a:gd name="adj" fmla="val 5780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en-US"/>
          </a:p>
        </p:txBody>
      </p:sp>
      <p:sp>
        <p:nvSpPr>
          <p:cNvPr id="60" name="role 6">
            <a:extLst>
              <a:ext uri="{FF2B5EF4-FFF2-40B4-BE49-F238E27FC236}">
                <a16:creationId xmlns:a16="http://schemas.microsoft.com/office/drawing/2014/main" id="{03B9989C-4CDE-65FF-723A-7CE10C700712}"/>
              </a:ext>
            </a:extLst>
          </p:cNvPr>
          <p:cNvSpPr>
            <a:spLocks noGrp="1"/>
          </p:cNvSpPr>
          <p:nvPr>
            <p:ph type="body" idx="56"/>
          </p:nvPr>
        </p:nvSpPr>
        <p:spPr>
          <a:xfrm>
            <a:off x="6115328" y="5373687"/>
            <a:ext cx="1979612" cy="792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61" name="name 6">
            <a:extLst>
              <a:ext uri="{FF2B5EF4-FFF2-40B4-BE49-F238E27FC236}">
                <a16:creationId xmlns:a16="http://schemas.microsoft.com/office/drawing/2014/main" id="{8ACE3A54-71C1-3703-C964-A624E372D44D}"/>
              </a:ext>
            </a:extLst>
          </p:cNvPr>
          <p:cNvSpPr>
            <a:spLocks noGrp="1"/>
          </p:cNvSpPr>
          <p:nvPr>
            <p:ph type="body" idx="57"/>
          </p:nvPr>
        </p:nvSpPr>
        <p:spPr>
          <a:xfrm>
            <a:off x="6115328" y="4743797"/>
            <a:ext cx="1979612" cy="521689"/>
          </a:xfrm>
        </p:spPr>
        <p:txBody>
          <a:bodyPr lIns="144000" rIns="144000" anchor="b" anchorCtr="0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62" name="picture 6">
            <a:extLst>
              <a:ext uri="{FF2B5EF4-FFF2-40B4-BE49-F238E27FC236}">
                <a16:creationId xmlns:a16="http://schemas.microsoft.com/office/drawing/2014/main" id="{978213B3-E69A-D24E-5D6A-D82C2F1DD28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4525178" y="4729758"/>
            <a:ext cx="1584000" cy="1440000"/>
          </a:xfrm>
          <a:custGeom>
            <a:avLst/>
            <a:gdLst>
              <a:gd name="connsiteX0" fmla="*/ 0 w 1584000"/>
              <a:gd name="connsiteY0" fmla="*/ 125712 h 1440000"/>
              <a:gd name="connsiteX1" fmla="*/ 125712 w 1584000"/>
              <a:gd name="connsiteY1" fmla="*/ 0 h 1440000"/>
              <a:gd name="connsiteX2" fmla="*/ 1458288 w 1584000"/>
              <a:gd name="connsiteY2" fmla="*/ 0 h 1440000"/>
              <a:gd name="connsiteX3" fmla="*/ 1584000 w 1584000"/>
              <a:gd name="connsiteY3" fmla="*/ 125712 h 1440000"/>
              <a:gd name="connsiteX4" fmla="*/ 1584000 w 1584000"/>
              <a:gd name="connsiteY4" fmla="*/ 1314288 h 1440000"/>
              <a:gd name="connsiteX5" fmla="*/ 1458288 w 1584000"/>
              <a:gd name="connsiteY5" fmla="*/ 1440000 h 1440000"/>
              <a:gd name="connsiteX6" fmla="*/ 125712 w 1584000"/>
              <a:gd name="connsiteY6" fmla="*/ 1440000 h 1440000"/>
              <a:gd name="connsiteX7" fmla="*/ 0 w 1584000"/>
              <a:gd name="connsiteY7" fmla="*/ 1314288 h 1440000"/>
              <a:gd name="connsiteX8" fmla="*/ 0 w 1584000"/>
              <a:gd name="connsiteY8" fmla="*/ 125712 h 1440000"/>
              <a:gd name="connsiteX0" fmla="*/ 0 w 1612314"/>
              <a:gd name="connsiteY0" fmla="*/ 125712 h 1440000"/>
              <a:gd name="connsiteX1" fmla="*/ 125712 w 1612314"/>
              <a:gd name="connsiteY1" fmla="*/ 0 h 1440000"/>
              <a:gd name="connsiteX2" fmla="*/ 1458288 w 1612314"/>
              <a:gd name="connsiteY2" fmla="*/ 0 h 1440000"/>
              <a:gd name="connsiteX3" fmla="*/ 1584000 w 1612314"/>
              <a:gd name="connsiteY3" fmla="*/ 1314288 h 1440000"/>
              <a:gd name="connsiteX4" fmla="*/ 1458288 w 1612314"/>
              <a:gd name="connsiteY4" fmla="*/ 1440000 h 1440000"/>
              <a:gd name="connsiteX5" fmla="*/ 125712 w 1612314"/>
              <a:gd name="connsiteY5" fmla="*/ 1440000 h 1440000"/>
              <a:gd name="connsiteX6" fmla="*/ 0 w 1612314"/>
              <a:gd name="connsiteY6" fmla="*/ 1314288 h 1440000"/>
              <a:gd name="connsiteX7" fmla="*/ 0 w 1612314"/>
              <a:gd name="connsiteY7" fmla="*/ 125712 h 1440000"/>
              <a:gd name="connsiteX0" fmla="*/ 0 w 1624860"/>
              <a:gd name="connsiteY0" fmla="*/ 125712 h 1440000"/>
              <a:gd name="connsiteX1" fmla="*/ 125712 w 1624860"/>
              <a:gd name="connsiteY1" fmla="*/ 0 h 1440000"/>
              <a:gd name="connsiteX2" fmla="*/ 1458288 w 1624860"/>
              <a:gd name="connsiteY2" fmla="*/ 0 h 1440000"/>
              <a:gd name="connsiteX3" fmla="*/ 1458288 w 1624860"/>
              <a:gd name="connsiteY3" fmla="*/ 1440000 h 1440000"/>
              <a:gd name="connsiteX4" fmla="*/ 125712 w 1624860"/>
              <a:gd name="connsiteY4" fmla="*/ 1440000 h 1440000"/>
              <a:gd name="connsiteX5" fmla="*/ 0 w 1624860"/>
              <a:gd name="connsiteY5" fmla="*/ 1314288 h 1440000"/>
              <a:gd name="connsiteX6" fmla="*/ 0 w 1624860"/>
              <a:gd name="connsiteY6" fmla="*/ 125712 h 1440000"/>
              <a:gd name="connsiteX0" fmla="*/ 0 w 1666043"/>
              <a:gd name="connsiteY0" fmla="*/ 125712 h 1440000"/>
              <a:gd name="connsiteX1" fmla="*/ 125712 w 1666043"/>
              <a:gd name="connsiteY1" fmla="*/ 0 h 1440000"/>
              <a:gd name="connsiteX2" fmla="*/ 1458288 w 1666043"/>
              <a:gd name="connsiteY2" fmla="*/ 0 h 1440000"/>
              <a:gd name="connsiteX3" fmla="*/ 1458288 w 1666043"/>
              <a:gd name="connsiteY3" fmla="*/ 1440000 h 1440000"/>
              <a:gd name="connsiteX4" fmla="*/ 125712 w 1666043"/>
              <a:gd name="connsiteY4" fmla="*/ 1440000 h 1440000"/>
              <a:gd name="connsiteX5" fmla="*/ 0 w 1666043"/>
              <a:gd name="connsiteY5" fmla="*/ 1314288 h 1440000"/>
              <a:gd name="connsiteX6" fmla="*/ 0 w 1666043"/>
              <a:gd name="connsiteY6" fmla="*/ 125712 h 1440000"/>
              <a:gd name="connsiteX0" fmla="*/ 0 w 1714742"/>
              <a:gd name="connsiteY0" fmla="*/ 125712 h 1440000"/>
              <a:gd name="connsiteX1" fmla="*/ 125712 w 1714742"/>
              <a:gd name="connsiteY1" fmla="*/ 0 h 1440000"/>
              <a:gd name="connsiteX2" fmla="*/ 1458288 w 1714742"/>
              <a:gd name="connsiteY2" fmla="*/ 0 h 1440000"/>
              <a:gd name="connsiteX3" fmla="*/ 1458288 w 1714742"/>
              <a:gd name="connsiteY3" fmla="*/ 1440000 h 1440000"/>
              <a:gd name="connsiteX4" fmla="*/ 125712 w 1714742"/>
              <a:gd name="connsiteY4" fmla="*/ 1440000 h 1440000"/>
              <a:gd name="connsiteX5" fmla="*/ 0 w 1714742"/>
              <a:gd name="connsiteY5" fmla="*/ 1314288 h 1440000"/>
              <a:gd name="connsiteX6" fmla="*/ 0 w 1714742"/>
              <a:gd name="connsiteY6" fmla="*/ 125712 h 1440000"/>
              <a:gd name="connsiteX0" fmla="*/ 0 w 1556997"/>
              <a:gd name="connsiteY0" fmla="*/ 125712 h 1440000"/>
              <a:gd name="connsiteX1" fmla="*/ 125712 w 1556997"/>
              <a:gd name="connsiteY1" fmla="*/ 0 h 1440000"/>
              <a:gd name="connsiteX2" fmla="*/ 1458288 w 1556997"/>
              <a:gd name="connsiteY2" fmla="*/ 0 h 1440000"/>
              <a:gd name="connsiteX3" fmla="*/ 1458288 w 1556997"/>
              <a:gd name="connsiteY3" fmla="*/ 1440000 h 1440000"/>
              <a:gd name="connsiteX4" fmla="*/ 125712 w 1556997"/>
              <a:gd name="connsiteY4" fmla="*/ 1440000 h 1440000"/>
              <a:gd name="connsiteX5" fmla="*/ 0 w 1556997"/>
              <a:gd name="connsiteY5" fmla="*/ 1314288 h 1440000"/>
              <a:gd name="connsiteX6" fmla="*/ 0 w 1556997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125712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81867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8288" h="1440000">
                <a:moveTo>
                  <a:pt x="0" y="125712"/>
                </a:moveTo>
                <a:cubicBezTo>
                  <a:pt x="0" y="56283"/>
                  <a:pt x="12438" y="0"/>
                  <a:pt x="81867" y="0"/>
                </a:cubicBezTo>
                <a:lnTo>
                  <a:pt x="1458288" y="0"/>
                </a:lnTo>
                <a:lnTo>
                  <a:pt x="1458288" y="1440000"/>
                </a:lnTo>
                <a:lnTo>
                  <a:pt x="75290" y="1440000"/>
                </a:lnTo>
                <a:cubicBezTo>
                  <a:pt x="5861" y="1440000"/>
                  <a:pt x="0" y="1383717"/>
                  <a:pt x="0" y="1314288"/>
                </a:cubicBezTo>
                <a:lnTo>
                  <a:pt x="0" y="125712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63" name="subhead 5">
            <a:extLst>
              <a:ext uri="{FF2B5EF4-FFF2-40B4-BE49-F238E27FC236}">
                <a16:creationId xmlns:a16="http://schemas.microsoft.com/office/drawing/2014/main" id="{5E9FF420-AE4E-B6D5-7A75-0EAED10C9583}"/>
              </a:ext>
            </a:extLst>
          </p:cNvPr>
          <p:cNvSpPr>
            <a:spLocks noGrp="1"/>
          </p:cNvSpPr>
          <p:nvPr>
            <p:ph type="body" idx="59"/>
          </p:nvPr>
        </p:nvSpPr>
        <p:spPr>
          <a:xfrm>
            <a:off x="4527278" y="3100676"/>
            <a:ext cx="3600000" cy="1439862"/>
          </a:xfrm>
          <a:prstGeom prst="roundRect">
            <a:avLst>
              <a:gd name="adj" fmla="val 5780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en-US"/>
          </a:p>
        </p:txBody>
      </p:sp>
      <p:sp>
        <p:nvSpPr>
          <p:cNvPr id="64" name="role 5">
            <a:extLst>
              <a:ext uri="{FF2B5EF4-FFF2-40B4-BE49-F238E27FC236}">
                <a16:creationId xmlns:a16="http://schemas.microsoft.com/office/drawing/2014/main" id="{8F7C39DC-C8E1-D238-124E-F021D16845FB}"/>
              </a:ext>
            </a:extLst>
          </p:cNvPr>
          <p:cNvSpPr>
            <a:spLocks noGrp="1"/>
          </p:cNvSpPr>
          <p:nvPr>
            <p:ph type="body" idx="60"/>
          </p:nvPr>
        </p:nvSpPr>
        <p:spPr>
          <a:xfrm>
            <a:off x="6115328" y="3748574"/>
            <a:ext cx="1979612" cy="792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65" name="name 5">
            <a:extLst>
              <a:ext uri="{FF2B5EF4-FFF2-40B4-BE49-F238E27FC236}">
                <a16:creationId xmlns:a16="http://schemas.microsoft.com/office/drawing/2014/main" id="{93AF7DC2-179D-17D8-825F-4CD149B78523}"/>
              </a:ext>
            </a:extLst>
          </p:cNvPr>
          <p:cNvSpPr>
            <a:spLocks noGrp="1"/>
          </p:cNvSpPr>
          <p:nvPr>
            <p:ph type="body" idx="61"/>
          </p:nvPr>
        </p:nvSpPr>
        <p:spPr>
          <a:xfrm>
            <a:off x="6115328" y="3111064"/>
            <a:ext cx="1979612" cy="521689"/>
          </a:xfrm>
        </p:spPr>
        <p:txBody>
          <a:bodyPr lIns="144000" rIns="144000" anchor="b" anchorCtr="0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66" name="picture 5">
            <a:extLst>
              <a:ext uri="{FF2B5EF4-FFF2-40B4-BE49-F238E27FC236}">
                <a16:creationId xmlns:a16="http://schemas.microsoft.com/office/drawing/2014/main" id="{E8AF6756-10EA-EB48-BA08-728E45D9EBF2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4525178" y="3100289"/>
            <a:ext cx="1584000" cy="1440000"/>
          </a:xfrm>
          <a:custGeom>
            <a:avLst/>
            <a:gdLst>
              <a:gd name="connsiteX0" fmla="*/ 0 w 1584000"/>
              <a:gd name="connsiteY0" fmla="*/ 125712 h 1440000"/>
              <a:gd name="connsiteX1" fmla="*/ 125712 w 1584000"/>
              <a:gd name="connsiteY1" fmla="*/ 0 h 1440000"/>
              <a:gd name="connsiteX2" fmla="*/ 1458288 w 1584000"/>
              <a:gd name="connsiteY2" fmla="*/ 0 h 1440000"/>
              <a:gd name="connsiteX3" fmla="*/ 1584000 w 1584000"/>
              <a:gd name="connsiteY3" fmla="*/ 125712 h 1440000"/>
              <a:gd name="connsiteX4" fmla="*/ 1584000 w 1584000"/>
              <a:gd name="connsiteY4" fmla="*/ 1314288 h 1440000"/>
              <a:gd name="connsiteX5" fmla="*/ 1458288 w 1584000"/>
              <a:gd name="connsiteY5" fmla="*/ 1440000 h 1440000"/>
              <a:gd name="connsiteX6" fmla="*/ 125712 w 1584000"/>
              <a:gd name="connsiteY6" fmla="*/ 1440000 h 1440000"/>
              <a:gd name="connsiteX7" fmla="*/ 0 w 1584000"/>
              <a:gd name="connsiteY7" fmla="*/ 1314288 h 1440000"/>
              <a:gd name="connsiteX8" fmla="*/ 0 w 1584000"/>
              <a:gd name="connsiteY8" fmla="*/ 125712 h 1440000"/>
              <a:gd name="connsiteX0" fmla="*/ 0 w 1612314"/>
              <a:gd name="connsiteY0" fmla="*/ 125712 h 1440000"/>
              <a:gd name="connsiteX1" fmla="*/ 125712 w 1612314"/>
              <a:gd name="connsiteY1" fmla="*/ 0 h 1440000"/>
              <a:gd name="connsiteX2" fmla="*/ 1458288 w 1612314"/>
              <a:gd name="connsiteY2" fmla="*/ 0 h 1440000"/>
              <a:gd name="connsiteX3" fmla="*/ 1584000 w 1612314"/>
              <a:gd name="connsiteY3" fmla="*/ 1314288 h 1440000"/>
              <a:gd name="connsiteX4" fmla="*/ 1458288 w 1612314"/>
              <a:gd name="connsiteY4" fmla="*/ 1440000 h 1440000"/>
              <a:gd name="connsiteX5" fmla="*/ 125712 w 1612314"/>
              <a:gd name="connsiteY5" fmla="*/ 1440000 h 1440000"/>
              <a:gd name="connsiteX6" fmla="*/ 0 w 1612314"/>
              <a:gd name="connsiteY6" fmla="*/ 1314288 h 1440000"/>
              <a:gd name="connsiteX7" fmla="*/ 0 w 1612314"/>
              <a:gd name="connsiteY7" fmla="*/ 125712 h 1440000"/>
              <a:gd name="connsiteX0" fmla="*/ 0 w 1624860"/>
              <a:gd name="connsiteY0" fmla="*/ 125712 h 1440000"/>
              <a:gd name="connsiteX1" fmla="*/ 125712 w 1624860"/>
              <a:gd name="connsiteY1" fmla="*/ 0 h 1440000"/>
              <a:gd name="connsiteX2" fmla="*/ 1458288 w 1624860"/>
              <a:gd name="connsiteY2" fmla="*/ 0 h 1440000"/>
              <a:gd name="connsiteX3" fmla="*/ 1458288 w 1624860"/>
              <a:gd name="connsiteY3" fmla="*/ 1440000 h 1440000"/>
              <a:gd name="connsiteX4" fmla="*/ 125712 w 1624860"/>
              <a:gd name="connsiteY4" fmla="*/ 1440000 h 1440000"/>
              <a:gd name="connsiteX5" fmla="*/ 0 w 1624860"/>
              <a:gd name="connsiteY5" fmla="*/ 1314288 h 1440000"/>
              <a:gd name="connsiteX6" fmla="*/ 0 w 1624860"/>
              <a:gd name="connsiteY6" fmla="*/ 125712 h 1440000"/>
              <a:gd name="connsiteX0" fmla="*/ 0 w 1666043"/>
              <a:gd name="connsiteY0" fmla="*/ 125712 h 1440000"/>
              <a:gd name="connsiteX1" fmla="*/ 125712 w 1666043"/>
              <a:gd name="connsiteY1" fmla="*/ 0 h 1440000"/>
              <a:gd name="connsiteX2" fmla="*/ 1458288 w 1666043"/>
              <a:gd name="connsiteY2" fmla="*/ 0 h 1440000"/>
              <a:gd name="connsiteX3" fmla="*/ 1458288 w 1666043"/>
              <a:gd name="connsiteY3" fmla="*/ 1440000 h 1440000"/>
              <a:gd name="connsiteX4" fmla="*/ 125712 w 1666043"/>
              <a:gd name="connsiteY4" fmla="*/ 1440000 h 1440000"/>
              <a:gd name="connsiteX5" fmla="*/ 0 w 1666043"/>
              <a:gd name="connsiteY5" fmla="*/ 1314288 h 1440000"/>
              <a:gd name="connsiteX6" fmla="*/ 0 w 1666043"/>
              <a:gd name="connsiteY6" fmla="*/ 125712 h 1440000"/>
              <a:gd name="connsiteX0" fmla="*/ 0 w 1714742"/>
              <a:gd name="connsiteY0" fmla="*/ 125712 h 1440000"/>
              <a:gd name="connsiteX1" fmla="*/ 125712 w 1714742"/>
              <a:gd name="connsiteY1" fmla="*/ 0 h 1440000"/>
              <a:gd name="connsiteX2" fmla="*/ 1458288 w 1714742"/>
              <a:gd name="connsiteY2" fmla="*/ 0 h 1440000"/>
              <a:gd name="connsiteX3" fmla="*/ 1458288 w 1714742"/>
              <a:gd name="connsiteY3" fmla="*/ 1440000 h 1440000"/>
              <a:gd name="connsiteX4" fmla="*/ 125712 w 1714742"/>
              <a:gd name="connsiteY4" fmla="*/ 1440000 h 1440000"/>
              <a:gd name="connsiteX5" fmla="*/ 0 w 1714742"/>
              <a:gd name="connsiteY5" fmla="*/ 1314288 h 1440000"/>
              <a:gd name="connsiteX6" fmla="*/ 0 w 1714742"/>
              <a:gd name="connsiteY6" fmla="*/ 125712 h 1440000"/>
              <a:gd name="connsiteX0" fmla="*/ 0 w 1556997"/>
              <a:gd name="connsiteY0" fmla="*/ 125712 h 1440000"/>
              <a:gd name="connsiteX1" fmla="*/ 125712 w 1556997"/>
              <a:gd name="connsiteY1" fmla="*/ 0 h 1440000"/>
              <a:gd name="connsiteX2" fmla="*/ 1458288 w 1556997"/>
              <a:gd name="connsiteY2" fmla="*/ 0 h 1440000"/>
              <a:gd name="connsiteX3" fmla="*/ 1458288 w 1556997"/>
              <a:gd name="connsiteY3" fmla="*/ 1440000 h 1440000"/>
              <a:gd name="connsiteX4" fmla="*/ 125712 w 1556997"/>
              <a:gd name="connsiteY4" fmla="*/ 1440000 h 1440000"/>
              <a:gd name="connsiteX5" fmla="*/ 0 w 1556997"/>
              <a:gd name="connsiteY5" fmla="*/ 1314288 h 1440000"/>
              <a:gd name="connsiteX6" fmla="*/ 0 w 1556997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125712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81867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8288" h="1440000">
                <a:moveTo>
                  <a:pt x="0" y="125712"/>
                </a:moveTo>
                <a:cubicBezTo>
                  <a:pt x="0" y="56283"/>
                  <a:pt x="12438" y="0"/>
                  <a:pt x="81867" y="0"/>
                </a:cubicBezTo>
                <a:lnTo>
                  <a:pt x="1458288" y="0"/>
                </a:lnTo>
                <a:lnTo>
                  <a:pt x="1458288" y="1440000"/>
                </a:lnTo>
                <a:lnTo>
                  <a:pt x="75290" y="1440000"/>
                </a:lnTo>
                <a:cubicBezTo>
                  <a:pt x="5861" y="1440000"/>
                  <a:pt x="0" y="1383717"/>
                  <a:pt x="0" y="1314288"/>
                </a:cubicBezTo>
                <a:lnTo>
                  <a:pt x="0" y="125712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67" name="subhead 4">
            <a:extLst>
              <a:ext uri="{FF2B5EF4-FFF2-40B4-BE49-F238E27FC236}">
                <a16:creationId xmlns:a16="http://schemas.microsoft.com/office/drawing/2014/main" id="{D5E34A60-AEFD-CB5F-7F16-E61E1EB95B46}"/>
              </a:ext>
            </a:extLst>
          </p:cNvPr>
          <p:cNvSpPr>
            <a:spLocks noGrp="1"/>
          </p:cNvSpPr>
          <p:nvPr>
            <p:ph type="body" idx="63"/>
          </p:nvPr>
        </p:nvSpPr>
        <p:spPr>
          <a:xfrm>
            <a:off x="4527278" y="1484313"/>
            <a:ext cx="3600000" cy="1439862"/>
          </a:xfrm>
          <a:prstGeom prst="roundRect">
            <a:avLst>
              <a:gd name="adj" fmla="val 5780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en-US"/>
          </a:p>
        </p:txBody>
      </p:sp>
      <p:sp>
        <p:nvSpPr>
          <p:cNvPr id="68" name="role 4">
            <a:extLst>
              <a:ext uri="{FF2B5EF4-FFF2-40B4-BE49-F238E27FC236}">
                <a16:creationId xmlns:a16="http://schemas.microsoft.com/office/drawing/2014/main" id="{E9030E3B-9B95-4FBF-2233-89490F1AF5B0}"/>
              </a:ext>
            </a:extLst>
          </p:cNvPr>
          <p:cNvSpPr>
            <a:spLocks noGrp="1"/>
          </p:cNvSpPr>
          <p:nvPr>
            <p:ph type="body" idx="64"/>
          </p:nvPr>
        </p:nvSpPr>
        <p:spPr>
          <a:xfrm>
            <a:off x="6115328" y="2129036"/>
            <a:ext cx="1979612" cy="792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69" name="name 4">
            <a:extLst>
              <a:ext uri="{FF2B5EF4-FFF2-40B4-BE49-F238E27FC236}">
                <a16:creationId xmlns:a16="http://schemas.microsoft.com/office/drawing/2014/main" id="{44161A00-43BE-C269-836D-806038B0D335}"/>
              </a:ext>
            </a:extLst>
          </p:cNvPr>
          <p:cNvSpPr>
            <a:spLocks noGrp="1"/>
          </p:cNvSpPr>
          <p:nvPr>
            <p:ph type="body" idx="65"/>
          </p:nvPr>
        </p:nvSpPr>
        <p:spPr>
          <a:xfrm>
            <a:off x="6115328" y="1499145"/>
            <a:ext cx="1979612" cy="521689"/>
          </a:xfrm>
        </p:spPr>
        <p:txBody>
          <a:bodyPr lIns="144000" rIns="144000" anchor="b" anchorCtr="0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70" name="picture 4">
            <a:extLst>
              <a:ext uri="{FF2B5EF4-FFF2-40B4-BE49-F238E27FC236}">
                <a16:creationId xmlns:a16="http://schemas.microsoft.com/office/drawing/2014/main" id="{15F978E7-316F-2B35-EAB8-3EC1599AEF34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4525178" y="1485107"/>
            <a:ext cx="1584000" cy="1440000"/>
          </a:xfrm>
          <a:custGeom>
            <a:avLst/>
            <a:gdLst>
              <a:gd name="connsiteX0" fmla="*/ 0 w 1584000"/>
              <a:gd name="connsiteY0" fmla="*/ 125712 h 1440000"/>
              <a:gd name="connsiteX1" fmla="*/ 125712 w 1584000"/>
              <a:gd name="connsiteY1" fmla="*/ 0 h 1440000"/>
              <a:gd name="connsiteX2" fmla="*/ 1458288 w 1584000"/>
              <a:gd name="connsiteY2" fmla="*/ 0 h 1440000"/>
              <a:gd name="connsiteX3" fmla="*/ 1584000 w 1584000"/>
              <a:gd name="connsiteY3" fmla="*/ 125712 h 1440000"/>
              <a:gd name="connsiteX4" fmla="*/ 1584000 w 1584000"/>
              <a:gd name="connsiteY4" fmla="*/ 1314288 h 1440000"/>
              <a:gd name="connsiteX5" fmla="*/ 1458288 w 1584000"/>
              <a:gd name="connsiteY5" fmla="*/ 1440000 h 1440000"/>
              <a:gd name="connsiteX6" fmla="*/ 125712 w 1584000"/>
              <a:gd name="connsiteY6" fmla="*/ 1440000 h 1440000"/>
              <a:gd name="connsiteX7" fmla="*/ 0 w 1584000"/>
              <a:gd name="connsiteY7" fmla="*/ 1314288 h 1440000"/>
              <a:gd name="connsiteX8" fmla="*/ 0 w 1584000"/>
              <a:gd name="connsiteY8" fmla="*/ 125712 h 1440000"/>
              <a:gd name="connsiteX0" fmla="*/ 0 w 1612314"/>
              <a:gd name="connsiteY0" fmla="*/ 125712 h 1440000"/>
              <a:gd name="connsiteX1" fmla="*/ 125712 w 1612314"/>
              <a:gd name="connsiteY1" fmla="*/ 0 h 1440000"/>
              <a:gd name="connsiteX2" fmla="*/ 1458288 w 1612314"/>
              <a:gd name="connsiteY2" fmla="*/ 0 h 1440000"/>
              <a:gd name="connsiteX3" fmla="*/ 1584000 w 1612314"/>
              <a:gd name="connsiteY3" fmla="*/ 1314288 h 1440000"/>
              <a:gd name="connsiteX4" fmla="*/ 1458288 w 1612314"/>
              <a:gd name="connsiteY4" fmla="*/ 1440000 h 1440000"/>
              <a:gd name="connsiteX5" fmla="*/ 125712 w 1612314"/>
              <a:gd name="connsiteY5" fmla="*/ 1440000 h 1440000"/>
              <a:gd name="connsiteX6" fmla="*/ 0 w 1612314"/>
              <a:gd name="connsiteY6" fmla="*/ 1314288 h 1440000"/>
              <a:gd name="connsiteX7" fmla="*/ 0 w 1612314"/>
              <a:gd name="connsiteY7" fmla="*/ 125712 h 1440000"/>
              <a:gd name="connsiteX0" fmla="*/ 0 w 1624860"/>
              <a:gd name="connsiteY0" fmla="*/ 125712 h 1440000"/>
              <a:gd name="connsiteX1" fmla="*/ 125712 w 1624860"/>
              <a:gd name="connsiteY1" fmla="*/ 0 h 1440000"/>
              <a:gd name="connsiteX2" fmla="*/ 1458288 w 1624860"/>
              <a:gd name="connsiteY2" fmla="*/ 0 h 1440000"/>
              <a:gd name="connsiteX3" fmla="*/ 1458288 w 1624860"/>
              <a:gd name="connsiteY3" fmla="*/ 1440000 h 1440000"/>
              <a:gd name="connsiteX4" fmla="*/ 125712 w 1624860"/>
              <a:gd name="connsiteY4" fmla="*/ 1440000 h 1440000"/>
              <a:gd name="connsiteX5" fmla="*/ 0 w 1624860"/>
              <a:gd name="connsiteY5" fmla="*/ 1314288 h 1440000"/>
              <a:gd name="connsiteX6" fmla="*/ 0 w 1624860"/>
              <a:gd name="connsiteY6" fmla="*/ 125712 h 1440000"/>
              <a:gd name="connsiteX0" fmla="*/ 0 w 1666043"/>
              <a:gd name="connsiteY0" fmla="*/ 125712 h 1440000"/>
              <a:gd name="connsiteX1" fmla="*/ 125712 w 1666043"/>
              <a:gd name="connsiteY1" fmla="*/ 0 h 1440000"/>
              <a:gd name="connsiteX2" fmla="*/ 1458288 w 1666043"/>
              <a:gd name="connsiteY2" fmla="*/ 0 h 1440000"/>
              <a:gd name="connsiteX3" fmla="*/ 1458288 w 1666043"/>
              <a:gd name="connsiteY3" fmla="*/ 1440000 h 1440000"/>
              <a:gd name="connsiteX4" fmla="*/ 125712 w 1666043"/>
              <a:gd name="connsiteY4" fmla="*/ 1440000 h 1440000"/>
              <a:gd name="connsiteX5" fmla="*/ 0 w 1666043"/>
              <a:gd name="connsiteY5" fmla="*/ 1314288 h 1440000"/>
              <a:gd name="connsiteX6" fmla="*/ 0 w 1666043"/>
              <a:gd name="connsiteY6" fmla="*/ 125712 h 1440000"/>
              <a:gd name="connsiteX0" fmla="*/ 0 w 1714742"/>
              <a:gd name="connsiteY0" fmla="*/ 125712 h 1440000"/>
              <a:gd name="connsiteX1" fmla="*/ 125712 w 1714742"/>
              <a:gd name="connsiteY1" fmla="*/ 0 h 1440000"/>
              <a:gd name="connsiteX2" fmla="*/ 1458288 w 1714742"/>
              <a:gd name="connsiteY2" fmla="*/ 0 h 1440000"/>
              <a:gd name="connsiteX3" fmla="*/ 1458288 w 1714742"/>
              <a:gd name="connsiteY3" fmla="*/ 1440000 h 1440000"/>
              <a:gd name="connsiteX4" fmla="*/ 125712 w 1714742"/>
              <a:gd name="connsiteY4" fmla="*/ 1440000 h 1440000"/>
              <a:gd name="connsiteX5" fmla="*/ 0 w 1714742"/>
              <a:gd name="connsiteY5" fmla="*/ 1314288 h 1440000"/>
              <a:gd name="connsiteX6" fmla="*/ 0 w 1714742"/>
              <a:gd name="connsiteY6" fmla="*/ 125712 h 1440000"/>
              <a:gd name="connsiteX0" fmla="*/ 0 w 1556997"/>
              <a:gd name="connsiteY0" fmla="*/ 125712 h 1440000"/>
              <a:gd name="connsiteX1" fmla="*/ 125712 w 1556997"/>
              <a:gd name="connsiteY1" fmla="*/ 0 h 1440000"/>
              <a:gd name="connsiteX2" fmla="*/ 1458288 w 1556997"/>
              <a:gd name="connsiteY2" fmla="*/ 0 h 1440000"/>
              <a:gd name="connsiteX3" fmla="*/ 1458288 w 1556997"/>
              <a:gd name="connsiteY3" fmla="*/ 1440000 h 1440000"/>
              <a:gd name="connsiteX4" fmla="*/ 125712 w 1556997"/>
              <a:gd name="connsiteY4" fmla="*/ 1440000 h 1440000"/>
              <a:gd name="connsiteX5" fmla="*/ 0 w 1556997"/>
              <a:gd name="connsiteY5" fmla="*/ 1314288 h 1440000"/>
              <a:gd name="connsiteX6" fmla="*/ 0 w 1556997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125712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81867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8288" h="1440000">
                <a:moveTo>
                  <a:pt x="0" y="125712"/>
                </a:moveTo>
                <a:cubicBezTo>
                  <a:pt x="0" y="56283"/>
                  <a:pt x="12438" y="0"/>
                  <a:pt x="81867" y="0"/>
                </a:cubicBezTo>
                <a:lnTo>
                  <a:pt x="1458288" y="0"/>
                </a:lnTo>
                <a:lnTo>
                  <a:pt x="1458288" y="1440000"/>
                </a:lnTo>
                <a:lnTo>
                  <a:pt x="75290" y="1440000"/>
                </a:lnTo>
                <a:cubicBezTo>
                  <a:pt x="5861" y="1440000"/>
                  <a:pt x="0" y="1383717"/>
                  <a:pt x="0" y="1314288"/>
                </a:cubicBezTo>
                <a:lnTo>
                  <a:pt x="0" y="125712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46" name="subhead 3">
            <a:extLst>
              <a:ext uri="{FF2B5EF4-FFF2-40B4-BE49-F238E27FC236}">
                <a16:creationId xmlns:a16="http://schemas.microsoft.com/office/drawing/2014/main" id="{7FF688F4-70B6-50A4-AD86-5D144FEF5A58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542100" y="4728964"/>
            <a:ext cx="3600000" cy="1439862"/>
          </a:xfrm>
          <a:prstGeom prst="roundRect">
            <a:avLst>
              <a:gd name="adj" fmla="val 5780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en-US"/>
          </a:p>
        </p:txBody>
      </p:sp>
      <p:sp>
        <p:nvSpPr>
          <p:cNvPr id="47" name="role 3">
            <a:extLst>
              <a:ext uri="{FF2B5EF4-FFF2-40B4-BE49-F238E27FC236}">
                <a16:creationId xmlns:a16="http://schemas.microsoft.com/office/drawing/2014/main" id="{C1A1B634-40BD-DC94-9764-999523388A9D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2130150" y="5373687"/>
            <a:ext cx="1979612" cy="792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48" name="name 3">
            <a:extLst>
              <a:ext uri="{FF2B5EF4-FFF2-40B4-BE49-F238E27FC236}">
                <a16:creationId xmlns:a16="http://schemas.microsoft.com/office/drawing/2014/main" id="{6D004EA4-4D5C-4080-0B1E-EBB977117B61}"/>
              </a:ext>
            </a:extLst>
          </p:cNvPr>
          <p:cNvSpPr>
            <a:spLocks noGrp="1"/>
          </p:cNvSpPr>
          <p:nvPr>
            <p:ph type="body" idx="45"/>
          </p:nvPr>
        </p:nvSpPr>
        <p:spPr>
          <a:xfrm>
            <a:off x="2130150" y="4743797"/>
            <a:ext cx="1979612" cy="521689"/>
          </a:xfrm>
        </p:spPr>
        <p:txBody>
          <a:bodyPr lIns="144000" rIns="144000" anchor="b" anchorCtr="0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50" name="picture 3">
            <a:extLst>
              <a:ext uri="{FF2B5EF4-FFF2-40B4-BE49-F238E27FC236}">
                <a16:creationId xmlns:a16="http://schemas.microsoft.com/office/drawing/2014/main" id="{B9270468-25AD-FE20-2E07-7904EE652A91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540000" y="4729758"/>
            <a:ext cx="1584000" cy="1440000"/>
          </a:xfrm>
          <a:custGeom>
            <a:avLst/>
            <a:gdLst>
              <a:gd name="connsiteX0" fmla="*/ 0 w 1584000"/>
              <a:gd name="connsiteY0" fmla="*/ 125712 h 1440000"/>
              <a:gd name="connsiteX1" fmla="*/ 125712 w 1584000"/>
              <a:gd name="connsiteY1" fmla="*/ 0 h 1440000"/>
              <a:gd name="connsiteX2" fmla="*/ 1458288 w 1584000"/>
              <a:gd name="connsiteY2" fmla="*/ 0 h 1440000"/>
              <a:gd name="connsiteX3" fmla="*/ 1584000 w 1584000"/>
              <a:gd name="connsiteY3" fmla="*/ 125712 h 1440000"/>
              <a:gd name="connsiteX4" fmla="*/ 1584000 w 1584000"/>
              <a:gd name="connsiteY4" fmla="*/ 1314288 h 1440000"/>
              <a:gd name="connsiteX5" fmla="*/ 1458288 w 1584000"/>
              <a:gd name="connsiteY5" fmla="*/ 1440000 h 1440000"/>
              <a:gd name="connsiteX6" fmla="*/ 125712 w 1584000"/>
              <a:gd name="connsiteY6" fmla="*/ 1440000 h 1440000"/>
              <a:gd name="connsiteX7" fmla="*/ 0 w 1584000"/>
              <a:gd name="connsiteY7" fmla="*/ 1314288 h 1440000"/>
              <a:gd name="connsiteX8" fmla="*/ 0 w 1584000"/>
              <a:gd name="connsiteY8" fmla="*/ 125712 h 1440000"/>
              <a:gd name="connsiteX0" fmla="*/ 0 w 1612314"/>
              <a:gd name="connsiteY0" fmla="*/ 125712 h 1440000"/>
              <a:gd name="connsiteX1" fmla="*/ 125712 w 1612314"/>
              <a:gd name="connsiteY1" fmla="*/ 0 h 1440000"/>
              <a:gd name="connsiteX2" fmla="*/ 1458288 w 1612314"/>
              <a:gd name="connsiteY2" fmla="*/ 0 h 1440000"/>
              <a:gd name="connsiteX3" fmla="*/ 1584000 w 1612314"/>
              <a:gd name="connsiteY3" fmla="*/ 1314288 h 1440000"/>
              <a:gd name="connsiteX4" fmla="*/ 1458288 w 1612314"/>
              <a:gd name="connsiteY4" fmla="*/ 1440000 h 1440000"/>
              <a:gd name="connsiteX5" fmla="*/ 125712 w 1612314"/>
              <a:gd name="connsiteY5" fmla="*/ 1440000 h 1440000"/>
              <a:gd name="connsiteX6" fmla="*/ 0 w 1612314"/>
              <a:gd name="connsiteY6" fmla="*/ 1314288 h 1440000"/>
              <a:gd name="connsiteX7" fmla="*/ 0 w 1612314"/>
              <a:gd name="connsiteY7" fmla="*/ 125712 h 1440000"/>
              <a:gd name="connsiteX0" fmla="*/ 0 w 1624860"/>
              <a:gd name="connsiteY0" fmla="*/ 125712 h 1440000"/>
              <a:gd name="connsiteX1" fmla="*/ 125712 w 1624860"/>
              <a:gd name="connsiteY1" fmla="*/ 0 h 1440000"/>
              <a:gd name="connsiteX2" fmla="*/ 1458288 w 1624860"/>
              <a:gd name="connsiteY2" fmla="*/ 0 h 1440000"/>
              <a:gd name="connsiteX3" fmla="*/ 1458288 w 1624860"/>
              <a:gd name="connsiteY3" fmla="*/ 1440000 h 1440000"/>
              <a:gd name="connsiteX4" fmla="*/ 125712 w 1624860"/>
              <a:gd name="connsiteY4" fmla="*/ 1440000 h 1440000"/>
              <a:gd name="connsiteX5" fmla="*/ 0 w 1624860"/>
              <a:gd name="connsiteY5" fmla="*/ 1314288 h 1440000"/>
              <a:gd name="connsiteX6" fmla="*/ 0 w 1624860"/>
              <a:gd name="connsiteY6" fmla="*/ 125712 h 1440000"/>
              <a:gd name="connsiteX0" fmla="*/ 0 w 1666043"/>
              <a:gd name="connsiteY0" fmla="*/ 125712 h 1440000"/>
              <a:gd name="connsiteX1" fmla="*/ 125712 w 1666043"/>
              <a:gd name="connsiteY1" fmla="*/ 0 h 1440000"/>
              <a:gd name="connsiteX2" fmla="*/ 1458288 w 1666043"/>
              <a:gd name="connsiteY2" fmla="*/ 0 h 1440000"/>
              <a:gd name="connsiteX3" fmla="*/ 1458288 w 1666043"/>
              <a:gd name="connsiteY3" fmla="*/ 1440000 h 1440000"/>
              <a:gd name="connsiteX4" fmla="*/ 125712 w 1666043"/>
              <a:gd name="connsiteY4" fmla="*/ 1440000 h 1440000"/>
              <a:gd name="connsiteX5" fmla="*/ 0 w 1666043"/>
              <a:gd name="connsiteY5" fmla="*/ 1314288 h 1440000"/>
              <a:gd name="connsiteX6" fmla="*/ 0 w 1666043"/>
              <a:gd name="connsiteY6" fmla="*/ 125712 h 1440000"/>
              <a:gd name="connsiteX0" fmla="*/ 0 w 1714742"/>
              <a:gd name="connsiteY0" fmla="*/ 125712 h 1440000"/>
              <a:gd name="connsiteX1" fmla="*/ 125712 w 1714742"/>
              <a:gd name="connsiteY1" fmla="*/ 0 h 1440000"/>
              <a:gd name="connsiteX2" fmla="*/ 1458288 w 1714742"/>
              <a:gd name="connsiteY2" fmla="*/ 0 h 1440000"/>
              <a:gd name="connsiteX3" fmla="*/ 1458288 w 1714742"/>
              <a:gd name="connsiteY3" fmla="*/ 1440000 h 1440000"/>
              <a:gd name="connsiteX4" fmla="*/ 125712 w 1714742"/>
              <a:gd name="connsiteY4" fmla="*/ 1440000 h 1440000"/>
              <a:gd name="connsiteX5" fmla="*/ 0 w 1714742"/>
              <a:gd name="connsiteY5" fmla="*/ 1314288 h 1440000"/>
              <a:gd name="connsiteX6" fmla="*/ 0 w 1714742"/>
              <a:gd name="connsiteY6" fmla="*/ 125712 h 1440000"/>
              <a:gd name="connsiteX0" fmla="*/ 0 w 1556997"/>
              <a:gd name="connsiteY0" fmla="*/ 125712 h 1440000"/>
              <a:gd name="connsiteX1" fmla="*/ 125712 w 1556997"/>
              <a:gd name="connsiteY1" fmla="*/ 0 h 1440000"/>
              <a:gd name="connsiteX2" fmla="*/ 1458288 w 1556997"/>
              <a:gd name="connsiteY2" fmla="*/ 0 h 1440000"/>
              <a:gd name="connsiteX3" fmla="*/ 1458288 w 1556997"/>
              <a:gd name="connsiteY3" fmla="*/ 1440000 h 1440000"/>
              <a:gd name="connsiteX4" fmla="*/ 125712 w 1556997"/>
              <a:gd name="connsiteY4" fmla="*/ 1440000 h 1440000"/>
              <a:gd name="connsiteX5" fmla="*/ 0 w 1556997"/>
              <a:gd name="connsiteY5" fmla="*/ 1314288 h 1440000"/>
              <a:gd name="connsiteX6" fmla="*/ 0 w 1556997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125712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81867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8288" h="1440000">
                <a:moveTo>
                  <a:pt x="0" y="125712"/>
                </a:moveTo>
                <a:cubicBezTo>
                  <a:pt x="0" y="56283"/>
                  <a:pt x="12438" y="0"/>
                  <a:pt x="81867" y="0"/>
                </a:cubicBezTo>
                <a:lnTo>
                  <a:pt x="1458288" y="0"/>
                </a:lnTo>
                <a:lnTo>
                  <a:pt x="1458288" y="1440000"/>
                </a:lnTo>
                <a:lnTo>
                  <a:pt x="75290" y="1440000"/>
                </a:lnTo>
                <a:cubicBezTo>
                  <a:pt x="5861" y="1440000"/>
                  <a:pt x="0" y="1383717"/>
                  <a:pt x="0" y="1314288"/>
                </a:cubicBezTo>
                <a:lnTo>
                  <a:pt x="0" y="125712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51" name="subhead 2">
            <a:extLst>
              <a:ext uri="{FF2B5EF4-FFF2-40B4-BE49-F238E27FC236}">
                <a16:creationId xmlns:a16="http://schemas.microsoft.com/office/drawing/2014/main" id="{B299DAE8-5EE0-BE0F-0EB7-2E8B2289B134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542100" y="3100676"/>
            <a:ext cx="3600000" cy="1439862"/>
          </a:xfrm>
          <a:prstGeom prst="roundRect">
            <a:avLst>
              <a:gd name="adj" fmla="val 5780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en-US"/>
          </a:p>
        </p:txBody>
      </p:sp>
      <p:sp>
        <p:nvSpPr>
          <p:cNvPr id="52" name="role 2">
            <a:extLst>
              <a:ext uri="{FF2B5EF4-FFF2-40B4-BE49-F238E27FC236}">
                <a16:creationId xmlns:a16="http://schemas.microsoft.com/office/drawing/2014/main" id="{B746FD40-314C-3697-899E-05FC1C879DD5}"/>
              </a:ext>
            </a:extLst>
          </p:cNvPr>
          <p:cNvSpPr>
            <a:spLocks noGrp="1"/>
          </p:cNvSpPr>
          <p:nvPr>
            <p:ph type="body" idx="48"/>
          </p:nvPr>
        </p:nvSpPr>
        <p:spPr>
          <a:xfrm>
            <a:off x="2130150" y="3748574"/>
            <a:ext cx="1979612" cy="792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53" name="name 2">
            <a:extLst>
              <a:ext uri="{FF2B5EF4-FFF2-40B4-BE49-F238E27FC236}">
                <a16:creationId xmlns:a16="http://schemas.microsoft.com/office/drawing/2014/main" id="{93DD4974-9E07-4AF9-7BDE-52E99DCCD507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2130150" y="3111064"/>
            <a:ext cx="1979612" cy="521689"/>
          </a:xfrm>
        </p:spPr>
        <p:txBody>
          <a:bodyPr lIns="144000" rIns="144000" anchor="b" anchorCtr="0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54" name="picture 2">
            <a:extLst>
              <a:ext uri="{FF2B5EF4-FFF2-40B4-BE49-F238E27FC236}">
                <a16:creationId xmlns:a16="http://schemas.microsoft.com/office/drawing/2014/main" id="{8D77766B-F1D5-2967-9D02-8E610BEE28E5}"/>
              </a:ext>
            </a:extLst>
          </p:cNvPr>
          <p:cNvSpPr>
            <a:spLocks noGrp="1"/>
          </p:cNvSpPr>
          <p:nvPr>
            <p:ph type="pic" sz="quarter" idx="50"/>
          </p:nvPr>
        </p:nvSpPr>
        <p:spPr>
          <a:xfrm>
            <a:off x="540000" y="3100289"/>
            <a:ext cx="1584000" cy="1440000"/>
          </a:xfrm>
          <a:custGeom>
            <a:avLst/>
            <a:gdLst>
              <a:gd name="connsiteX0" fmla="*/ 0 w 1584000"/>
              <a:gd name="connsiteY0" fmla="*/ 125712 h 1440000"/>
              <a:gd name="connsiteX1" fmla="*/ 125712 w 1584000"/>
              <a:gd name="connsiteY1" fmla="*/ 0 h 1440000"/>
              <a:gd name="connsiteX2" fmla="*/ 1458288 w 1584000"/>
              <a:gd name="connsiteY2" fmla="*/ 0 h 1440000"/>
              <a:gd name="connsiteX3" fmla="*/ 1584000 w 1584000"/>
              <a:gd name="connsiteY3" fmla="*/ 125712 h 1440000"/>
              <a:gd name="connsiteX4" fmla="*/ 1584000 w 1584000"/>
              <a:gd name="connsiteY4" fmla="*/ 1314288 h 1440000"/>
              <a:gd name="connsiteX5" fmla="*/ 1458288 w 1584000"/>
              <a:gd name="connsiteY5" fmla="*/ 1440000 h 1440000"/>
              <a:gd name="connsiteX6" fmla="*/ 125712 w 1584000"/>
              <a:gd name="connsiteY6" fmla="*/ 1440000 h 1440000"/>
              <a:gd name="connsiteX7" fmla="*/ 0 w 1584000"/>
              <a:gd name="connsiteY7" fmla="*/ 1314288 h 1440000"/>
              <a:gd name="connsiteX8" fmla="*/ 0 w 1584000"/>
              <a:gd name="connsiteY8" fmla="*/ 125712 h 1440000"/>
              <a:gd name="connsiteX0" fmla="*/ 0 w 1612314"/>
              <a:gd name="connsiteY0" fmla="*/ 125712 h 1440000"/>
              <a:gd name="connsiteX1" fmla="*/ 125712 w 1612314"/>
              <a:gd name="connsiteY1" fmla="*/ 0 h 1440000"/>
              <a:gd name="connsiteX2" fmla="*/ 1458288 w 1612314"/>
              <a:gd name="connsiteY2" fmla="*/ 0 h 1440000"/>
              <a:gd name="connsiteX3" fmla="*/ 1584000 w 1612314"/>
              <a:gd name="connsiteY3" fmla="*/ 1314288 h 1440000"/>
              <a:gd name="connsiteX4" fmla="*/ 1458288 w 1612314"/>
              <a:gd name="connsiteY4" fmla="*/ 1440000 h 1440000"/>
              <a:gd name="connsiteX5" fmla="*/ 125712 w 1612314"/>
              <a:gd name="connsiteY5" fmla="*/ 1440000 h 1440000"/>
              <a:gd name="connsiteX6" fmla="*/ 0 w 1612314"/>
              <a:gd name="connsiteY6" fmla="*/ 1314288 h 1440000"/>
              <a:gd name="connsiteX7" fmla="*/ 0 w 1612314"/>
              <a:gd name="connsiteY7" fmla="*/ 125712 h 1440000"/>
              <a:gd name="connsiteX0" fmla="*/ 0 w 1624860"/>
              <a:gd name="connsiteY0" fmla="*/ 125712 h 1440000"/>
              <a:gd name="connsiteX1" fmla="*/ 125712 w 1624860"/>
              <a:gd name="connsiteY1" fmla="*/ 0 h 1440000"/>
              <a:gd name="connsiteX2" fmla="*/ 1458288 w 1624860"/>
              <a:gd name="connsiteY2" fmla="*/ 0 h 1440000"/>
              <a:gd name="connsiteX3" fmla="*/ 1458288 w 1624860"/>
              <a:gd name="connsiteY3" fmla="*/ 1440000 h 1440000"/>
              <a:gd name="connsiteX4" fmla="*/ 125712 w 1624860"/>
              <a:gd name="connsiteY4" fmla="*/ 1440000 h 1440000"/>
              <a:gd name="connsiteX5" fmla="*/ 0 w 1624860"/>
              <a:gd name="connsiteY5" fmla="*/ 1314288 h 1440000"/>
              <a:gd name="connsiteX6" fmla="*/ 0 w 1624860"/>
              <a:gd name="connsiteY6" fmla="*/ 125712 h 1440000"/>
              <a:gd name="connsiteX0" fmla="*/ 0 w 1666043"/>
              <a:gd name="connsiteY0" fmla="*/ 125712 h 1440000"/>
              <a:gd name="connsiteX1" fmla="*/ 125712 w 1666043"/>
              <a:gd name="connsiteY1" fmla="*/ 0 h 1440000"/>
              <a:gd name="connsiteX2" fmla="*/ 1458288 w 1666043"/>
              <a:gd name="connsiteY2" fmla="*/ 0 h 1440000"/>
              <a:gd name="connsiteX3" fmla="*/ 1458288 w 1666043"/>
              <a:gd name="connsiteY3" fmla="*/ 1440000 h 1440000"/>
              <a:gd name="connsiteX4" fmla="*/ 125712 w 1666043"/>
              <a:gd name="connsiteY4" fmla="*/ 1440000 h 1440000"/>
              <a:gd name="connsiteX5" fmla="*/ 0 w 1666043"/>
              <a:gd name="connsiteY5" fmla="*/ 1314288 h 1440000"/>
              <a:gd name="connsiteX6" fmla="*/ 0 w 1666043"/>
              <a:gd name="connsiteY6" fmla="*/ 125712 h 1440000"/>
              <a:gd name="connsiteX0" fmla="*/ 0 w 1714742"/>
              <a:gd name="connsiteY0" fmla="*/ 125712 h 1440000"/>
              <a:gd name="connsiteX1" fmla="*/ 125712 w 1714742"/>
              <a:gd name="connsiteY1" fmla="*/ 0 h 1440000"/>
              <a:gd name="connsiteX2" fmla="*/ 1458288 w 1714742"/>
              <a:gd name="connsiteY2" fmla="*/ 0 h 1440000"/>
              <a:gd name="connsiteX3" fmla="*/ 1458288 w 1714742"/>
              <a:gd name="connsiteY3" fmla="*/ 1440000 h 1440000"/>
              <a:gd name="connsiteX4" fmla="*/ 125712 w 1714742"/>
              <a:gd name="connsiteY4" fmla="*/ 1440000 h 1440000"/>
              <a:gd name="connsiteX5" fmla="*/ 0 w 1714742"/>
              <a:gd name="connsiteY5" fmla="*/ 1314288 h 1440000"/>
              <a:gd name="connsiteX6" fmla="*/ 0 w 1714742"/>
              <a:gd name="connsiteY6" fmla="*/ 125712 h 1440000"/>
              <a:gd name="connsiteX0" fmla="*/ 0 w 1556997"/>
              <a:gd name="connsiteY0" fmla="*/ 125712 h 1440000"/>
              <a:gd name="connsiteX1" fmla="*/ 125712 w 1556997"/>
              <a:gd name="connsiteY1" fmla="*/ 0 h 1440000"/>
              <a:gd name="connsiteX2" fmla="*/ 1458288 w 1556997"/>
              <a:gd name="connsiteY2" fmla="*/ 0 h 1440000"/>
              <a:gd name="connsiteX3" fmla="*/ 1458288 w 1556997"/>
              <a:gd name="connsiteY3" fmla="*/ 1440000 h 1440000"/>
              <a:gd name="connsiteX4" fmla="*/ 125712 w 1556997"/>
              <a:gd name="connsiteY4" fmla="*/ 1440000 h 1440000"/>
              <a:gd name="connsiteX5" fmla="*/ 0 w 1556997"/>
              <a:gd name="connsiteY5" fmla="*/ 1314288 h 1440000"/>
              <a:gd name="connsiteX6" fmla="*/ 0 w 1556997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125712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81867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8288" h="1440000">
                <a:moveTo>
                  <a:pt x="0" y="125712"/>
                </a:moveTo>
                <a:cubicBezTo>
                  <a:pt x="0" y="56283"/>
                  <a:pt x="12438" y="0"/>
                  <a:pt x="81867" y="0"/>
                </a:cubicBezTo>
                <a:lnTo>
                  <a:pt x="1458288" y="0"/>
                </a:lnTo>
                <a:lnTo>
                  <a:pt x="1458288" y="1440000"/>
                </a:lnTo>
                <a:lnTo>
                  <a:pt x="75290" y="1440000"/>
                </a:lnTo>
                <a:cubicBezTo>
                  <a:pt x="5861" y="1440000"/>
                  <a:pt x="0" y="1383717"/>
                  <a:pt x="0" y="1314288"/>
                </a:cubicBezTo>
                <a:lnTo>
                  <a:pt x="0" y="125712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55" name="subhead 1">
            <a:extLst>
              <a:ext uri="{FF2B5EF4-FFF2-40B4-BE49-F238E27FC236}">
                <a16:creationId xmlns:a16="http://schemas.microsoft.com/office/drawing/2014/main" id="{83DA22D8-9131-568E-6E2F-B7A56687533C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542100" y="1484313"/>
            <a:ext cx="3600000" cy="1439862"/>
          </a:xfrm>
          <a:prstGeom prst="roundRect">
            <a:avLst>
              <a:gd name="adj" fmla="val 5780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en-US"/>
          </a:p>
        </p:txBody>
      </p:sp>
      <p:sp>
        <p:nvSpPr>
          <p:cNvPr id="56" name="role 1">
            <a:extLst>
              <a:ext uri="{FF2B5EF4-FFF2-40B4-BE49-F238E27FC236}">
                <a16:creationId xmlns:a16="http://schemas.microsoft.com/office/drawing/2014/main" id="{4BDE1970-44C9-ADD3-EE45-3879EA6103C9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2130150" y="2129036"/>
            <a:ext cx="1979612" cy="792000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57" name="name 1">
            <a:extLst>
              <a:ext uri="{FF2B5EF4-FFF2-40B4-BE49-F238E27FC236}">
                <a16:creationId xmlns:a16="http://schemas.microsoft.com/office/drawing/2014/main" id="{9C57D439-9620-24B8-87D8-5D3533B43D0E}"/>
              </a:ext>
            </a:extLst>
          </p:cNvPr>
          <p:cNvSpPr>
            <a:spLocks noGrp="1"/>
          </p:cNvSpPr>
          <p:nvPr>
            <p:ph type="body" idx="53"/>
          </p:nvPr>
        </p:nvSpPr>
        <p:spPr>
          <a:xfrm>
            <a:off x="2130150" y="1499145"/>
            <a:ext cx="1979612" cy="521689"/>
          </a:xfrm>
        </p:spPr>
        <p:txBody>
          <a:bodyPr lIns="144000" rIns="144000" anchor="b" anchorCtr="0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58" name="picture 1">
            <a:extLst>
              <a:ext uri="{FF2B5EF4-FFF2-40B4-BE49-F238E27FC236}">
                <a16:creationId xmlns:a16="http://schemas.microsoft.com/office/drawing/2014/main" id="{9FBEFBBA-35B6-CE98-58D2-8F96D15F6FF4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0000" y="1485107"/>
            <a:ext cx="1584000" cy="1440000"/>
          </a:xfrm>
          <a:custGeom>
            <a:avLst/>
            <a:gdLst>
              <a:gd name="connsiteX0" fmla="*/ 0 w 1584000"/>
              <a:gd name="connsiteY0" fmla="*/ 125712 h 1440000"/>
              <a:gd name="connsiteX1" fmla="*/ 125712 w 1584000"/>
              <a:gd name="connsiteY1" fmla="*/ 0 h 1440000"/>
              <a:gd name="connsiteX2" fmla="*/ 1458288 w 1584000"/>
              <a:gd name="connsiteY2" fmla="*/ 0 h 1440000"/>
              <a:gd name="connsiteX3" fmla="*/ 1584000 w 1584000"/>
              <a:gd name="connsiteY3" fmla="*/ 125712 h 1440000"/>
              <a:gd name="connsiteX4" fmla="*/ 1584000 w 1584000"/>
              <a:gd name="connsiteY4" fmla="*/ 1314288 h 1440000"/>
              <a:gd name="connsiteX5" fmla="*/ 1458288 w 1584000"/>
              <a:gd name="connsiteY5" fmla="*/ 1440000 h 1440000"/>
              <a:gd name="connsiteX6" fmla="*/ 125712 w 1584000"/>
              <a:gd name="connsiteY6" fmla="*/ 1440000 h 1440000"/>
              <a:gd name="connsiteX7" fmla="*/ 0 w 1584000"/>
              <a:gd name="connsiteY7" fmla="*/ 1314288 h 1440000"/>
              <a:gd name="connsiteX8" fmla="*/ 0 w 1584000"/>
              <a:gd name="connsiteY8" fmla="*/ 125712 h 1440000"/>
              <a:gd name="connsiteX0" fmla="*/ 0 w 1612314"/>
              <a:gd name="connsiteY0" fmla="*/ 125712 h 1440000"/>
              <a:gd name="connsiteX1" fmla="*/ 125712 w 1612314"/>
              <a:gd name="connsiteY1" fmla="*/ 0 h 1440000"/>
              <a:gd name="connsiteX2" fmla="*/ 1458288 w 1612314"/>
              <a:gd name="connsiteY2" fmla="*/ 0 h 1440000"/>
              <a:gd name="connsiteX3" fmla="*/ 1584000 w 1612314"/>
              <a:gd name="connsiteY3" fmla="*/ 1314288 h 1440000"/>
              <a:gd name="connsiteX4" fmla="*/ 1458288 w 1612314"/>
              <a:gd name="connsiteY4" fmla="*/ 1440000 h 1440000"/>
              <a:gd name="connsiteX5" fmla="*/ 125712 w 1612314"/>
              <a:gd name="connsiteY5" fmla="*/ 1440000 h 1440000"/>
              <a:gd name="connsiteX6" fmla="*/ 0 w 1612314"/>
              <a:gd name="connsiteY6" fmla="*/ 1314288 h 1440000"/>
              <a:gd name="connsiteX7" fmla="*/ 0 w 1612314"/>
              <a:gd name="connsiteY7" fmla="*/ 125712 h 1440000"/>
              <a:gd name="connsiteX0" fmla="*/ 0 w 1624860"/>
              <a:gd name="connsiteY0" fmla="*/ 125712 h 1440000"/>
              <a:gd name="connsiteX1" fmla="*/ 125712 w 1624860"/>
              <a:gd name="connsiteY1" fmla="*/ 0 h 1440000"/>
              <a:gd name="connsiteX2" fmla="*/ 1458288 w 1624860"/>
              <a:gd name="connsiteY2" fmla="*/ 0 h 1440000"/>
              <a:gd name="connsiteX3" fmla="*/ 1458288 w 1624860"/>
              <a:gd name="connsiteY3" fmla="*/ 1440000 h 1440000"/>
              <a:gd name="connsiteX4" fmla="*/ 125712 w 1624860"/>
              <a:gd name="connsiteY4" fmla="*/ 1440000 h 1440000"/>
              <a:gd name="connsiteX5" fmla="*/ 0 w 1624860"/>
              <a:gd name="connsiteY5" fmla="*/ 1314288 h 1440000"/>
              <a:gd name="connsiteX6" fmla="*/ 0 w 1624860"/>
              <a:gd name="connsiteY6" fmla="*/ 125712 h 1440000"/>
              <a:gd name="connsiteX0" fmla="*/ 0 w 1666043"/>
              <a:gd name="connsiteY0" fmla="*/ 125712 h 1440000"/>
              <a:gd name="connsiteX1" fmla="*/ 125712 w 1666043"/>
              <a:gd name="connsiteY1" fmla="*/ 0 h 1440000"/>
              <a:gd name="connsiteX2" fmla="*/ 1458288 w 1666043"/>
              <a:gd name="connsiteY2" fmla="*/ 0 h 1440000"/>
              <a:gd name="connsiteX3" fmla="*/ 1458288 w 1666043"/>
              <a:gd name="connsiteY3" fmla="*/ 1440000 h 1440000"/>
              <a:gd name="connsiteX4" fmla="*/ 125712 w 1666043"/>
              <a:gd name="connsiteY4" fmla="*/ 1440000 h 1440000"/>
              <a:gd name="connsiteX5" fmla="*/ 0 w 1666043"/>
              <a:gd name="connsiteY5" fmla="*/ 1314288 h 1440000"/>
              <a:gd name="connsiteX6" fmla="*/ 0 w 1666043"/>
              <a:gd name="connsiteY6" fmla="*/ 125712 h 1440000"/>
              <a:gd name="connsiteX0" fmla="*/ 0 w 1714742"/>
              <a:gd name="connsiteY0" fmla="*/ 125712 h 1440000"/>
              <a:gd name="connsiteX1" fmla="*/ 125712 w 1714742"/>
              <a:gd name="connsiteY1" fmla="*/ 0 h 1440000"/>
              <a:gd name="connsiteX2" fmla="*/ 1458288 w 1714742"/>
              <a:gd name="connsiteY2" fmla="*/ 0 h 1440000"/>
              <a:gd name="connsiteX3" fmla="*/ 1458288 w 1714742"/>
              <a:gd name="connsiteY3" fmla="*/ 1440000 h 1440000"/>
              <a:gd name="connsiteX4" fmla="*/ 125712 w 1714742"/>
              <a:gd name="connsiteY4" fmla="*/ 1440000 h 1440000"/>
              <a:gd name="connsiteX5" fmla="*/ 0 w 1714742"/>
              <a:gd name="connsiteY5" fmla="*/ 1314288 h 1440000"/>
              <a:gd name="connsiteX6" fmla="*/ 0 w 1714742"/>
              <a:gd name="connsiteY6" fmla="*/ 125712 h 1440000"/>
              <a:gd name="connsiteX0" fmla="*/ 0 w 1556997"/>
              <a:gd name="connsiteY0" fmla="*/ 125712 h 1440000"/>
              <a:gd name="connsiteX1" fmla="*/ 125712 w 1556997"/>
              <a:gd name="connsiteY1" fmla="*/ 0 h 1440000"/>
              <a:gd name="connsiteX2" fmla="*/ 1458288 w 1556997"/>
              <a:gd name="connsiteY2" fmla="*/ 0 h 1440000"/>
              <a:gd name="connsiteX3" fmla="*/ 1458288 w 1556997"/>
              <a:gd name="connsiteY3" fmla="*/ 1440000 h 1440000"/>
              <a:gd name="connsiteX4" fmla="*/ 125712 w 1556997"/>
              <a:gd name="connsiteY4" fmla="*/ 1440000 h 1440000"/>
              <a:gd name="connsiteX5" fmla="*/ 0 w 1556997"/>
              <a:gd name="connsiteY5" fmla="*/ 1314288 h 1440000"/>
              <a:gd name="connsiteX6" fmla="*/ 0 w 1556997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125712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125712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  <a:gd name="connsiteX0" fmla="*/ 0 w 1458288"/>
              <a:gd name="connsiteY0" fmla="*/ 125712 h 1440000"/>
              <a:gd name="connsiteX1" fmla="*/ 81867 w 1458288"/>
              <a:gd name="connsiteY1" fmla="*/ 0 h 1440000"/>
              <a:gd name="connsiteX2" fmla="*/ 1458288 w 1458288"/>
              <a:gd name="connsiteY2" fmla="*/ 0 h 1440000"/>
              <a:gd name="connsiteX3" fmla="*/ 1458288 w 1458288"/>
              <a:gd name="connsiteY3" fmla="*/ 1440000 h 1440000"/>
              <a:gd name="connsiteX4" fmla="*/ 75290 w 1458288"/>
              <a:gd name="connsiteY4" fmla="*/ 1440000 h 1440000"/>
              <a:gd name="connsiteX5" fmla="*/ 0 w 1458288"/>
              <a:gd name="connsiteY5" fmla="*/ 1314288 h 1440000"/>
              <a:gd name="connsiteX6" fmla="*/ 0 w 1458288"/>
              <a:gd name="connsiteY6" fmla="*/ 125712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58288" h="1440000">
                <a:moveTo>
                  <a:pt x="0" y="125712"/>
                </a:moveTo>
                <a:cubicBezTo>
                  <a:pt x="0" y="56283"/>
                  <a:pt x="12438" y="0"/>
                  <a:pt x="81867" y="0"/>
                </a:cubicBezTo>
                <a:lnTo>
                  <a:pt x="1458288" y="0"/>
                </a:lnTo>
                <a:lnTo>
                  <a:pt x="1458288" y="1440000"/>
                </a:lnTo>
                <a:lnTo>
                  <a:pt x="75290" y="1440000"/>
                </a:lnTo>
                <a:cubicBezTo>
                  <a:pt x="5861" y="1440000"/>
                  <a:pt x="0" y="1383717"/>
                  <a:pt x="0" y="1314288"/>
                </a:cubicBezTo>
                <a:lnTo>
                  <a:pt x="0" y="125712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7" name="title">
            <a:extLst>
              <a:ext uri="{FF2B5EF4-FFF2-40B4-BE49-F238E27FC236}">
                <a16:creationId xmlns:a16="http://schemas.microsoft.com/office/drawing/2014/main" id="{4E344807-457D-3CED-9971-F478B70A6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/>
          </a:p>
        </p:txBody>
      </p:sp>
      <p:sp>
        <p:nvSpPr>
          <p:cNvPr id="4" name="navigation">
            <a:extLst>
              <a:ext uri="{FF2B5EF4-FFF2-40B4-BE49-F238E27FC236}">
                <a16:creationId xmlns:a16="http://schemas.microsoft.com/office/drawing/2014/main" id="{3CCF9C9E-CC68-9C72-1637-DC78701B6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0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 049 : team : 8 pictures : 8 names + ro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">
            <a:extLst>
              <a:ext uri="{FF2B5EF4-FFF2-40B4-BE49-F238E27FC236}">
                <a16:creationId xmlns:a16="http://schemas.microsoft.com/office/drawing/2014/main" id="{BFE64E29-7CD5-4375-8CC6-67F88FF8C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45" name="footer">
            <a:extLst>
              <a:ext uri="{FF2B5EF4-FFF2-40B4-BE49-F238E27FC236}">
                <a16:creationId xmlns:a16="http://schemas.microsoft.com/office/drawing/2014/main" id="{47FF2C98-89C2-049B-2264-7381416C8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46" name="date">
            <a:extLst>
              <a:ext uri="{FF2B5EF4-FFF2-40B4-BE49-F238E27FC236}">
                <a16:creationId xmlns:a16="http://schemas.microsoft.com/office/drawing/2014/main" id="{E5D7A60A-319A-B603-01C5-CB1B6D257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3" name="shadow 8">
            <a:extLst>
              <a:ext uri="{FF2B5EF4-FFF2-40B4-BE49-F238E27FC236}">
                <a16:creationId xmlns:a16="http://schemas.microsoft.com/office/drawing/2014/main" id="{CE02D8CB-EE4E-1691-934F-B881E6F65587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9114072" y="3933449"/>
            <a:ext cx="2520000" cy="2232000"/>
          </a:xfrm>
          <a:prstGeom prst="roundRect">
            <a:avLst>
              <a:gd name="adj" fmla="val 2527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31" name="role 8">
            <a:extLst>
              <a:ext uri="{FF2B5EF4-FFF2-40B4-BE49-F238E27FC236}">
                <a16:creationId xmlns:a16="http://schemas.microsoft.com/office/drawing/2014/main" id="{302AB1C0-479A-FBFB-9955-F8FEBE62F170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115977" y="5707891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32" name="name 8">
            <a:extLst>
              <a:ext uri="{FF2B5EF4-FFF2-40B4-BE49-F238E27FC236}">
                <a16:creationId xmlns:a16="http://schemas.microsoft.com/office/drawing/2014/main" id="{94859EF9-9A41-580A-9F10-2BACF1F685FE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115977" y="5326097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53" name="picture 8">
            <a:extLst>
              <a:ext uri="{FF2B5EF4-FFF2-40B4-BE49-F238E27FC236}">
                <a16:creationId xmlns:a16="http://schemas.microsoft.com/office/drawing/2014/main" id="{FE543985-DC92-083A-617A-9FC05C614B4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9114072" y="3930913"/>
            <a:ext cx="2520000" cy="1260000"/>
          </a:xfrm>
          <a:prstGeom prst="round2SameRect">
            <a:avLst>
              <a:gd name="adj1" fmla="val 4885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37" name="shadow 7">
            <a:extLst>
              <a:ext uri="{FF2B5EF4-FFF2-40B4-BE49-F238E27FC236}">
                <a16:creationId xmlns:a16="http://schemas.microsoft.com/office/drawing/2014/main" id="{2C969293-E19E-E84A-FED1-CD886368A36F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6254609" y="3933449"/>
            <a:ext cx="2520000" cy="2232000"/>
          </a:xfrm>
          <a:prstGeom prst="roundRect">
            <a:avLst>
              <a:gd name="adj" fmla="val 297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35" name="role 7">
            <a:extLst>
              <a:ext uri="{FF2B5EF4-FFF2-40B4-BE49-F238E27FC236}">
                <a16:creationId xmlns:a16="http://schemas.microsoft.com/office/drawing/2014/main" id="{5F4DB279-E952-57B0-ABF3-55F96BC5C067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6257318" y="5707891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36" name="name 7">
            <a:extLst>
              <a:ext uri="{FF2B5EF4-FFF2-40B4-BE49-F238E27FC236}">
                <a16:creationId xmlns:a16="http://schemas.microsoft.com/office/drawing/2014/main" id="{10CF9B7A-17B4-319D-3918-781E07C7378D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257318" y="5326097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54" name="picture 7">
            <a:extLst>
              <a:ext uri="{FF2B5EF4-FFF2-40B4-BE49-F238E27FC236}">
                <a16:creationId xmlns:a16="http://schemas.microsoft.com/office/drawing/2014/main" id="{D7B201F6-D373-C243-C95A-AE686BB29E52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6254989" y="3930913"/>
            <a:ext cx="2520000" cy="1260000"/>
          </a:xfrm>
          <a:prstGeom prst="round2SameRect">
            <a:avLst>
              <a:gd name="adj1" fmla="val 5678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47" name="shadow 6">
            <a:extLst>
              <a:ext uri="{FF2B5EF4-FFF2-40B4-BE49-F238E27FC236}">
                <a16:creationId xmlns:a16="http://schemas.microsoft.com/office/drawing/2014/main" id="{B89B5AF9-A957-3B6C-581A-8F95971D3938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3395147" y="3933449"/>
            <a:ext cx="2520000" cy="2232000"/>
          </a:xfrm>
          <a:prstGeom prst="roundRect">
            <a:avLst>
              <a:gd name="adj" fmla="val 297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39" name="role 6">
            <a:extLst>
              <a:ext uri="{FF2B5EF4-FFF2-40B4-BE49-F238E27FC236}">
                <a16:creationId xmlns:a16="http://schemas.microsoft.com/office/drawing/2014/main" id="{203BD5BF-8449-0025-8A80-DDE84CE07B14}"/>
              </a:ext>
            </a:extLst>
          </p:cNvPr>
          <p:cNvSpPr>
            <a:spLocks noGrp="1"/>
          </p:cNvSpPr>
          <p:nvPr>
            <p:ph type="body" idx="36"/>
          </p:nvPr>
        </p:nvSpPr>
        <p:spPr>
          <a:xfrm>
            <a:off x="3398659" y="5707891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40" name="name 6">
            <a:extLst>
              <a:ext uri="{FF2B5EF4-FFF2-40B4-BE49-F238E27FC236}">
                <a16:creationId xmlns:a16="http://schemas.microsoft.com/office/drawing/2014/main" id="{ACECDBA1-8A88-7944-D598-139FE427F701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3398659" y="5326097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55" name="picture 6">
            <a:extLst>
              <a:ext uri="{FF2B5EF4-FFF2-40B4-BE49-F238E27FC236}">
                <a16:creationId xmlns:a16="http://schemas.microsoft.com/office/drawing/2014/main" id="{0E114193-8E73-4897-A653-36FD8C35AE58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3395907" y="3930913"/>
            <a:ext cx="2520000" cy="1260000"/>
          </a:xfrm>
          <a:prstGeom prst="round2SameRect">
            <a:avLst>
              <a:gd name="adj1" fmla="val 5149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48" name="shadow 5">
            <a:extLst>
              <a:ext uri="{FF2B5EF4-FFF2-40B4-BE49-F238E27FC236}">
                <a16:creationId xmlns:a16="http://schemas.microsoft.com/office/drawing/2014/main" id="{206FC9E8-4051-5E3E-9501-DF6293AB8474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535685" y="3933449"/>
            <a:ext cx="2520000" cy="223200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endParaRPr lang="de-DE" dirty="0"/>
          </a:p>
        </p:txBody>
      </p:sp>
      <p:sp>
        <p:nvSpPr>
          <p:cNvPr id="43" name="role 5">
            <a:extLst>
              <a:ext uri="{FF2B5EF4-FFF2-40B4-BE49-F238E27FC236}">
                <a16:creationId xmlns:a16="http://schemas.microsoft.com/office/drawing/2014/main" id="{D5C6B1F8-8A43-2891-A841-B8196814AE91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540000" y="5707891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44" name="name 5">
            <a:extLst>
              <a:ext uri="{FF2B5EF4-FFF2-40B4-BE49-F238E27FC236}">
                <a16:creationId xmlns:a16="http://schemas.microsoft.com/office/drawing/2014/main" id="{C43C94EF-9938-02E0-25BA-5684E24AE185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540000" y="5326097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56" name="picture 5">
            <a:extLst>
              <a:ext uri="{FF2B5EF4-FFF2-40B4-BE49-F238E27FC236}">
                <a16:creationId xmlns:a16="http://schemas.microsoft.com/office/drawing/2014/main" id="{6F786FDB-E1E7-1ACD-4A4E-08623F94889B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536825" y="3930913"/>
            <a:ext cx="2520000" cy="1260000"/>
          </a:xfrm>
          <a:prstGeom prst="round2SameRect">
            <a:avLst>
              <a:gd name="adj1" fmla="val 4412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5" name="shadow 4">
            <a:extLst>
              <a:ext uri="{FF2B5EF4-FFF2-40B4-BE49-F238E27FC236}">
                <a16:creationId xmlns:a16="http://schemas.microsoft.com/office/drawing/2014/main" id="{C37FBB49-C504-1527-FCF9-7857444DDD05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9114072" y="1475999"/>
            <a:ext cx="2520000" cy="2232000"/>
          </a:xfrm>
          <a:prstGeom prst="roundRect">
            <a:avLst>
              <a:gd name="adj" fmla="val 2459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28" name="role 4">
            <a:extLst>
              <a:ext uri="{FF2B5EF4-FFF2-40B4-BE49-F238E27FC236}">
                <a16:creationId xmlns:a16="http://schemas.microsoft.com/office/drawing/2014/main" id="{1C2FB319-5890-BA63-6178-46B4E15CC6B5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9115977" y="3233091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7" name="name 4">
            <a:extLst>
              <a:ext uri="{FF2B5EF4-FFF2-40B4-BE49-F238E27FC236}">
                <a16:creationId xmlns:a16="http://schemas.microsoft.com/office/drawing/2014/main" id="{0BF8F20A-36F1-9E35-92E4-4231E9BCA137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9115977" y="2859955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52" name="picture 4">
            <a:extLst>
              <a:ext uri="{FF2B5EF4-FFF2-40B4-BE49-F238E27FC236}">
                <a16:creationId xmlns:a16="http://schemas.microsoft.com/office/drawing/2014/main" id="{8FB95CED-E691-EF01-3183-29E849E53CBF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9114072" y="1466475"/>
            <a:ext cx="2520000" cy="1260000"/>
          </a:xfrm>
          <a:prstGeom prst="round2SameRect">
            <a:avLst>
              <a:gd name="adj1" fmla="val 6044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8" name="shadow 3">
            <a:extLst>
              <a:ext uri="{FF2B5EF4-FFF2-40B4-BE49-F238E27FC236}">
                <a16:creationId xmlns:a16="http://schemas.microsoft.com/office/drawing/2014/main" id="{67F5FF9F-35C7-E899-B908-8C65E1D9A7CE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6254609" y="1475999"/>
            <a:ext cx="2520000" cy="2232000"/>
          </a:xfrm>
          <a:prstGeom prst="roundRect">
            <a:avLst>
              <a:gd name="adj" fmla="val 2371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26" name="role 3">
            <a:extLst>
              <a:ext uri="{FF2B5EF4-FFF2-40B4-BE49-F238E27FC236}">
                <a16:creationId xmlns:a16="http://schemas.microsoft.com/office/drawing/2014/main" id="{B033DFCB-CBEB-03FF-0E21-D4A348D757B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257318" y="3233091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5" name="name 3">
            <a:extLst>
              <a:ext uri="{FF2B5EF4-FFF2-40B4-BE49-F238E27FC236}">
                <a16:creationId xmlns:a16="http://schemas.microsoft.com/office/drawing/2014/main" id="{5340354E-C2CE-F1A0-1324-B12089FC1EF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257318" y="2859955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51" name="picture 3">
            <a:extLst>
              <a:ext uri="{FF2B5EF4-FFF2-40B4-BE49-F238E27FC236}">
                <a16:creationId xmlns:a16="http://schemas.microsoft.com/office/drawing/2014/main" id="{189C04D2-384C-DB08-7CAC-6159B9814DA2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254989" y="1466475"/>
            <a:ext cx="2520000" cy="1260000"/>
          </a:xfrm>
          <a:prstGeom prst="round2SameRect">
            <a:avLst>
              <a:gd name="adj1" fmla="val 5937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9" name="shadow 2">
            <a:extLst>
              <a:ext uri="{FF2B5EF4-FFF2-40B4-BE49-F238E27FC236}">
                <a16:creationId xmlns:a16="http://schemas.microsoft.com/office/drawing/2014/main" id="{0E1E2AB0-A082-BB6D-6FCB-7D13387F22E5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395147" y="1475999"/>
            <a:ext cx="2520000" cy="2232000"/>
          </a:xfrm>
          <a:prstGeom prst="roundRect">
            <a:avLst>
              <a:gd name="adj" fmla="val 2562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22" name="role 2">
            <a:extLst>
              <a:ext uri="{FF2B5EF4-FFF2-40B4-BE49-F238E27FC236}">
                <a16:creationId xmlns:a16="http://schemas.microsoft.com/office/drawing/2014/main" id="{6A83C635-5C0F-6FD4-9E16-8447B102CB65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3398659" y="3233091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1" name="name 2">
            <a:extLst>
              <a:ext uri="{FF2B5EF4-FFF2-40B4-BE49-F238E27FC236}">
                <a16:creationId xmlns:a16="http://schemas.microsoft.com/office/drawing/2014/main" id="{C918C1F2-8374-4EF1-70F3-0489E4D2FDD9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3398659" y="2859955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50" name="picture 2">
            <a:extLst>
              <a:ext uri="{FF2B5EF4-FFF2-40B4-BE49-F238E27FC236}">
                <a16:creationId xmlns:a16="http://schemas.microsoft.com/office/drawing/2014/main" id="{7ABAA453-41F6-B98E-4A46-C25B0129C76E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3395907" y="1466475"/>
            <a:ext cx="2520000" cy="1260000"/>
          </a:xfrm>
          <a:prstGeom prst="round2SameRect">
            <a:avLst>
              <a:gd name="adj1" fmla="val 656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10" name="shadow 1">
            <a:extLst>
              <a:ext uri="{FF2B5EF4-FFF2-40B4-BE49-F238E27FC236}">
                <a16:creationId xmlns:a16="http://schemas.microsoft.com/office/drawing/2014/main" id="{0BF10A86-70B2-E1FC-7420-E2711F121092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535685" y="1475999"/>
            <a:ext cx="2520000" cy="2232000"/>
          </a:xfrm>
          <a:prstGeom prst="roundRect">
            <a:avLst>
              <a:gd name="adj" fmla="val 2546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19" name="role 1">
            <a:extLst>
              <a:ext uri="{FF2B5EF4-FFF2-40B4-BE49-F238E27FC236}">
                <a16:creationId xmlns:a16="http://schemas.microsoft.com/office/drawing/2014/main" id="{90DF335A-A9AE-D9DB-0BAF-E0C176A8BD4F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540000" y="3233091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none" spc="0" baseline="0">
                <a:latin typeface="+mn-lt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8" name="name 1">
            <a:extLst>
              <a:ext uri="{FF2B5EF4-FFF2-40B4-BE49-F238E27FC236}">
                <a16:creationId xmlns:a16="http://schemas.microsoft.com/office/drawing/2014/main" id="{26D9C5D7-7E8C-31A1-71FF-876D8770D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859955"/>
            <a:ext cx="2520000" cy="347662"/>
          </a:xfrm>
        </p:spPr>
        <p:txBody>
          <a:bodyPr lIns="144000" rIns="144000" anchor="t"/>
          <a:lstStyle>
            <a:lvl1pPr marL="0" indent="0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10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12" name="picture 1">
            <a:extLst>
              <a:ext uri="{FF2B5EF4-FFF2-40B4-BE49-F238E27FC236}">
                <a16:creationId xmlns:a16="http://schemas.microsoft.com/office/drawing/2014/main" id="{6D4F5E74-E4BC-26A1-6B3C-B5941695269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6825" y="1466475"/>
            <a:ext cx="2520000" cy="1260000"/>
          </a:xfrm>
          <a:prstGeom prst="round2SameRect">
            <a:avLst>
              <a:gd name="adj1" fmla="val 5497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/>
          <a:p>
            <a:endParaRPr lang="en-DE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3754094-CFF9-5176-ADA0-C7C302BF1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/>
          </a:p>
        </p:txBody>
      </p:sp>
      <p:sp>
        <p:nvSpPr>
          <p:cNvPr id="6" name="navigation">
            <a:extLst>
              <a:ext uri="{FF2B5EF4-FFF2-40B4-BE49-F238E27FC236}">
                <a16:creationId xmlns:a16="http://schemas.microsoft.com/office/drawing/2014/main" id="{75F76F83-6FC3-B42E-212E-DBFA812FBD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353452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49 : team : 10 pictures : 10 names and ro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806DED45-4BC7-C6F5-F26F-6CD59EA5B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B32839BA-2D56-A01B-FE5C-F161B6335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50109232-4643-9278-B176-335653E00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45" name="subhead 10">
            <a:extLst>
              <a:ext uri="{FF2B5EF4-FFF2-40B4-BE49-F238E27FC236}">
                <a16:creationId xmlns:a16="http://schemas.microsoft.com/office/drawing/2014/main" id="{8957E92F-7A0C-9DA0-B1B4-1D48E0407229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9646450" y="3866790"/>
            <a:ext cx="1980000" cy="2340000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sz="1000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9" name="name 10">
            <a:extLst>
              <a:ext uri="{FF2B5EF4-FFF2-40B4-BE49-F238E27FC236}">
                <a16:creationId xmlns:a16="http://schemas.microsoft.com/office/drawing/2014/main" id="{27047879-F9F7-2872-9C2E-F1F200F924F8}"/>
              </a:ext>
            </a:extLst>
          </p:cNvPr>
          <p:cNvSpPr>
            <a:spLocks noGrp="1"/>
          </p:cNvSpPr>
          <p:nvPr>
            <p:ph type="body" idx="66"/>
          </p:nvPr>
        </p:nvSpPr>
        <p:spPr>
          <a:xfrm>
            <a:off x="9648388" y="5677081"/>
            <a:ext cx="1979612" cy="504013"/>
          </a:xfrm>
        </p:spPr>
        <p:txBody>
          <a:bodyPr lIns="72000" tIns="36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picture 10">
            <a:extLst>
              <a:ext uri="{FF2B5EF4-FFF2-40B4-BE49-F238E27FC236}">
                <a16:creationId xmlns:a16="http://schemas.microsoft.com/office/drawing/2014/main" id="{EC18869E-E982-5D79-087B-724D004A747E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648000" y="3866790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r>
              <a:rPr lang="en-US" dirty="0"/>
              <a:t>Click icon to add picture</a:t>
            </a:r>
            <a:endParaRPr lang="en-DE" dirty="0"/>
          </a:p>
        </p:txBody>
      </p:sp>
      <p:sp>
        <p:nvSpPr>
          <p:cNvPr id="48" name="subhead 9">
            <a:extLst>
              <a:ext uri="{FF2B5EF4-FFF2-40B4-BE49-F238E27FC236}">
                <a16:creationId xmlns:a16="http://schemas.microsoft.com/office/drawing/2014/main" id="{65E03170-F9E5-1619-0F10-4D068D8BD7E2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7371000" y="3866790"/>
            <a:ext cx="1980000" cy="2340000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8" name="name 9">
            <a:extLst>
              <a:ext uri="{FF2B5EF4-FFF2-40B4-BE49-F238E27FC236}">
                <a16:creationId xmlns:a16="http://schemas.microsoft.com/office/drawing/2014/main" id="{90130C27-71B2-C794-5113-2FA38F78A43E}"/>
              </a:ext>
            </a:extLst>
          </p:cNvPr>
          <p:cNvSpPr>
            <a:spLocks noGrp="1"/>
          </p:cNvSpPr>
          <p:nvPr>
            <p:ph type="body" idx="65"/>
          </p:nvPr>
        </p:nvSpPr>
        <p:spPr>
          <a:xfrm>
            <a:off x="7371291" y="5677081"/>
            <a:ext cx="1979612" cy="504013"/>
          </a:xfrm>
        </p:spPr>
        <p:txBody>
          <a:bodyPr lIns="72000" tIns="36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picture 9">
            <a:extLst>
              <a:ext uri="{FF2B5EF4-FFF2-40B4-BE49-F238E27FC236}">
                <a16:creationId xmlns:a16="http://schemas.microsoft.com/office/drawing/2014/main" id="{F943581A-6A0C-2A69-8023-6EA401B1F863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7371000" y="3866790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r>
              <a:rPr lang="en-US" dirty="0"/>
              <a:t>Click icon to add picture</a:t>
            </a:r>
            <a:endParaRPr lang="en-DE" dirty="0"/>
          </a:p>
        </p:txBody>
      </p:sp>
      <p:sp>
        <p:nvSpPr>
          <p:cNvPr id="44" name="subhead 8">
            <a:extLst>
              <a:ext uri="{FF2B5EF4-FFF2-40B4-BE49-F238E27FC236}">
                <a16:creationId xmlns:a16="http://schemas.microsoft.com/office/drawing/2014/main" id="{10F2B6D7-27A0-BDC4-C4E9-ED5BFFC6DD20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5094000" y="3866790"/>
            <a:ext cx="1980000" cy="2340000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7" name="name 8">
            <a:extLst>
              <a:ext uri="{FF2B5EF4-FFF2-40B4-BE49-F238E27FC236}">
                <a16:creationId xmlns:a16="http://schemas.microsoft.com/office/drawing/2014/main" id="{A20CF480-6BF1-87A3-3003-EE02D6AFB122}"/>
              </a:ext>
            </a:extLst>
          </p:cNvPr>
          <p:cNvSpPr>
            <a:spLocks noGrp="1"/>
          </p:cNvSpPr>
          <p:nvPr>
            <p:ph type="body" idx="64"/>
          </p:nvPr>
        </p:nvSpPr>
        <p:spPr>
          <a:xfrm>
            <a:off x="5094194" y="5677081"/>
            <a:ext cx="1979612" cy="504013"/>
          </a:xfrm>
        </p:spPr>
        <p:txBody>
          <a:bodyPr lIns="72000" tIns="36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picture 8">
            <a:extLst>
              <a:ext uri="{FF2B5EF4-FFF2-40B4-BE49-F238E27FC236}">
                <a16:creationId xmlns:a16="http://schemas.microsoft.com/office/drawing/2014/main" id="{F6FBD914-B2F5-C584-28FA-647A394B21FA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5094000" y="3866790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r>
              <a:rPr lang="en-US" dirty="0"/>
              <a:t>Click icon to add picture</a:t>
            </a:r>
            <a:endParaRPr lang="en-DE" dirty="0"/>
          </a:p>
        </p:txBody>
      </p:sp>
      <p:sp>
        <p:nvSpPr>
          <p:cNvPr id="54" name="subhead 7">
            <a:extLst>
              <a:ext uri="{FF2B5EF4-FFF2-40B4-BE49-F238E27FC236}">
                <a16:creationId xmlns:a16="http://schemas.microsoft.com/office/drawing/2014/main" id="{6EB985DA-AEA0-4EF0-1956-1FBE342133AF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2815837" y="3866790"/>
            <a:ext cx="1980000" cy="2340000"/>
          </a:xfrm>
          <a:prstGeom prst="roundRect">
            <a:avLst>
              <a:gd name="adj" fmla="val 6999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6" name="name 7">
            <a:extLst>
              <a:ext uri="{FF2B5EF4-FFF2-40B4-BE49-F238E27FC236}">
                <a16:creationId xmlns:a16="http://schemas.microsoft.com/office/drawing/2014/main" id="{877EBBC0-DE1D-67E8-6883-6E9EB7DE2991}"/>
              </a:ext>
            </a:extLst>
          </p:cNvPr>
          <p:cNvSpPr>
            <a:spLocks noGrp="1"/>
          </p:cNvSpPr>
          <p:nvPr>
            <p:ph type="body" idx="63"/>
          </p:nvPr>
        </p:nvSpPr>
        <p:spPr>
          <a:xfrm>
            <a:off x="2817097" y="5677081"/>
            <a:ext cx="1979612" cy="504013"/>
          </a:xfrm>
        </p:spPr>
        <p:txBody>
          <a:bodyPr lIns="72000" tIns="36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picture 7">
            <a:extLst>
              <a:ext uri="{FF2B5EF4-FFF2-40B4-BE49-F238E27FC236}">
                <a16:creationId xmlns:a16="http://schemas.microsoft.com/office/drawing/2014/main" id="{EE7F0AB1-E05B-05AF-441F-57143F9E8307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2817000" y="3866790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r>
              <a:rPr lang="en-US" dirty="0"/>
              <a:t>Click icon to add picture</a:t>
            </a:r>
            <a:endParaRPr lang="en-DE" dirty="0"/>
          </a:p>
        </p:txBody>
      </p:sp>
      <p:sp>
        <p:nvSpPr>
          <p:cNvPr id="57" name="subhead 6">
            <a:extLst>
              <a:ext uri="{FF2B5EF4-FFF2-40B4-BE49-F238E27FC236}">
                <a16:creationId xmlns:a16="http://schemas.microsoft.com/office/drawing/2014/main" id="{7A6C631D-2249-4968-A022-EE350F875421}"/>
              </a:ext>
            </a:extLst>
          </p:cNvPr>
          <p:cNvSpPr>
            <a:spLocks noGrp="1"/>
          </p:cNvSpPr>
          <p:nvPr>
            <p:ph type="body" idx="55"/>
          </p:nvPr>
        </p:nvSpPr>
        <p:spPr>
          <a:xfrm>
            <a:off x="540000" y="3866790"/>
            <a:ext cx="1980000" cy="2340000"/>
          </a:xfrm>
          <a:prstGeom prst="roundRect">
            <a:avLst>
              <a:gd name="adj" fmla="val 5284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5" name="name 6">
            <a:extLst>
              <a:ext uri="{FF2B5EF4-FFF2-40B4-BE49-F238E27FC236}">
                <a16:creationId xmlns:a16="http://schemas.microsoft.com/office/drawing/2014/main" id="{A5E7A693-8355-9728-17E9-8AEBA527FE40}"/>
              </a:ext>
            </a:extLst>
          </p:cNvPr>
          <p:cNvSpPr>
            <a:spLocks noGrp="1"/>
          </p:cNvSpPr>
          <p:nvPr>
            <p:ph type="body" idx="62"/>
          </p:nvPr>
        </p:nvSpPr>
        <p:spPr>
          <a:xfrm>
            <a:off x="540000" y="5677081"/>
            <a:ext cx="1979612" cy="504013"/>
          </a:xfrm>
        </p:spPr>
        <p:txBody>
          <a:bodyPr lIns="72000" tIns="36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picture 6">
            <a:extLst>
              <a:ext uri="{FF2B5EF4-FFF2-40B4-BE49-F238E27FC236}">
                <a16:creationId xmlns:a16="http://schemas.microsoft.com/office/drawing/2014/main" id="{1E31FE22-7ACE-8653-7688-4621FE8720EF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540000" y="3866790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r>
              <a:rPr lang="en-US" dirty="0"/>
              <a:t>Click icon to add picture</a:t>
            </a:r>
            <a:endParaRPr lang="en-DE" dirty="0"/>
          </a:p>
        </p:txBody>
      </p:sp>
      <p:sp>
        <p:nvSpPr>
          <p:cNvPr id="6" name="subhead 5">
            <a:extLst>
              <a:ext uri="{FF2B5EF4-FFF2-40B4-BE49-F238E27FC236}">
                <a16:creationId xmlns:a16="http://schemas.microsoft.com/office/drawing/2014/main" id="{4E1C1AAF-A0BE-06A6-F614-641D5BEB518A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646450" y="1483651"/>
            <a:ext cx="1980000" cy="2340000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sz="1000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4" name="name 5">
            <a:extLst>
              <a:ext uri="{FF2B5EF4-FFF2-40B4-BE49-F238E27FC236}">
                <a16:creationId xmlns:a16="http://schemas.microsoft.com/office/drawing/2014/main" id="{8D880576-E0C2-6015-6EC0-DF01178B1324}"/>
              </a:ext>
            </a:extLst>
          </p:cNvPr>
          <p:cNvSpPr>
            <a:spLocks noGrp="1"/>
          </p:cNvSpPr>
          <p:nvPr>
            <p:ph type="body" idx="61"/>
          </p:nvPr>
        </p:nvSpPr>
        <p:spPr>
          <a:xfrm>
            <a:off x="9648388" y="3294606"/>
            <a:ext cx="1979612" cy="504013"/>
          </a:xfrm>
        </p:spPr>
        <p:txBody>
          <a:bodyPr lIns="72000" tIns="36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5">
            <a:extLst>
              <a:ext uri="{FF2B5EF4-FFF2-40B4-BE49-F238E27FC236}">
                <a16:creationId xmlns:a16="http://schemas.microsoft.com/office/drawing/2014/main" id="{A8AC1CB6-247B-124F-1A7A-0B5624FB892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648000" y="1483651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r>
              <a:rPr lang="en-US" dirty="0"/>
              <a:t>Click icon to add picture</a:t>
            </a:r>
            <a:endParaRPr lang="en-DE" dirty="0"/>
          </a:p>
        </p:txBody>
      </p:sp>
      <p:sp>
        <p:nvSpPr>
          <p:cNvPr id="2" name="subhead 4">
            <a:extLst>
              <a:ext uri="{FF2B5EF4-FFF2-40B4-BE49-F238E27FC236}">
                <a16:creationId xmlns:a16="http://schemas.microsoft.com/office/drawing/2014/main" id="{2E60EAAC-E319-6243-2FAB-917688217B61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7371000" y="1483651"/>
            <a:ext cx="1980000" cy="2340000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3" name="name 4">
            <a:extLst>
              <a:ext uri="{FF2B5EF4-FFF2-40B4-BE49-F238E27FC236}">
                <a16:creationId xmlns:a16="http://schemas.microsoft.com/office/drawing/2014/main" id="{DD7FEC98-C027-572D-9B71-102932BE5825}"/>
              </a:ext>
            </a:extLst>
          </p:cNvPr>
          <p:cNvSpPr>
            <a:spLocks noGrp="1"/>
          </p:cNvSpPr>
          <p:nvPr>
            <p:ph type="body" idx="60"/>
          </p:nvPr>
        </p:nvSpPr>
        <p:spPr>
          <a:xfrm>
            <a:off x="7371291" y="3294606"/>
            <a:ext cx="1979612" cy="504013"/>
          </a:xfrm>
        </p:spPr>
        <p:txBody>
          <a:bodyPr lIns="72000" tIns="36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4">
            <a:extLst>
              <a:ext uri="{FF2B5EF4-FFF2-40B4-BE49-F238E27FC236}">
                <a16:creationId xmlns:a16="http://schemas.microsoft.com/office/drawing/2014/main" id="{ED5FC855-3CBD-1480-193E-6226E97D0A5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371000" y="1483651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r>
              <a:rPr lang="en-US" dirty="0"/>
              <a:t>Click icon to add picture</a:t>
            </a:r>
            <a:endParaRPr lang="en-DE" dirty="0"/>
          </a:p>
        </p:txBody>
      </p:sp>
      <p:sp>
        <p:nvSpPr>
          <p:cNvPr id="93" name="subhead 3">
            <a:extLst>
              <a:ext uri="{FF2B5EF4-FFF2-40B4-BE49-F238E27FC236}">
                <a16:creationId xmlns:a16="http://schemas.microsoft.com/office/drawing/2014/main" id="{A621FD8A-0372-D7B0-7589-D502248B5856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094000" y="1483651"/>
            <a:ext cx="1980000" cy="2340000"/>
          </a:xfrm>
          <a:prstGeom prst="roundRect">
            <a:avLst>
              <a:gd name="adj" fmla="val 5039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2" name="name 3">
            <a:extLst>
              <a:ext uri="{FF2B5EF4-FFF2-40B4-BE49-F238E27FC236}">
                <a16:creationId xmlns:a16="http://schemas.microsoft.com/office/drawing/2014/main" id="{A9922C48-F985-61DE-ECCB-E80F2226FD0D}"/>
              </a:ext>
            </a:extLst>
          </p:cNvPr>
          <p:cNvSpPr>
            <a:spLocks noGrp="1"/>
          </p:cNvSpPr>
          <p:nvPr>
            <p:ph type="body" idx="59"/>
          </p:nvPr>
        </p:nvSpPr>
        <p:spPr>
          <a:xfrm>
            <a:off x="5094194" y="3294606"/>
            <a:ext cx="1979612" cy="504013"/>
          </a:xfrm>
        </p:spPr>
        <p:txBody>
          <a:bodyPr lIns="72000" tIns="36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3">
            <a:extLst>
              <a:ext uri="{FF2B5EF4-FFF2-40B4-BE49-F238E27FC236}">
                <a16:creationId xmlns:a16="http://schemas.microsoft.com/office/drawing/2014/main" id="{9FF70640-2E25-EBCF-C164-4D8776EDCC0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094000" y="1483651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r>
              <a:rPr lang="en-US"/>
              <a:t>Click icon to add picture</a:t>
            </a:r>
            <a:endParaRPr lang="en-DE" dirty="0"/>
          </a:p>
        </p:txBody>
      </p:sp>
      <p:sp>
        <p:nvSpPr>
          <p:cNvPr id="92" name="subhead 2">
            <a:extLst>
              <a:ext uri="{FF2B5EF4-FFF2-40B4-BE49-F238E27FC236}">
                <a16:creationId xmlns:a16="http://schemas.microsoft.com/office/drawing/2014/main" id="{0C79B4B6-AEFC-E24C-2B7C-4FE3BD9C9C7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815837" y="1483651"/>
            <a:ext cx="1980000" cy="2340000"/>
          </a:xfrm>
          <a:prstGeom prst="roundRect">
            <a:avLst>
              <a:gd name="adj" fmla="val 6999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61" name="name 2">
            <a:extLst>
              <a:ext uri="{FF2B5EF4-FFF2-40B4-BE49-F238E27FC236}">
                <a16:creationId xmlns:a16="http://schemas.microsoft.com/office/drawing/2014/main" id="{245389A0-0095-72A6-79F8-CE5EFAFAC5AA}"/>
              </a:ext>
            </a:extLst>
          </p:cNvPr>
          <p:cNvSpPr>
            <a:spLocks noGrp="1"/>
          </p:cNvSpPr>
          <p:nvPr>
            <p:ph type="body" idx="58"/>
          </p:nvPr>
        </p:nvSpPr>
        <p:spPr>
          <a:xfrm>
            <a:off x="2817097" y="3294606"/>
            <a:ext cx="1979612" cy="504013"/>
          </a:xfrm>
        </p:spPr>
        <p:txBody>
          <a:bodyPr lIns="72000" tIns="36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2">
            <a:extLst>
              <a:ext uri="{FF2B5EF4-FFF2-40B4-BE49-F238E27FC236}">
                <a16:creationId xmlns:a16="http://schemas.microsoft.com/office/drawing/2014/main" id="{55B5AD6C-F5DC-9656-D99B-A67A0B7E505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817000" y="1483651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r>
              <a:rPr lang="en-US"/>
              <a:t>Click icon to add picture</a:t>
            </a:r>
            <a:endParaRPr lang="en-DE" dirty="0"/>
          </a:p>
        </p:txBody>
      </p:sp>
      <p:sp>
        <p:nvSpPr>
          <p:cNvPr id="49" name="subhead 1">
            <a:extLst>
              <a:ext uri="{FF2B5EF4-FFF2-40B4-BE49-F238E27FC236}">
                <a16:creationId xmlns:a16="http://schemas.microsoft.com/office/drawing/2014/main" id="{0FE4903D-F047-A069-A010-0199438C5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483651"/>
            <a:ext cx="1980000" cy="2340000"/>
          </a:xfrm>
          <a:prstGeom prst="roundRect">
            <a:avLst>
              <a:gd name="adj" fmla="val 5284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text styles</a:t>
            </a:r>
          </a:p>
        </p:txBody>
      </p:sp>
      <p:sp>
        <p:nvSpPr>
          <p:cNvPr id="21" name="name 1">
            <a:extLst>
              <a:ext uri="{FF2B5EF4-FFF2-40B4-BE49-F238E27FC236}">
                <a16:creationId xmlns:a16="http://schemas.microsoft.com/office/drawing/2014/main" id="{8A8BFD5B-C976-835F-A757-EE0BFB168A29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540000" y="3294606"/>
            <a:ext cx="1979612" cy="504013"/>
          </a:xfrm>
        </p:spPr>
        <p:txBody>
          <a:bodyPr lIns="72000" tIns="36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1">
            <a:extLst>
              <a:ext uri="{FF2B5EF4-FFF2-40B4-BE49-F238E27FC236}">
                <a16:creationId xmlns:a16="http://schemas.microsoft.com/office/drawing/2014/main" id="{48BC97E5-F4FC-CFC7-7C93-504C59D7A2B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0000" y="1483651"/>
            <a:ext cx="1980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r>
              <a:rPr lang="en-US"/>
              <a:t>Click icon to add picture</a:t>
            </a:r>
            <a:endParaRPr lang="en-DE" dirty="0"/>
          </a:p>
        </p:txBody>
      </p:sp>
      <p:sp>
        <p:nvSpPr>
          <p:cNvPr id="86" name="title">
            <a:extLst>
              <a:ext uri="{FF2B5EF4-FFF2-40B4-BE49-F238E27FC236}">
                <a16:creationId xmlns:a16="http://schemas.microsoft.com/office/drawing/2014/main" id="{457734AF-380A-E58A-7517-29028ECF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navigation">
            <a:extLst>
              <a:ext uri="{FF2B5EF4-FFF2-40B4-BE49-F238E27FC236}">
                <a16:creationId xmlns:a16="http://schemas.microsoft.com/office/drawing/2014/main" id="{3CCF9C9E-CC68-9C72-1637-DC78701B6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3161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 049 : team : 20 pictures : 20 names and ro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806DED45-4BC7-C6F5-F26F-6CD59EA5B6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B32839BA-2D56-A01B-FE5C-F161B6335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9" name="date">
            <a:extLst>
              <a:ext uri="{FF2B5EF4-FFF2-40B4-BE49-F238E27FC236}">
                <a16:creationId xmlns:a16="http://schemas.microsoft.com/office/drawing/2014/main" id="{50109232-4643-9278-B176-335653E00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68" name="shadow 5.4">
            <a:extLst>
              <a:ext uri="{FF2B5EF4-FFF2-40B4-BE49-F238E27FC236}">
                <a16:creationId xmlns:a16="http://schemas.microsoft.com/office/drawing/2014/main" id="{272731C1-D5C1-00F2-BD8F-13F1B73EB7A2}"/>
              </a:ext>
            </a:extLst>
          </p:cNvPr>
          <p:cNvSpPr>
            <a:spLocks noGrp="1"/>
          </p:cNvSpPr>
          <p:nvPr>
            <p:ph type="body" idx="124" hasCustomPrompt="1"/>
          </p:nvPr>
        </p:nvSpPr>
        <p:spPr>
          <a:xfrm>
            <a:off x="9468000" y="5265849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70" name="name 5.4">
            <a:extLst>
              <a:ext uri="{FF2B5EF4-FFF2-40B4-BE49-F238E27FC236}">
                <a16:creationId xmlns:a16="http://schemas.microsoft.com/office/drawing/2014/main" id="{A5903192-BC2C-1FBF-FC59-BD95876CAC42}"/>
              </a:ext>
            </a:extLst>
          </p:cNvPr>
          <p:cNvSpPr>
            <a:spLocks noGrp="1"/>
          </p:cNvSpPr>
          <p:nvPr>
            <p:ph type="body" idx="99"/>
          </p:nvPr>
        </p:nvSpPr>
        <p:spPr>
          <a:xfrm>
            <a:off x="10440000" y="5265850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71" name="picture 5.4">
            <a:extLst>
              <a:ext uri="{FF2B5EF4-FFF2-40B4-BE49-F238E27FC236}">
                <a16:creationId xmlns:a16="http://schemas.microsoft.com/office/drawing/2014/main" id="{56681970-C27F-D582-E95D-839360C79DAD}"/>
              </a:ext>
            </a:extLst>
          </p:cNvPr>
          <p:cNvSpPr>
            <a:spLocks noGrp="1"/>
          </p:cNvSpPr>
          <p:nvPr>
            <p:ph type="pic" sz="quarter" idx="100"/>
          </p:nvPr>
        </p:nvSpPr>
        <p:spPr>
          <a:xfrm>
            <a:off x="9468000" y="5265850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67" name="shadow 5.3">
            <a:extLst>
              <a:ext uri="{FF2B5EF4-FFF2-40B4-BE49-F238E27FC236}">
                <a16:creationId xmlns:a16="http://schemas.microsoft.com/office/drawing/2014/main" id="{DFB28E93-581E-6AAA-4C38-9BFF0715F83A}"/>
              </a:ext>
            </a:extLst>
          </p:cNvPr>
          <p:cNvSpPr>
            <a:spLocks noGrp="1"/>
          </p:cNvSpPr>
          <p:nvPr>
            <p:ph type="body" idx="123" hasCustomPrompt="1"/>
          </p:nvPr>
        </p:nvSpPr>
        <p:spPr>
          <a:xfrm>
            <a:off x="9468000" y="4174404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58" name="name 5.3">
            <a:extLst>
              <a:ext uri="{FF2B5EF4-FFF2-40B4-BE49-F238E27FC236}">
                <a16:creationId xmlns:a16="http://schemas.microsoft.com/office/drawing/2014/main" id="{31F74E95-42ED-8F56-A3CC-66DBD3C55D1A}"/>
              </a:ext>
            </a:extLst>
          </p:cNvPr>
          <p:cNvSpPr>
            <a:spLocks noGrp="1"/>
          </p:cNvSpPr>
          <p:nvPr>
            <p:ph type="body" idx="97"/>
          </p:nvPr>
        </p:nvSpPr>
        <p:spPr>
          <a:xfrm>
            <a:off x="10440000" y="4173612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60" name="picture 5.3">
            <a:extLst>
              <a:ext uri="{FF2B5EF4-FFF2-40B4-BE49-F238E27FC236}">
                <a16:creationId xmlns:a16="http://schemas.microsoft.com/office/drawing/2014/main" id="{B8DD2B2A-ABB0-9686-780D-CEEB87FEFABA}"/>
              </a:ext>
            </a:extLst>
          </p:cNvPr>
          <p:cNvSpPr>
            <a:spLocks noGrp="1"/>
          </p:cNvSpPr>
          <p:nvPr>
            <p:ph type="pic" sz="quarter" idx="98"/>
          </p:nvPr>
        </p:nvSpPr>
        <p:spPr>
          <a:xfrm>
            <a:off x="9468000" y="4173612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66" name="shadow 5.2">
            <a:extLst>
              <a:ext uri="{FF2B5EF4-FFF2-40B4-BE49-F238E27FC236}">
                <a16:creationId xmlns:a16="http://schemas.microsoft.com/office/drawing/2014/main" id="{6081E31E-D3AC-AE42-7D45-83551BFF37A7}"/>
              </a:ext>
            </a:extLst>
          </p:cNvPr>
          <p:cNvSpPr>
            <a:spLocks noGrp="1"/>
          </p:cNvSpPr>
          <p:nvPr>
            <p:ph type="body" idx="122" hasCustomPrompt="1"/>
          </p:nvPr>
        </p:nvSpPr>
        <p:spPr>
          <a:xfrm>
            <a:off x="9468000" y="3082960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52" name="name 5.2">
            <a:extLst>
              <a:ext uri="{FF2B5EF4-FFF2-40B4-BE49-F238E27FC236}">
                <a16:creationId xmlns:a16="http://schemas.microsoft.com/office/drawing/2014/main" id="{4E134554-E3F4-1271-A235-DBC740B902C7}"/>
              </a:ext>
            </a:extLst>
          </p:cNvPr>
          <p:cNvSpPr>
            <a:spLocks noGrp="1"/>
          </p:cNvSpPr>
          <p:nvPr>
            <p:ph type="body" idx="95"/>
          </p:nvPr>
        </p:nvSpPr>
        <p:spPr>
          <a:xfrm>
            <a:off x="10440000" y="3081375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55" name="picture 5.2">
            <a:extLst>
              <a:ext uri="{FF2B5EF4-FFF2-40B4-BE49-F238E27FC236}">
                <a16:creationId xmlns:a16="http://schemas.microsoft.com/office/drawing/2014/main" id="{C9FB66CC-A91B-47D0-D455-732C234339BA}"/>
              </a:ext>
            </a:extLst>
          </p:cNvPr>
          <p:cNvSpPr>
            <a:spLocks noGrp="1"/>
          </p:cNvSpPr>
          <p:nvPr>
            <p:ph type="pic" sz="quarter" idx="96"/>
          </p:nvPr>
        </p:nvSpPr>
        <p:spPr>
          <a:xfrm>
            <a:off x="9468000" y="3081375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64" name="shadow 5.1">
            <a:extLst>
              <a:ext uri="{FF2B5EF4-FFF2-40B4-BE49-F238E27FC236}">
                <a16:creationId xmlns:a16="http://schemas.microsoft.com/office/drawing/2014/main" id="{36EF2D9D-2C86-FDE0-B1D7-8A5721A0CEC9}"/>
              </a:ext>
            </a:extLst>
          </p:cNvPr>
          <p:cNvSpPr>
            <a:spLocks noGrp="1"/>
          </p:cNvSpPr>
          <p:nvPr>
            <p:ph type="body" idx="121" hasCustomPrompt="1"/>
          </p:nvPr>
        </p:nvSpPr>
        <p:spPr>
          <a:xfrm>
            <a:off x="9468000" y="1991516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49" name="name 5.1">
            <a:extLst>
              <a:ext uri="{FF2B5EF4-FFF2-40B4-BE49-F238E27FC236}">
                <a16:creationId xmlns:a16="http://schemas.microsoft.com/office/drawing/2014/main" id="{E41294CD-81C9-D373-11F8-33728157FB27}"/>
              </a:ext>
            </a:extLst>
          </p:cNvPr>
          <p:cNvSpPr>
            <a:spLocks noGrp="1"/>
          </p:cNvSpPr>
          <p:nvPr>
            <p:ph type="body" idx="93"/>
          </p:nvPr>
        </p:nvSpPr>
        <p:spPr>
          <a:xfrm>
            <a:off x="10440000" y="1989138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50" name="picture 5.1">
            <a:extLst>
              <a:ext uri="{FF2B5EF4-FFF2-40B4-BE49-F238E27FC236}">
                <a16:creationId xmlns:a16="http://schemas.microsoft.com/office/drawing/2014/main" id="{B57E4E78-9DC3-3F77-A9D0-F7E8D9641AED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>
          <a:xfrm>
            <a:off x="9468000" y="1989138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77" name="subtitel 5">
            <a:extLst>
              <a:ext uri="{FF2B5EF4-FFF2-40B4-BE49-F238E27FC236}">
                <a16:creationId xmlns:a16="http://schemas.microsoft.com/office/drawing/2014/main" id="{1A90B36F-AF12-D3EA-33A4-C5CF0C21CD02}"/>
              </a:ext>
            </a:extLst>
          </p:cNvPr>
          <p:cNvSpPr>
            <a:spLocks noGrp="1"/>
          </p:cNvSpPr>
          <p:nvPr>
            <p:ph type="body" idx="105"/>
          </p:nvPr>
        </p:nvSpPr>
        <p:spPr>
          <a:xfrm>
            <a:off x="9468000" y="1512000"/>
            <a:ext cx="2124000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 cap="all" spc="100" baseline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63" name="shadow 4.4">
            <a:extLst>
              <a:ext uri="{FF2B5EF4-FFF2-40B4-BE49-F238E27FC236}">
                <a16:creationId xmlns:a16="http://schemas.microsoft.com/office/drawing/2014/main" id="{2A4AB71A-69B1-1E40-4331-F831E87DE9D1}"/>
              </a:ext>
            </a:extLst>
          </p:cNvPr>
          <p:cNvSpPr>
            <a:spLocks noGrp="1"/>
          </p:cNvSpPr>
          <p:nvPr>
            <p:ph type="body" idx="120" hasCustomPrompt="1"/>
          </p:nvPr>
        </p:nvSpPr>
        <p:spPr>
          <a:xfrm>
            <a:off x="7236000" y="5265849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43" name="name 4.4">
            <a:extLst>
              <a:ext uri="{FF2B5EF4-FFF2-40B4-BE49-F238E27FC236}">
                <a16:creationId xmlns:a16="http://schemas.microsoft.com/office/drawing/2014/main" id="{8D117A0A-A9AC-BE3B-927E-AD9984E442CA}"/>
              </a:ext>
            </a:extLst>
          </p:cNvPr>
          <p:cNvSpPr>
            <a:spLocks noGrp="1"/>
          </p:cNvSpPr>
          <p:nvPr>
            <p:ph type="body" idx="91"/>
          </p:nvPr>
        </p:nvSpPr>
        <p:spPr>
          <a:xfrm>
            <a:off x="8208000" y="5265850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46" name="picture 4.4">
            <a:extLst>
              <a:ext uri="{FF2B5EF4-FFF2-40B4-BE49-F238E27FC236}">
                <a16:creationId xmlns:a16="http://schemas.microsoft.com/office/drawing/2014/main" id="{E7585B42-ADA9-D55E-F18A-737E79F2A633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>
          <a:xfrm>
            <a:off x="7236000" y="5265850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62" name="shadow 4.3">
            <a:extLst>
              <a:ext uri="{FF2B5EF4-FFF2-40B4-BE49-F238E27FC236}">
                <a16:creationId xmlns:a16="http://schemas.microsoft.com/office/drawing/2014/main" id="{4BC4D9DE-1227-FCE0-1BCF-0117045D86C0}"/>
              </a:ext>
            </a:extLst>
          </p:cNvPr>
          <p:cNvSpPr>
            <a:spLocks noGrp="1"/>
          </p:cNvSpPr>
          <p:nvPr>
            <p:ph type="body" idx="119" hasCustomPrompt="1"/>
          </p:nvPr>
        </p:nvSpPr>
        <p:spPr>
          <a:xfrm>
            <a:off x="7236000" y="4174404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 dirty="0"/>
              <a:t> </a:t>
            </a:r>
          </a:p>
        </p:txBody>
      </p:sp>
      <p:sp>
        <p:nvSpPr>
          <p:cNvPr id="41" name="name 4.3">
            <a:extLst>
              <a:ext uri="{FF2B5EF4-FFF2-40B4-BE49-F238E27FC236}">
                <a16:creationId xmlns:a16="http://schemas.microsoft.com/office/drawing/2014/main" id="{20E4104B-3A58-A084-0BFA-CDBADC0B4D00}"/>
              </a:ext>
            </a:extLst>
          </p:cNvPr>
          <p:cNvSpPr>
            <a:spLocks noGrp="1"/>
          </p:cNvSpPr>
          <p:nvPr>
            <p:ph type="body" idx="89"/>
          </p:nvPr>
        </p:nvSpPr>
        <p:spPr>
          <a:xfrm>
            <a:off x="8208000" y="4173612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42" name="picture 4.3">
            <a:extLst>
              <a:ext uri="{FF2B5EF4-FFF2-40B4-BE49-F238E27FC236}">
                <a16:creationId xmlns:a16="http://schemas.microsoft.com/office/drawing/2014/main" id="{7FD24508-AE74-D420-15D5-9437BE1D2B2E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>
          <a:xfrm>
            <a:off x="7236000" y="4173612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61" name="shadow 4.2">
            <a:extLst>
              <a:ext uri="{FF2B5EF4-FFF2-40B4-BE49-F238E27FC236}">
                <a16:creationId xmlns:a16="http://schemas.microsoft.com/office/drawing/2014/main" id="{C6D427AF-1726-3332-EA28-E0EDEAF184CC}"/>
              </a:ext>
            </a:extLst>
          </p:cNvPr>
          <p:cNvSpPr>
            <a:spLocks noGrp="1"/>
          </p:cNvSpPr>
          <p:nvPr>
            <p:ph type="body" idx="118" hasCustomPrompt="1"/>
          </p:nvPr>
        </p:nvSpPr>
        <p:spPr>
          <a:xfrm>
            <a:off x="7236000" y="3082960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39" name="name 4.2">
            <a:extLst>
              <a:ext uri="{FF2B5EF4-FFF2-40B4-BE49-F238E27FC236}">
                <a16:creationId xmlns:a16="http://schemas.microsoft.com/office/drawing/2014/main" id="{8FF9A2AF-F6B0-F168-DDAC-AC439481E31B}"/>
              </a:ext>
            </a:extLst>
          </p:cNvPr>
          <p:cNvSpPr>
            <a:spLocks noGrp="1"/>
          </p:cNvSpPr>
          <p:nvPr>
            <p:ph type="body" idx="87"/>
          </p:nvPr>
        </p:nvSpPr>
        <p:spPr>
          <a:xfrm>
            <a:off x="8208000" y="3081375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40" name="picture 4.2">
            <a:extLst>
              <a:ext uri="{FF2B5EF4-FFF2-40B4-BE49-F238E27FC236}">
                <a16:creationId xmlns:a16="http://schemas.microsoft.com/office/drawing/2014/main" id="{56B30A07-C6EF-9F7A-09D3-0AA11643C4F4}"/>
              </a:ext>
            </a:extLst>
          </p:cNvPr>
          <p:cNvSpPr>
            <a:spLocks noGrp="1"/>
          </p:cNvSpPr>
          <p:nvPr>
            <p:ph type="pic" sz="quarter" idx="88"/>
          </p:nvPr>
        </p:nvSpPr>
        <p:spPr>
          <a:xfrm>
            <a:off x="7236000" y="3081375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59" name="shadow 4.1">
            <a:extLst>
              <a:ext uri="{FF2B5EF4-FFF2-40B4-BE49-F238E27FC236}">
                <a16:creationId xmlns:a16="http://schemas.microsoft.com/office/drawing/2014/main" id="{51D838D3-E9AB-4C2A-D686-A87A1050DA35}"/>
              </a:ext>
            </a:extLst>
          </p:cNvPr>
          <p:cNvSpPr>
            <a:spLocks noGrp="1"/>
          </p:cNvSpPr>
          <p:nvPr>
            <p:ph type="body" idx="117" hasCustomPrompt="1"/>
          </p:nvPr>
        </p:nvSpPr>
        <p:spPr>
          <a:xfrm>
            <a:off x="7236000" y="1991516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37" name="name 4.1">
            <a:extLst>
              <a:ext uri="{FF2B5EF4-FFF2-40B4-BE49-F238E27FC236}">
                <a16:creationId xmlns:a16="http://schemas.microsoft.com/office/drawing/2014/main" id="{1998D8DE-7AD8-C7D5-1A1F-C44B9C1DAE00}"/>
              </a:ext>
            </a:extLst>
          </p:cNvPr>
          <p:cNvSpPr>
            <a:spLocks noGrp="1"/>
          </p:cNvSpPr>
          <p:nvPr>
            <p:ph type="body" idx="85"/>
          </p:nvPr>
        </p:nvSpPr>
        <p:spPr>
          <a:xfrm>
            <a:off x="8208000" y="1989138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38" name="picture 4.1">
            <a:extLst>
              <a:ext uri="{FF2B5EF4-FFF2-40B4-BE49-F238E27FC236}">
                <a16:creationId xmlns:a16="http://schemas.microsoft.com/office/drawing/2014/main" id="{0908AD6E-1707-2AF3-B561-3EF15C0355FA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7236000" y="1989138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76" name="subtitel 4">
            <a:extLst>
              <a:ext uri="{FF2B5EF4-FFF2-40B4-BE49-F238E27FC236}">
                <a16:creationId xmlns:a16="http://schemas.microsoft.com/office/drawing/2014/main" id="{4AED7C7E-1399-7EB1-31EC-6879CC33A37E}"/>
              </a:ext>
            </a:extLst>
          </p:cNvPr>
          <p:cNvSpPr>
            <a:spLocks noGrp="1"/>
          </p:cNvSpPr>
          <p:nvPr>
            <p:ph type="body" idx="104"/>
          </p:nvPr>
        </p:nvSpPr>
        <p:spPr>
          <a:xfrm>
            <a:off x="7236000" y="1512000"/>
            <a:ext cx="2124000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 cap="all" spc="100" baseline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57" name="shadow 3.4">
            <a:extLst>
              <a:ext uri="{FF2B5EF4-FFF2-40B4-BE49-F238E27FC236}">
                <a16:creationId xmlns:a16="http://schemas.microsoft.com/office/drawing/2014/main" id="{811720C1-E4D8-5059-9319-034975812614}"/>
              </a:ext>
            </a:extLst>
          </p:cNvPr>
          <p:cNvSpPr>
            <a:spLocks noGrp="1"/>
          </p:cNvSpPr>
          <p:nvPr>
            <p:ph type="body" idx="116" hasCustomPrompt="1"/>
          </p:nvPr>
        </p:nvSpPr>
        <p:spPr>
          <a:xfrm>
            <a:off x="5004000" y="5265849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35" name="name 3.4">
            <a:extLst>
              <a:ext uri="{FF2B5EF4-FFF2-40B4-BE49-F238E27FC236}">
                <a16:creationId xmlns:a16="http://schemas.microsoft.com/office/drawing/2014/main" id="{2CD576BB-D341-D771-2C93-689C77AF8A16}"/>
              </a:ext>
            </a:extLst>
          </p:cNvPr>
          <p:cNvSpPr>
            <a:spLocks noGrp="1"/>
          </p:cNvSpPr>
          <p:nvPr>
            <p:ph type="body" idx="83"/>
          </p:nvPr>
        </p:nvSpPr>
        <p:spPr>
          <a:xfrm>
            <a:off x="5976000" y="5265850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36" name="picture 3.4">
            <a:extLst>
              <a:ext uri="{FF2B5EF4-FFF2-40B4-BE49-F238E27FC236}">
                <a16:creationId xmlns:a16="http://schemas.microsoft.com/office/drawing/2014/main" id="{A997D85A-23B8-CE5C-F44F-EA4281FED663}"/>
              </a:ext>
            </a:extLst>
          </p:cNvPr>
          <p:cNvSpPr>
            <a:spLocks noGrp="1"/>
          </p:cNvSpPr>
          <p:nvPr>
            <p:ph type="pic" sz="quarter" idx="84"/>
          </p:nvPr>
        </p:nvSpPr>
        <p:spPr>
          <a:xfrm>
            <a:off x="5004000" y="5265850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56" name="shadow 3.3">
            <a:extLst>
              <a:ext uri="{FF2B5EF4-FFF2-40B4-BE49-F238E27FC236}">
                <a16:creationId xmlns:a16="http://schemas.microsoft.com/office/drawing/2014/main" id="{B894C412-0065-4067-2D7A-8B7526DD53C5}"/>
              </a:ext>
            </a:extLst>
          </p:cNvPr>
          <p:cNvSpPr>
            <a:spLocks noGrp="1"/>
          </p:cNvSpPr>
          <p:nvPr>
            <p:ph type="body" idx="115" hasCustomPrompt="1"/>
          </p:nvPr>
        </p:nvSpPr>
        <p:spPr>
          <a:xfrm>
            <a:off x="5004000" y="4174404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33" name="name 3.3">
            <a:extLst>
              <a:ext uri="{FF2B5EF4-FFF2-40B4-BE49-F238E27FC236}">
                <a16:creationId xmlns:a16="http://schemas.microsoft.com/office/drawing/2014/main" id="{157702DF-90BE-0FED-5BD0-A5CFAC91B308}"/>
              </a:ext>
            </a:extLst>
          </p:cNvPr>
          <p:cNvSpPr>
            <a:spLocks noGrp="1"/>
          </p:cNvSpPr>
          <p:nvPr>
            <p:ph type="body" idx="81"/>
          </p:nvPr>
        </p:nvSpPr>
        <p:spPr>
          <a:xfrm>
            <a:off x="5976000" y="4173612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34" name="picture 3.3">
            <a:extLst>
              <a:ext uri="{FF2B5EF4-FFF2-40B4-BE49-F238E27FC236}">
                <a16:creationId xmlns:a16="http://schemas.microsoft.com/office/drawing/2014/main" id="{084445D3-24C0-0A7C-54B3-FBF6581EF1FF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5004000" y="4173612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54" name="shadow 3.2">
            <a:extLst>
              <a:ext uri="{FF2B5EF4-FFF2-40B4-BE49-F238E27FC236}">
                <a16:creationId xmlns:a16="http://schemas.microsoft.com/office/drawing/2014/main" id="{FD56D13F-73B3-3F88-7DC1-3D8DE6E37C34}"/>
              </a:ext>
            </a:extLst>
          </p:cNvPr>
          <p:cNvSpPr>
            <a:spLocks noGrp="1"/>
          </p:cNvSpPr>
          <p:nvPr>
            <p:ph type="body" idx="114" hasCustomPrompt="1"/>
          </p:nvPr>
        </p:nvSpPr>
        <p:spPr>
          <a:xfrm>
            <a:off x="5004000" y="3082960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31" name="name 3.2">
            <a:extLst>
              <a:ext uri="{FF2B5EF4-FFF2-40B4-BE49-F238E27FC236}">
                <a16:creationId xmlns:a16="http://schemas.microsoft.com/office/drawing/2014/main" id="{CEC84D17-7384-EC96-C1FB-BCFFAC22B70E}"/>
              </a:ext>
            </a:extLst>
          </p:cNvPr>
          <p:cNvSpPr>
            <a:spLocks noGrp="1"/>
          </p:cNvSpPr>
          <p:nvPr>
            <p:ph type="body" idx="79"/>
          </p:nvPr>
        </p:nvSpPr>
        <p:spPr>
          <a:xfrm>
            <a:off x="5976000" y="3081375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32" name="picture 3.2">
            <a:extLst>
              <a:ext uri="{FF2B5EF4-FFF2-40B4-BE49-F238E27FC236}">
                <a16:creationId xmlns:a16="http://schemas.microsoft.com/office/drawing/2014/main" id="{A204849E-7B66-2550-EE33-F79B39331B3D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5004000" y="3081375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53" name="shadow 3.1">
            <a:extLst>
              <a:ext uri="{FF2B5EF4-FFF2-40B4-BE49-F238E27FC236}">
                <a16:creationId xmlns:a16="http://schemas.microsoft.com/office/drawing/2014/main" id="{30165A19-373E-5D4A-1D1C-5389ABC35F5D}"/>
              </a:ext>
            </a:extLst>
          </p:cNvPr>
          <p:cNvSpPr>
            <a:spLocks noGrp="1"/>
          </p:cNvSpPr>
          <p:nvPr>
            <p:ph type="body" idx="113" hasCustomPrompt="1"/>
          </p:nvPr>
        </p:nvSpPr>
        <p:spPr>
          <a:xfrm>
            <a:off x="5004000" y="1991516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29" name="name 3.1">
            <a:extLst>
              <a:ext uri="{FF2B5EF4-FFF2-40B4-BE49-F238E27FC236}">
                <a16:creationId xmlns:a16="http://schemas.microsoft.com/office/drawing/2014/main" id="{0BB5101B-E8EE-0591-8150-5A093F5306FD}"/>
              </a:ext>
            </a:extLst>
          </p:cNvPr>
          <p:cNvSpPr>
            <a:spLocks noGrp="1"/>
          </p:cNvSpPr>
          <p:nvPr>
            <p:ph type="body" idx="77"/>
          </p:nvPr>
        </p:nvSpPr>
        <p:spPr>
          <a:xfrm>
            <a:off x="5976000" y="1989138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30" name="picture 3.1">
            <a:extLst>
              <a:ext uri="{FF2B5EF4-FFF2-40B4-BE49-F238E27FC236}">
                <a16:creationId xmlns:a16="http://schemas.microsoft.com/office/drawing/2014/main" id="{00E7D553-EDC9-0225-5F32-250786A19C1C}"/>
              </a:ext>
            </a:extLst>
          </p:cNvPr>
          <p:cNvSpPr>
            <a:spLocks noGrp="1"/>
          </p:cNvSpPr>
          <p:nvPr>
            <p:ph type="pic" sz="quarter" idx="78"/>
          </p:nvPr>
        </p:nvSpPr>
        <p:spPr>
          <a:xfrm>
            <a:off x="5004000" y="1989138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75" name="subtitel 3">
            <a:extLst>
              <a:ext uri="{FF2B5EF4-FFF2-40B4-BE49-F238E27FC236}">
                <a16:creationId xmlns:a16="http://schemas.microsoft.com/office/drawing/2014/main" id="{51C97EA7-102D-1E54-D235-EA61692DA024}"/>
              </a:ext>
            </a:extLst>
          </p:cNvPr>
          <p:cNvSpPr>
            <a:spLocks noGrp="1"/>
          </p:cNvSpPr>
          <p:nvPr>
            <p:ph type="body" idx="103"/>
          </p:nvPr>
        </p:nvSpPr>
        <p:spPr>
          <a:xfrm>
            <a:off x="5004000" y="1512000"/>
            <a:ext cx="2124000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 cap="all" spc="100" baseline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51" name="shadow 2.4">
            <a:extLst>
              <a:ext uri="{FF2B5EF4-FFF2-40B4-BE49-F238E27FC236}">
                <a16:creationId xmlns:a16="http://schemas.microsoft.com/office/drawing/2014/main" id="{1102EBEB-ED76-5FBA-2927-69B07359D8FD}"/>
              </a:ext>
            </a:extLst>
          </p:cNvPr>
          <p:cNvSpPr>
            <a:spLocks noGrp="1"/>
          </p:cNvSpPr>
          <p:nvPr>
            <p:ph type="body" idx="112" hasCustomPrompt="1"/>
          </p:nvPr>
        </p:nvSpPr>
        <p:spPr>
          <a:xfrm>
            <a:off x="2772000" y="5265849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27" name="name 2.4">
            <a:extLst>
              <a:ext uri="{FF2B5EF4-FFF2-40B4-BE49-F238E27FC236}">
                <a16:creationId xmlns:a16="http://schemas.microsoft.com/office/drawing/2014/main" id="{495545F0-66B3-E8F4-3A8A-2AFF6611F334}"/>
              </a:ext>
            </a:extLst>
          </p:cNvPr>
          <p:cNvSpPr>
            <a:spLocks noGrp="1"/>
          </p:cNvSpPr>
          <p:nvPr>
            <p:ph type="body" idx="75"/>
          </p:nvPr>
        </p:nvSpPr>
        <p:spPr>
          <a:xfrm>
            <a:off x="3744000" y="5265850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8" name="picture 2.4">
            <a:extLst>
              <a:ext uri="{FF2B5EF4-FFF2-40B4-BE49-F238E27FC236}">
                <a16:creationId xmlns:a16="http://schemas.microsoft.com/office/drawing/2014/main" id="{567085A6-0F2B-4305-8071-F456333C1F58}"/>
              </a:ext>
            </a:extLst>
          </p:cNvPr>
          <p:cNvSpPr>
            <a:spLocks noGrp="1"/>
          </p:cNvSpPr>
          <p:nvPr>
            <p:ph type="pic" sz="quarter" idx="76"/>
          </p:nvPr>
        </p:nvSpPr>
        <p:spPr>
          <a:xfrm>
            <a:off x="2772000" y="5265850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48" name="shadow 2.3">
            <a:extLst>
              <a:ext uri="{FF2B5EF4-FFF2-40B4-BE49-F238E27FC236}">
                <a16:creationId xmlns:a16="http://schemas.microsoft.com/office/drawing/2014/main" id="{EAF1B640-F018-3C3A-1094-7FE7A5AF685C}"/>
              </a:ext>
            </a:extLst>
          </p:cNvPr>
          <p:cNvSpPr>
            <a:spLocks noGrp="1"/>
          </p:cNvSpPr>
          <p:nvPr>
            <p:ph type="body" idx="111" hasCustomPrompt="1"/>
          </p:nvPr>
        </p:nvSpPr>
        <p:spPr>
          <a:xfrm>
            <a:off x="2772000" y="4174404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25" name="name 2.3">
            <a:extLst>
              <a:ext uri="{FF2B5EF4-FFF2-40B4-BE49-F238E27FC236}">
                <a16:creationId xmlns:a16="http://schemas.microsoft.com/office/drawing/2014/main" id="{63A65190-84AE-822A-6BE1-48476276059A}"/>
              </a:ext>
            </a:extLst>
          </p:cNvPr>
          <p:cNvSpPr>
            <a:spLocks noGrp="1"/>
          </p:cNvSpPr>
          <p:nvPr>
            <p:ph type="body" idx="73"/>
          </p:nvPr>
        </p:nvSpPr>
        <p:spPr>
          <a:xfrm>
            <a:off x="3744000" y="4173612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6" name="picture 2.3">
            <a:extLst>
              <a:ext uri="{FF2B5EF4-FFF2-40B4-BE49-F238E27FC236}">
                <a16:creationId xmlns:a16="http://schemas.microsoft.com/office/drawing/2014/main" id="{D9BC618B-BD6B-C520-5ED3-C4331E261F10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>
          <a:xfrm>
            <a:off x="2772000" y="4173612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47" name="shadow 2.2">
            <a:extLst>
              <a:ext uri="{FF2B5EF4-FFF2-40B4-BE49-F238E27FC236}">
                <a16:creationId xmlns:a16="http://schemas.microsoft.com/office/drawing/2014/main" id="{0CE6D804-9FAC-2B3D-6B25-72E828BA88B5}"/>
              </a:ext>
            </a:extLst>
          </p:cNvPr>
          <p:cNvSpPr>
            <a:spLocks noGrp="1"/>
          </p:cNvSpPr>
          <p:nvPr>
            <p:ph type="body" idx="110" hasCustomPrompt="1"/>
          </p:nvPr>
        </p:nvSpPr>
        <p:spPr>
          <a:xfrm>
            <a:off x="2772000" y="3082960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23" name="name 2.2">
            <a:extLst>
              <a:ext uri="{FF2B5EF4-FFF2-40B4-BE49-F238E27FC236}">
                <a16:creationId xmlns:a16="http://schemas.microsoft.com/office/drawing/2014/main" id="{6DBF9A3E-69EE-A339-B47D-ECAA88B76CC6}"/>
              </a:ext>
            </a:extLst>
          </p:cNvPr>
          <p:cNvSpPr>
            <a:spLocks noGrp="1"/>
          </p:cNvSpPr>
          <p:nvPr>
            <p:ph type="body" idx="71"/>
          </p:nvPr>
        </p:nvSpPr>
        <p:spPr>
          <a:xfrm>
            <a:off x="3744000" y="3081375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4" name="picture 2.2">
            <a:extLst>
              <a:ext uri="{FF2B5EF4-FFF2-40B4-BE49-F238E27FC236}">
                <a16:creationId xmlns:a16="http://schemas.microsoft.com/office/drawing/2014/main" id="{80378937-B2DE-13F1-0B9E-BA10122C2371}"/>
              </a:ext>
            </a:extLst>
          </p:cNvPr>
          <p:cNvSpPr>
            <a:spLocks noGrp="1"/>
          </p:cNvSpPr>
          <p:nvPr>
            <p:ph type="pic" sz="quarter" idx="72"/>
          </p:nvPr>
        </p:nvSpPr>
        <p:spPr>
          <a:xfrm>
            <a:off x="2772000" y="3081375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45" name="shadow 2.1">
            <a:extLst>
              <a:ext uri="{FF2B5EF4-FFF2-40B4-BE49-F238E27FC236}">
                <a16:creationId xmlns:a16="http://schemas.microsoft.com/office/drawing/2014/main" id="{2323DAB4-2A5F-5AA6-7764-81581A38ABD5}"/>
              </a:ext>
            </a:extLst>
          </p:cNvPr>
          <p:cNvSpPr>
            <a:spLocks noGrp="1"/>
          </p:cNvSpPr>
          <p:nvPr>
            <p:ph type="body" idx="109" hasCustomPrompt="1"/>
          </p:nvPr>
        </p:nvSpPr>
        <p:spPr>
          <a:xfrm>
            <a:off x="2772000" y="1991516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20" name="name 2.1">
            <a:extLst>
              <a:ext uri="{FF2B5EF4-FFF2-40B4-BE49-F238E27FC236}">
                <a16:creationId xmlns:a16="http://schemas.microsoft.com/office/drawing/2014/main" id="{59CD1CC2-8578-48A6-7250-6E0FE2D82602}"/>
              </a:ext>
            </a:extLst>
          </p:cNvPr>
          <p:cNvSpPr>
            <a:spLocks noGrp="1"/>
          </p:cNvSpPr>
          <p:nvPr>
            <p:ph type="body" idx="69"/>
          </p:nvPr>
        </p:nvSpPr>
        <p:spPr>
          <a:xfrm>
            <a:off x="3744000" y="1989138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2" name="picture 2.1">
            <a:extLst>
              <a:ext uri="{FF2B5EF4-FFF2-40B4-BE49-F238E27FC236}">
                <a16:creationId xmlns:a16="http://schemas.microsoft.com/office/drawing/2014/main" id="{F1ED6006-2311-4569-9CF2-1F793E7DBF51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2772000" y="1989138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74" name="subtitel 2">
            <a:extLst>
              <a:ext uri="{FF2B5EF4-FFF2-40B4-BE49-F238E27FC236}">
                <a16:creationId xmlns:a16="http://schemas.microsoft.com/office/drawing/2014/main" id="{03C86CAB-069D-8F02-BB85-8C9C139D53CA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2772000" y="1512000"/>
            <a:ext cx="2124000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 cap="all" spc="100" baseline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44" name="shadow 1.4">
            <a:extLst>
              <a:ext uri="{FF2B5EF4-FFF2-40B4-BE49-F238E27FC236}">
                <a16:creationId xmlns:a16="http://schemas.microsoft.com/office/drawing/2014/main" id="{7E9DD671-8F10-D106-D67D-CA8AF99842BD}"/>
              </a:ext>
            </a:extLst>
          </p:cNvPr>
          <p:cNvSpPr>
            <a:spLocks noGrp="1"/>
          </p:cNvSpPr>
          <p:nvPr>
            <p:ph type="body" idx="108" hasCustomPrompt="1"/>
          </p:nvPr>
        </p:nvSpPr>
        <p:spPr>
          <a:xfrm>
            <a:off x="540447" y="5265849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17" name="name 1.4">
            <a:extLst>
              <a:ext uri="{FF2B5EF4-FFF2-40B4-BE49-F238E27FC236}">
                <a16:creationId xmlns:a16="http://schemas.microsoft.com/office/drawing/2014/main" id="{9E9E9EC2-BA30-9AB1-AFF1-93F5D6BA0855}"/>
              </a:ext>
            </a:extLst>
          </p:cNvPr>
          <p:cNvSpPr>
            <a:spLocks noGrp="1"/>
          </p:cNvSpPr>
          <p:nvPr>
            <p:ph type="body" idx="67"/>
          </p:nvPr>
        </p:nvSpPr>
        <p:spPr>
          <a:xfrm>
            <a:off x="1512000" y="5265850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8" name="picture 1.4">
            <a:extLst>
              <a:ext uri="{FF2B5EF4-FFF2-40B4-BE49-F238E27FC236}">
                <a16:creationId xmlns:a16="http://schemas.microsoft.com/office/drawing/2014/main" id="{AF357C9E-17E6-0DCB-D7F6-EBD931CC799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540000" y="5265850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21" name="shadow 1.3">
            <a:extLst>
              <a:ext uri="{FF2B5EF4-FFF2-40B4-BE49-F238E27FC236}">
                <a16:creationId xmlns:a16="http://schemas.microsoft.com/office/drawing/2014/main" id="{13C86E26-D84A-3504-0FC4-F8DCF5FFA8C2}"/>
              </a:ext>
            </a:extLst>
          </p:cNvPr>
          <p:cNvSpPr>
            <a:spLocks noGrp="1"/>
          </p:cNvSpPr>
          <p:nvPr>
            <p:ph type="body" idx="107" hasCustomPrompt="1"/>
          </p:nvPr>
        </p:nvSpPr>
        <p:spPr>
          <a:xfrm>
            <a:off x="540447" y="4174404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15" name="name 1.3">
            <a:extLst>
              <a:ext uri="{FF2B5EF4-FFF2-40B4-BE49-F238E27FC236}">
                <a16:creationId xmlns:a16="http://schemas.microsoft.com/office/drawing/2014/main" id="{7F38FBC5-0864-53B0-9391-154CABBEE515}"/>
              </a:ext>
            </a:extLst>
          </p:cNvPr>
          <p:cNvSpPr>
            <a:spLocks noGrp="1"/>
          </p:cNvSpPr>
          <p:nvPr>
            <p:ph type="body" idx="65"/>
          </p:nvPr>
        </p:nvSpPr>
        <p:spPr>
          <a:xfrm>
            <a:off x="1512000" y="4173612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6" name="picture 1.3">
            <a:extLst>
              <a:ext uri="{FF2B5EF4-FFF2-40B4-BE49-F238E27FC236}">
                <a16:creationId xmlns:a16="http://schemas.microsoft.com/office/drawing/2014/main" id="{B968DAAF-A177-4398-14E6-3C59B8EA245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540000" y="4173612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14" name="shadow 1.2">
            <a:extLst>
              <a:ext uri="{FF2B5EF4-FFF2-40B4-BE49-F238E27FC236}">
                <a16:creationId xmlns:a16="http://schemas.microsoft.com/office/drawing/2014/main" id="{AA2B308B-4B3D-3E4D-61B5-910755F3C624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540447" y="3082960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</a:t>
            </a:r>
          </a:p>
        </p:txBody>
      </p:sp>
      <p:sp>
        <p:nvSpPr>
          <p:cNvPr id="3" name="name 1.2">
            <a:extLst>
              <a:ext uri="{FF2B5EF4-FFF2-40B4-BE49-F238E27FC236}">
                <a16:creationId xmlns:a16="http://schemas.microsoft.com/office/drawing/2014/main" id="{88CFACFA-87EF-95D0-8C72-D0985C9A2C9A}"/>
              </a:ext>
            </a:extLst>
          </p:cNvPr>
          <p:cNvSpPr>
            <a:spLocks noGrp="1"/>
          </p:cNvSpPr>
          <p:nvPr>
            <p:ph type="body" idx="63"/>
          </p:nvPr>
        </p:nvSpPr>
        <p:spPr>
          <a:xfrm>
            <a:off x="1512000" y="3081375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7" name="picture 1.2">
            <a:extLst>
              <a:ext uri="{FF2B5EF4-FFF2-40B4-BE49-F238E27FC236}">
                <a16:creationId xmlns:a16="http://schemas.microsoft.com/office/drawing/2014/main" id="{F170D24D-6D4B-CE20-8C48-B0E876550DE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540000" y="3081375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9" name="shadow 1.1">
            <a:extLst>
              <a:ext uri="{FF2B5EF4-FFF2-40B4-BE49-F238E27FC236}">
                <a16:creationId xmlns:a16="http://schemas.microsoft.com/office/drawing/2014/main" id="{8D3EDF33-EFB3-30DA-BE7A-0CF9B03715EE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540447" y="1991516"/>
            <a:ext cx="2124000" cy="900001"/>
          </a:xfrm>
          <a:prstGeom prst="roundRect">
            <a:avLst>
              <a:gd name="adj" fmla="val 6435"/>
            </a:avLst>
          </a:prstGeom>
          <a:solidFill>
            <a:schemeClr val="bg1"/>
          </a:solidFill>
          <a:ln w="6350">
            <a:noFill/>
          </a:ln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de-DE" i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 &lt;</a:t>
            </a:r>
          </a:p>
        </p:txBody>
      </p:sp>
      <p:sp>
        <p:nvSpPr>
          <p:cNvPr id="65" name="name 1.1">
            <a:extLst>
              <a:ext uri="{FF2B5EF4-FFF2-40B4-BE49-F238E27FC236}">
                <a16:creationId xmlns:a16="http://schemas.microsoft.com/office/drawing/2014/main" id="{A5E7A693-8355-9728-17E9-8AEBA527FE40}"/>
              </a:ext>
            </a:extLst>
          </p:cNvPr>
          <p:cNvSpPr>
            <a:spLocks noGrp="1"/>
          </p:cNvSpPr>
          <p:nvPr>
            <p:ph type="body" idx="62"/>
          </p:nvPr>
        </p:nvSpPr>
        <p:spPr>
          <a:xfrm>
            <a:off x="1512000" y="1989138"/>
            <a:ext cx="1188000" cy="900000"/>
          </a:xfrm>
        </p:spPr>
        <p:txBody>
          <a:bodyPr lIns="72000" tIns="108000" rIns="72000" anchor="t"/>
          <a:lstStyle>
            <a:lvl1pPr marL="0" indent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None/>
              <a:defRPr sz="1000" b="0" cap="all" spc="50" baseline="0"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0" indent="0">
              <a:lnSpc>
                <a:spcPts val="1200"/>
              </a:lnSpc>
              <a:spcBef>
                <a:spcPts val="100"/>
              </a:spcBef>
              <a:spcAft>
                <a:spcPts val="100"/>
              </a:spcAft>
              <a:buNone/>
              <a:tabLst/>
              <a:defRPr sz="1000" b="0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11" name="picture 1.1">
            <a:extLst>
              <a:ext uri="{FF2B5EF4-FFF2-40B4-BE49-F238E27FC236}">
                <a16:creationId xmlns:a16="http://schemas.microsoft.com/office/drawing/2014/main" id="{48BC97E5-F4FC-CFC7-7C93-504C59D7A2B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40000" y="1989138"/>
            <a:ext cx="900000" cy="9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73" name="subtitel 1">
            <a:extLst>
              <a:ext uri="{FF2B5EF4-FFF2-40B4-BE49-F238E27FC236}">
                <a16:creationId xmlns:a16="http://schemas.microsoft.com/office/drawing/2014/main" id="{DDF031AC-8E85-367D-65CB-E698D0871A97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540000" y="1524700"/>
            <a:ext cx="2124000" cy="360000"/>
          </a:xfrm>
        </p:spPr>
        <p:txBody>
          <a:bodyPr lIns="0" rIns="0" anchor="b" anchorCtr="0"/>
          <a:lstStyle>
            <a:lvl1pPr marL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None/>
              <a:defRPr sz="1200" b="0" cap="all" spc="100" baseline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1"/>
                </a:gra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86" name="title">
            <a:extLst>
              <a:ext uri="{FF2B5EF4-FFF2-40B4-BE49-F238E27FC236}">
                <a16:creationId xmlns:a16="http://schemas.microsoft.com/office/drawing/2014/main" id="{457734AF-380A-E58A-7517-29028ECF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4" name="navigation">
            <a:extLst>
              <a:ext uri="{FF2B5EF4-FFF2-40B4-BE49-F238E27FC236}">
                <a16:creationId xmlns:a16="http://schemas.microsoft.com/office/drawing/2014/main" id="{3CCF9C9E-CC68-9C72-1637-DC78701B6B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0949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50 : 3 contacts :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uilloche">
            <a:extLst>
              <a:ext uri="{FF2B5EF4-FFF2-40B4-BE49-F238E27FC236}">
                <a16:creationId xmlns:a16="http://schemas.microsoft.com/office/drawing/2014/main" id="{2D690E61-B1B9-DF37-1A50-82063C3469AF}"/>
              </a:ext>
            </a:extLst>
          </p:cNvPr>
          <p:cNvGrpSpPr/>
          <p:nvPr/>
        </p:nvGrpSpPr>
        <p:grpSpPr>
          <a:xfrm rot="16200000">
            <a:off x="6252317" y="-37489"/>
            <a:ext cx="5902193" cy="5977172"/>
            <a:chOff x="6289806" y="883368"/>
            <a:chExt cx="5902193" cy="5977172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7D67153B-5E45-58D5-4123-3CEB9CC61599}"/>
                </a:ext>
              </a:extLst>
            </p:cNvPr>
            <p:cNvSpPr/>
            <p:nvPr/>
          </p:nvSpPr>
          <p:spPr>
            <a:xfrm>
              <a:off x="6289806" y="883368"/>
              <a:ext cx="5900923" cy="5974632"/>
            </a:xfrm>
            <a:custGeom>
              <a:avLst/>
              <a:gdLst>
                <a:gd name="connsiteX0" fmla="*/ 55114 w 5900923"/>
                <a:gd name="connsiteY0" fmla="*/ 5974633 h 5974632"/>
                <a:gd name="connsiteX1" fmla="*/ 352294 w 5900923"/>
                <a:gd name="connsiteY1" fmla="*/ 4332523 h 5974632"/>
                <a:gd name="connsiteX2" fmla="*/ 352294 w 5900923"/>
                <a:gd name="connsiteY2" fmla="*/ 4332523 h 5974632"/>
                <a:gd name="connsiteX3" fmla="*/ 324353 w 5900923"/>
                <a:gd name="connsiteY3" fmla="*/ 4279183 h 5974632"/>
                <a:gd name="connsiteX4" fmla="*/ 1596894 w 5900923"/>
                <a:gd name="connsiteY4" fmla="*/ 324403 h 5974632"/>
                <a:gd name="connsiteX5" fmla="*/ 5091934 w 5900923"/>
                <a:gd name="connsiteY5" fmla="*/ 940353 h 5974632"/>
                <a:gd name="connsiteX6" fmla="*/ 5900924 w 5900923"/>
                <a:gd name="connsiteY6" fmla="*/ 1632503 h 597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00923" h="5974632">
                  <a:moveTo>
                    <a:pt x="55114" y="5974633"/>
                  </a:moveTo>
                  <a:cubicBezTo>
                    <a:pt x="678684" y="5459013"/>
                    <a:pt x="700274" y="4976413"/>
                    <a:pt x="352294" y="4332523"/>
                  </a:cubicBezTo>
                  <a:lnTo>
                    <a:pt x="352294" y="4332523"/>
                  </a:lnTo>
                  <a:cubicBezTo>
                    <a:pt x="343403" y="4314743"/>
                    <a:pt x="333244" y="4296963"/>
                    <a:pt x="324353" y="4279183"/>
                  </a:cubicBezTo>
                  <a:cubicBezTo>
                    <a:pt x="-416056" y="2835193"/>
                    <a:pt x="154173" y="1064813"/>
                    <a:pt x="1596894" y="324403"/>
                  </a:cubicBezTo>
                  <a:cubicBezTo>
                    <a:pt x="2795774" y="-290277"/>
                    <a:pt x="4219444" y="-1987"/>
                    <a:pt x="5091934" y="940353"/>
                  </a:cubicBezTo>
                  <a:cubicBezTo>
                    <a:pt x="5422134" y="1280713"/>
                    <a:pt x="5671054" y="1500423"/>
                    <a:pt x="5900924" y="163250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91FE4631-B486-9276-641B-2AB63860A81E}"/>
                </a:ext>
              </a:extLst>
            </p:cNvPr>
            <p:cNvSpPr/>
            <p:nvPr/>
          </p:nvSpPr>
          <p:spPr>
            <a:xfrm>
              <a:off x="6384924" y="1057170"/>
              <a:ext cx="5807075" cy="5800830"/>
            </a:xfrm>
            <a:custGeom>
              <a:avLst/>
              <a:gdLst>
                <a:gd name="connsiteX0" fmla="*/ 64135 w 5807075"/>
                <a:gd name="connsiteY0" fmla="*/ 5800830 h 5800830"/>
                <a:gd name="connsiteX1" fmla="*/ 342266 w 5807075"/>
                <a:gd name="connsiteY1" fmla="*/ 4212060 h 5800830"/>
                <a:gd name="connsiteX2" fmla="*/ 342266 w 5807075"/>
                <a:gd name="connsiteY2" fmla="*/ 4212060 h 5800830"/>
                <a:gd name="connsiteX3" fmla="*/ 315595 w 5807075"/>
                <a:gd name="connsiteY3" fmla="*/ 4161260 h 5800830"/>
                <a:gd name="connsiteX4" fmla="*/ 1553845 w 5807075"/>
                <a:gd name="connsiteY4" fmla="*/ 313160 h 5800830"/>
                <a:gd name="connsiteX5" fmla="*/ 4954906 w 5807075"/>
                <a:gd name="connsiteY5" fmla="*/ 912600 h 5800830"/>
                <a:gd name="connsiteX6" fmla="*/ 5807076 w 5807075"/>
                <a:gd name="connsiteY6" fmla="*/ 1627610 h 580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07075" h="5800830">
                  <a:moveTo>
                    <a:pt x="64135" y="5800830"/>
                  </a:moveTo>
                  <a:cubicBezTo>
                    <a:pt x="659766" y="5302990"/>
                    <a:pt x="677545" y="4835630"/>
                    <a:pt x="342266" y="4212060"/>
                  </a:cubicBezTo>
                  <a:lnTo>
                    <a:pt x="342266" y="4212060"/>
                  </a:lnTo>
                  <a:cubicBezTo>
                    <a:pt x="333376" y="4195550"/>
                    <a:pt x="324485" y="4177770"/>
                    <a:pt x="315595" y="4161260"/>
                  </a:cubicBezTo>
                  <a:cubicBezTo>
                    <a:pt x="-404494" y="2756640"/>
                    <a:pt x="149226" y="1034520"/>
                    <a:pt x="1553845" y="313160"/>
                  </a:cubicBezTo>
                  <a:cubicBezTo>
                    <a:pt x="2719706" y="-285010"/>
                    <a:pt x="4095116" y="5820"/>
                    <a:pt x="4954906" y="912600"/>
                  </a:cubicBezTo>
                  <a:cubicBezTo>
                    <a:pt x="5305426" y="1282170"/>
                    <a:pt x="5561966" y="1505690"/>
                    <a:pt x="5807076" y="162761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E39839CA-C623-11C1-31E5-4B293A40BE92}"/>
                </a:ext>
              </a:extLst>
            </p:cNvPr>
            <p:cNvSpPr/>
            <p:nvPr/>
          </p:nvSpPr>
          <p:spPr>
            <a:xfrm>
              <a:off x="6478449" y="1227205"/>
              <a:ext cx="5713550" cy="5629525"/>
            </a:xfrm>
            <a:custGeom>
              <a:avLst/>
              <a:gdLst>
                <a:gd name="connsiteX0" fmla="*/ 5713551 w 5713550"/>
                <a:gd name="connsiteY0" fmla="*/ 1613785 h 5629525"/>
                <a:gd name="connsiteX1" fmla="*/ 4818201 w 5713550"/>
                <a:gd name="connsiteY1" fmla="*/ 887345 h 5629525"/>
                <a:gd name="connsiteX2" fmla="*/ 1511120 w 5713550"/>
                <a:gd name="connsiteY2" fmla="*/ 304415 h 5629525"/>
                <a:gd name="connsiteX3" fmla="*/ 307160 w 5713550"/>
                <a:gd name="connsiteY3" fmla="*/ 4045836 h 5629525"/>
                <a:gd name="connsiteX4" fmla="*/ 333831 w 5713550"/>
                <a:gd name="connsiteY4" fmla="*/ 4095366 h 5629525"/>
                <a:gd name="connsiteX5" fmla="*/ 333831 w 5713550"/>
                <a:gd name="connsiteY5" fmla="*/ 4095366 h 5629525"/>
                <a:gd name="connsiteX6" fmla="*/ 74750 w 5713550"/>
                <a:gd name="connsiteY6" fmla="*/ 5629526 h 562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3550" h="5629525">
                  <a:moveTo>
                    <a:pt x="5713551" y="1613785"/>
                  </a:moveTo>
                  <a:cubicBezTo>
                    <a:pt x="5454470" y="1503296"/>
                    <a:pt x="5190310" y="1281046"/>
                    <a:pt x="4818201" y="887345"/>
                  </a:cubicBezTo>
                  <a:cubicBezTo>
                    <a:pt x="3982541" y="5965"/>
                    <a:pt x="2645231" y="-277245"/>
                    <a:pt x="1511120" y="304415"/>
                  </a:cubicBezTo>
                  <a:cubicBezTo>
                    <a:pt x="145870" y="1005456"/>
                    <a:pt x="-393880" y="2679316"/>
                    <a:pt x="307160" y="4045836"/>
                  </a:cubicBezTo>
                  <a:cubicBezTo>
                    <a:pt x="316050" y="4062346"/>
                    <a:pt x="324940" y="4078855"/>
                    <a:pt x="333831" y="4095366"/>
                  </a:cubicBezTo>
                  <a:lnTo>
                    <a:pt x="333831" y="4095366"/>
                  </a:lnTo>
                  <a:cubicBezTo>
                    <a:pt x="657681" y="4697346"/>
                    <a:pt x="642440" y="5149466"/>
                    <a:pt x="74750" y="5629526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0AC74664-55C5-C0E0-ECE1-A107C575F79C}"/>
                </a:ext>
              </a:extLst>
            </p:cNvPr>
            <p:cNvSpPr/>
            <p:nvPr/>
          </p:nvSpPr>
          <p:spPr>
            <a:xfrm>
              <a:off x="6573567" y="1398510"/>
              <a:ext cx="5618432" cy="5459490"/>
            </a:xfrm>
            <a:custGeom>
              <a:avLst/>
              <a:gdLst>
                <a:gd name="connsiteX0" fmla="*/ 5618433 w 5618432"/>
                <a:gd name="connsiteY0" fmla="*/ 1593611 h 5459490"/>
                <a:gd name="connsiteX1" fmla="*/ 4679902 w 5618432"/>
                <a:gd name="connsiteY1" fmla="*/ 862091 h 5459490"/>
                <a:gd name="connsiteX2" fmla="*/ 1468073 w 5618432"/>
                <a:gd name="connsiteY2" fmla="*/ 295671 h 5459490"/>
                <a:gd name="connsiteX3" fmla="*/ 298402 w 5618432"/>
                <a:gd name="connsiteY3" fmla="*/ 3930411 h 5459490"/>
                <a:gd name="connsiteX4" fmla="*/ 323802 w 5618432"/>
                <a:gd name="connsiteY4" fmla="*/ 3978671 h 5459490"/>
                <a:gd name="connsiteX5" fmla="*/ 323802 w 5618432"/>
                <a:gd name="connsiteY5" fmla="*/ 3978671 h 5459490"/>
                <a:gd name="connsiteX6" fmla="*/ 83772 w 5618432"/>
                <a:gd name="connsiteY6" fmla="*/ 5459491 h 5459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18432" h="5459490">
                  <a:moveTo>
                    <a:pt x="5618433" y="1593611"/>
                  </a:moveTo>
                  <a:cubicBezTo>
                    <a:pt x="5344113" y="1498361"/>
                    <a:pt x="5074873" y="1278651"/>
                    <a:pt x="4679902" y="862091"/>
                  </a:cubicBezTo>
                  <a:cubicBezTo>
                    <a:pt x="3868373" y="6111"/>
                    <a:pt x="2569163" y="-269479"/>
                    <a:pt x="1468073" y="295671"/>
                  </a:cubicBezTo>
                  <a:cubicBezTo>
                    <a:pt x="140922" y="976391"/>
                    <a:pt x="-382318" y="2603261"/>
                    <a:pt x="298402" y="3930411"/>
                  </a:cubicBezTo>
                  <a:cubicBezTo>
                    <a:pt x="307292" y="3946921"/>
                    <a:pt x="314913" y="3963431"/>
                    <a:pt x="323802" y="3978671"/>
                  </a:cubicBezTo>
                  <a:lnTo>
                    <a:pt x="323802" y="3978671"/>
                  </a:lnTo>
                  <a:cubicBezTo>
                    <a:pt x="636223" y="4559061"/>
                    <a:pt x="623523" y="4995941"/>
                    <a:pt x="83772" y="5459491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7986C8FA-9652-C699-05D7-F372A6391406}"/>
                </a:ext>
              </a:extLst>
            </p:cNvPr>
            <p:cNvSpPr/>
            <p:nvPr/>
          </p:nvSpPr>
          <p:spPr>
            <a:xfrm>
              <a:off x="6668922" y="1569135"/>
              <a:ext cx="5523077" cy="5290134"/>
            </a:xfrm>
            <a:custGeom>
              <a:avLst/>
              <a:gdLst>
                <a:gd name="connsiteX0" fmla="*/ 5523078 w 5523077"/>
                <a:gd name="connsiteY0" fmla="*/ 1567765 h 5290134"/>
                <a:gd name="connsiteX1" fmla="*/ 4542638 w 5523077"/>
                <a:gd name="connsiteY1" fmla="*/ 836245 h 5290134"/>
                <a:gd name="connsiteX2" fmla="*/ 1424787 w 5523077"/>
                <a:gd name="connsiteY2" fmla="*/ 287605 h 5290134"/>
                <a:gd name="connsiteX3" fmla="*/ 289408 w 5523077"/>
                <a:gd name="connsiteY3" fmla="*/ 3815665 h 5290134"/>
                <a:gd name="connsiteX4" fmla="*/ 314808 w 5523077"/>
                <a:gd name="connsiteY4" fmla="*/ 3862656 h 5290134"/>
                <a:gd name="connsiteX5" fmla="*/ 314808 w 5523077"/>
                <a:gd name="connsiteY5" fmla="*/ 3862656 h 5290134"/>
                <a:gd name="connsiteX6" fmla="*/ 93827 w 5523077"/>
                <a:gd name="connsiteY6" fmla="*/ 5290135 h 5290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23077" h="5290134">
                  <a:moveTo>
                    <a:pt x="5523078" y="1567765"/>
                  </a:moveTo>
                  <a:cubicBezTo>
                    <a:pt x="5230978" y="1489025"/>
                    <a:pt x="4959197" y="1275665"/>
                    <a:pt x="4542638" y="836245"/>
                  </a:cubicBezTo>
                  <a:cubicBezTo>
                    <a:pt x="3755237" y="4395"/>
                    <a:pt x="2494128" y="-261035"/>
                    <a:pt x="1424787" y="287605"/>
                  </a:cubicBezTo>
                  <a:cubicBezTo>
                    <a:pt x="137008" y="948005"/>
                    <a:pt x="-370993" y="2527885"/>
                    <a:pt x="289408" y="3815665"/>
                  </a:cubicBezTo>
                  <a:cubicBezTo>
                    <a:pt x="297027" y="3830906"/>
                    <a:pt x="305918" y="3847415"/>
                    <a:pt x="314808" y="3862656"/>
                  </a:cubicBezTo>
                  <a:lnTo>
                    <a:pt x="314808" y="3862656"/>
                  </a:lnTo>
                  <a:cubicBezTo>
                    <a:pt x="615797" y="4421456"/>
                    <a:pt x="606908" y="4843095"/>
                    <a:pt x="93827" y="5290135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D11DD955-2649-EA93-58FC-5631404F3C1A}"/>
                </a:ext>
              </a:extLst>
            </p:cNvPr>
            <p:cNvSpPr/>
            <p:nvPr/>
          </p:nvSpPr>
          <p:spPr>
            <a:xfrm>
              <a:off x="6763006" y="1740440"/>
              <a:ext cx="5428993" cy="5118830"/>
            </a:xfrm>
            <a:custGeom>
              <a:avLst/>
              <a:gdLst>
                <a:gd name="connsiteX0" fmla="*/ 5428993 w 5428993"/>
                <a:gd name="connsiteY0" fmla="*/ 1537431 h 5118830"/>
                <a:gd name="connsiteX1" fmla="*/ 4405374 w 5428993"/>
                <a:gd name="connsiteY1" fmla="*/ 810990 h 5118830"/>
                <a:gd name="connsiteX2" fmla="*/ 1381503 w 5428993"/>
                <a:gd name="connsiteY2" fmla="*/ 278860 h 5118830"/>
                <a:gd name="connsiteX3" fmla="*/ 280413 w 5428993"/>
                <a:gd name="connsiteY3" fmla="*/ 3700240 h 5118830"/>
                <a:gd name="connsiteX4" fmla="*/ 304543 w 5428993"/>
                <a:gd name="connsiteY4" fmla="*/ 3745961 h 5118830"/>
                <a:gd name="connsiteX5" fmla="*/ 304543 w 5428993"/>
                <a:gd name="connsiteY5" fmla="*/ 3745961 h 5118830"/>
                <a:gd name="connsiteX6" fmla="*/ 102613 w 5428993"/>
                <a:gd name="connsiteY6" fmla="*/ 5118830 h 511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8993" h="5118830">
                  <a:moveTo>
                    <a:pt x="5428993" y="1537431"/>
                  </a:moveTo>
                  <a:cubicBezTo>
                    <a:pt x="5117843" y="1477740"/>
                    <a:pt x="4843524" y="1273271"/>
                    <a:pt x="4405374" y="810990"/>
                  </a:cubicBezTo>
                  <a:cubicBezTo>
                    <a:pt x="3640833" y="4540"/>
                    <a:pt x="2419093" y="-253270"/>
                    <a:pt x="1381503" y="278860"/>
                  </a:cubicBezTo>
                  <a:cubicBezTo>
                    <a:pt x="133093" y="918940"/>
                    <a:pt x="-359667" y="2450561"/>
                    <a:pt x="280413" y="3700240"/>
                  </a:cubicBezTo>
                  <a:cubicBezTo>
                    <a:pt x="288033" y="3715481"/>
                    <a:pt x="296923" y="3730720"/>
                    <a:pt x="304543" y="3745961"/>
                  </a:cubicBezTo>
                  <a:lnTo>
                    <a:pt x="304543" y="3745961"/>
                  </a:lnTo>
                  <a:cubicBezTo>
                    <a:pt x="594103" y="4283171"/>
                    <a:pt x="587753" y="4690841"/>
                    <a:pt x="102613" y="511883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AB3CA12B-FF0C-5EF6-2E1A-E4028C29AFD1}"/>
                </a:ext>
              </a:extLst>
            </p:cNvPr>
            <p:cNvSpPr/>
            <p:nvPr/>
          </p:nvSpPr>
          <p:spPr>
            <a:xfrm>
              <a:off x="6856295" y="1910475"/>
              <a:ext cx="5335704" cy="4948795"/>
            </a:xfrm>
            <a:custGeom>
              <a:avLst/>
              <a:gdLst>
                <a:gd name="connsiteX0" fmla="*/ 5335705 w 5335704"/>
                <a:gd name="connsiteY0" fmla="*/ 1500746 h 4948795"/>
                <a:gd name="connsiteX1" fmla="*/ 4268905 w 5335704"/>
                <a:gd name="connsiteY1" fmla="*/ 785736 h 4948795"/>
                <a:gd name="connsiteX2" fmla="*/ 1339014 w 5335704"/>
                <a:gd name="connsiteY2" fmla="*/ 270116 h 4948795"/>
                <a:gd name="connsiteX3" fmla="*/ 272214 w 5335704"/>
                <a:gd name="connsiteY3" fmla="*/ 3584816 h 4948795"/>
                <a:gd name="connsiteX4" fmla="*/ 295074 w 5335704"/>
                <a:gd name="connsiteY4" fmla="*/ 3629266 h 4948795"/>
                <a:gd name="connsiteX5" fmla="*/ 295074 w 5335704"/>
                <a:gd name="connsiteY5" fmla="*/ 3629266 h 4948795"/>
                <a:gd name="connsiteX6" fmla="*/ 112194 w 5335704"/>
                <a:gd name="connsiteY6" fmla="*/ 4948795 h 494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35704" h="4948795">
                  <a:moveTo>
                    <a:pt x="5335705" y="1500746"/>
                  </a:moveTo>
                  <a:cubicBezTo>
                    <a:pt x="5001695" y="1462646"/>
                    <a:pt x="4728645" y="1270876"/>
                    <a:pt x="4268905" y="785736"/>
                  </a:cubicBezTo>
                  <a:cubicBezTo>
                    <a:pt x="3528495" y="4686"/>
                    <a:pt x="2343585" y="-245504"/>
                    <a:pt x="1339014" y="270116"/>
                  </a:cubicBezTo>
                  <a:cubicBezTo>
                    <a:pt x="128704" y="891146"/>
                    <a:pt x="-348815" y="2374506"/>
                    <a:pt x="272214" y="3584816"/>
                  </a:cubicBezTo>
                  <a:cubicBezTo>
                    <a:pt x="279835" y="3600056"/>
                    <a:pt x="287454" y="3614026"/>
                    <a:pt x="295074" y="3629266"/>
                  </a:cubicBezTo>
                  <a:lnTo>
                    <a:pt x="295074" y="3629266"/>
                  </a:lnTo>
                  <a:cubicBezTo>
                    <a:pt x="573204" y="4144886"/>
                    <a:pt x="569394" y="4537316"/>
                    <a:pt x="112194" y="4948795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" name="Freeform 11">
              <a:extLst>
                <a:ext uri="{FF2B5EF4-FFF2-40B4-BE49-F238E27FC236}">
                  <a16:creationId xmlns:a16="http://schemas.microsoft.com/office/drawing/2014/main" id="{50750699-D775-11F2-33E2-DB584A6BA267}"/>
                </a:ext>
              </a:extLst>
            </p:cNvPr>
            <p:cNvSpPr/>
            <p:nvPr/>
          </p:nvSpPr>
          <p:spPr>
            <a:xfrm>
              <a:off x="6951650" y="2080510"/>
              <a:ext cx="5240349" cy="4777490"/>
            </a:xfrm>
            <a:custGeom>
              <a:avLst/>
              <a:gdLst>
                <a:gd name="connsiteX0" fmla="*/ 5240350 w 5240349"/>
                <a:gd name="connsiteY0" fmla="*/ 1458981 h 4777490"/>
                <a:gd name="connsiteX1" fmla="*/ 4130370 w 5240349"/>
                <a:gd name="connsiteY1" fmla="*/ 760481 h 4777490"/>
                <a:gd name="connsiteX2" fmla="*/ 1295730 w 5240349"/>
                <a:gd name="connsiteY2" fmla="*/ 261371 h 4777490"/>
                <a:gd name="connsiteX3" fmla="*/ 263220 w 5240349"/>
                <a:gd name="connsiteY3" fmla="*/ 3469391 h 4777490"/>
                <a:gd name="connsiteX4" fmla="*/ 286080 w 5240349"/>
                <a:gd name="connsiteY4" fmla="*/ 3512571 h 4777490"/>
                <a:gd name="connsiteX5" fmla="*/ 286080 w 5240349"/>
                <a:gd name="connsiteY5" fmla="*/ 3512571 h 4777490"/>
                <a:gd name="connsiteX6" fmla="*/ 122250 w 5240349"/>
                <a:gd name="connsiteY6" fmla="*/ 4777491 h 4777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40349" h="4777490">
                  <a:moveTo>
                    <a:pt x="5240350" y="1458981"/>
                  </a:moveTo>
                  <a:cubicBezTo>
                    <a:pt x="4879670" y="1443741"/>
                    <a:pt x="4610430" y="1267211"/>
                    <a:pt x="4130370" y="760481"/>
                  </a:cubicBezTo>
                  <a:cubicBezTo>
                    <a:pt x="3414090" y="4831"/>
                    <a:pt x="2267280" y="-237739"/>
                    <a:pt x="1295730" y="261371"/>
                  </a:cubicBezTo>
                  <a:cubicBezTo>
                    <a:pt x="124790" y="862081"/>
                    <a:pt x="-337490" y="2298451"/>
                    <a:pt x="263220" y="3469391"/>
                  </a:cubicBezTo>
                  <a:cubicBezTo>
                    <a:pt x="270840" y="3483361"/>
                    <a:pt x="278460" y="3498601"/>
                    <a:pt x="286080" y="3512571"/>
                  </a:cubicBezTo>
                  <a:lnTo>
                    <a:pt x="286080" y="3512571"/>
                  </a:lnTo>
                  <a:cubicBezTo>
                    <a:pt x="552780" y="4006601"/>
                    <a:pt x="551510" y="4383791"/>
                    <a:pt x="122250" y="4777491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" name="Freeform 12">
              <a:extLst>
                <a:ext uri="{FF2B5EF4-FFF2-40B4-BE49-F238E27FC236}">
                  <a16:creationId xmlns:a16="http://schemas.microsoft.com/office/drawing/2014/main" id="{B19F819F-8911-D3B1-C909-8E2B7BFAE401}"/>
                </a:ext>
              </a:extLst>
            </p:cNvPr>
            <p:cNvSpPr/>
            <p:nvPr/>
          </p:nvSpPr>
          <p:spPr>
            <a:xfrm>
              <a:off x="7047005" y="2251814"/>
              <a:ext cx="5144994" cy="4607455"/>
            </a:xfrm>
            <a:custGeom>
              <a:avLst/>
              <a:gdLst>
                <a:gd name="connsiteX0" fmla="*/ 5144995 w 5144994"/>
                <a:gd name="connsiteY0" fmla="*/ 1410866 h 4607455"/>
                <a:gd name="connsiteX1" fmla="*/ 3993105 w 5144994"/>
                <a:gd name="connsiteY1" fmla="*/ 735226 h 4607455"/>
                <a:gd name="connsiteX2" fmla="*/ 1252445 w 5144994"/>
                <a:gd name="connsiteY2" fmla="*/ 252626 h 4607455"/>
                <a:gd name="connsiteX3" fmla="*/ 254225 w 5144994"/>
                <a:gd name="connsiteY3" fmla="*/ 3353966 h 4607455"/>
                <a:gd name="connsiteX4" fmla="*/ 275815 w 5144994"/>
                <a:gd name="connsiteY4" fmla="*/ 3395876 h 4607455"/>
                <a:gd name="connsiteX5" fmla="*/ 275815 w 5144994"/>
                <a:gd name="connsiteY5" fmla="*/ 3395876 h 4607455"/>
                <a:gd name="connsiteX6" fmla="*/ 129765 w 5144994"/>
                <a:gd name="connsiteY6" fmla="*/ 4607456 h 460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994" h="4607455">
                  <a:moveTo>
                    <a:pt x="5144995" y="1410866"/>
                  </a:moveTo>
                  <a:cubicBezTo>
                    <a:pt x="4753835" y="1418486"/>
                    <a:pt x="4490945" y="1261006"/>
                    <a:pt x="3993105" y="735226"/>
                  </a:cubicBezTo>
                  <a:cubicBezTo>
                    <a:pt x="3300955" y="4976"/>
                    <a:pt x="2192245" y="-229974"/>
                    <a:pt x="1252445" y="252626"/>
                  </a:cubicBezTo>
                  <a:cubicBezTo>
                    <a:pt x="120875" y="833016"/>
                    <a:pt x="-326165" y="2221126"/>
                    <a:pt x="254225" y="3353966"/>
                  </a:cubicBezTo>
                  <a:cubicBezTo>
                    <a:pt x="261845" y="3367936"/>
                    <a:pt x="268195" y="3381906"/>
                    <a:pt x="275815" y="3395876"/>
                  </a:cubicBezTo>
                  <a:lnTo>
                    <a:pt x="275815" y="3395876"/>
                  </a:lnTo>
                  <a:cubicBezTo>
                    <a:pt x="531085" y="3869586"/>
                    <a:pt x="532355" y="4230266"/>
                    <a:pt x="129765" y="4607456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" name="Freeform 13">
              <a:extLst>
                <a:ext uri="{FF2B5EF4-FFF2-40B4-BE49-F238E27FC236}">
                  <a16:creationId xmlns:a16="http://schemas.microsoft.com/office/drawing/2014/main" id="{E5F32A0E-C424-0311-1110-F98C56861EC8}"/>
                </a:ext>
              </a:extLst>
            </p:cNvPr>
            <p:cNvSpPr/>
            <p:nvPr/>
          </p:nvSpPr>
          <p:spPr>
            <a:xfrm>
              <a:off x="7140852" y="2422751"/>
              <a:ext cx="5051147" cy="4435249"/>
            </a:xfrm>
            <a:custGeom>
              <a:avLst/>
              <a:gdLst>
                <a:gd name="connsiteX0" fmla="*/ 5051147 w 5051147"/>
                <a:gd name="connsiteY0" fmla="*/ 1358040 h 4435249"/>
                <a:gd name="connsiteX1" fmla="*/ 3856078 w 5051147"/>
                <a:gd name="connsiteY1" fmla="*/ 709070 h 4435249"/>
                <a:gd name="connsiteX2" fmla="*/ 1209397 w 5051147"/>
                <a:gd name="connsiteY2" fmla="*/ 244250 h 4435249"/>
                <a:gd name="connsiteX3" fmla="*/ 245467 w 5051147"/>
                <a:gd name="connsiteY3" fmla="*/ 3238910 h 4435249"/>
                <a:gd name="connsiteX4" fmla="*/ 267057 w 5051147"/>
                <a:gd name="connsiteY4" fmla="*/ 3278280 h 4435249"/>
                <a:gd name="connsiteX5" fmla="*/ 267057 w 5051147"/>
                <a:gd name="connsiteY5" fmla="*/ 3278280 h 4435249"/>
                <a:gd name="connsiteX6" fmla="*/ 138787 w 5051147"/>
                <a:gd name="connsiteY6" fmla="*/ 4435250 h 4435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51147" h="4435249">
                  <a:moveTo>
                    <a:pt x="5051147" y="1358040"/>
                  </a:moveTo>
                  <a:cubicBezTo>
                    <a:pt x="4626967" y="1389790"/>
                    <a:pt x="4371697" y="1252630"/>
                    <a:pt x="3856078" y="709070"/>
                  </a:cubicBezTo>
                  <a:cubicBezTo>
                    <a:pt x="3186788" y="4220"/>
                    <a:pt x="2117447" y="-221840"/>
                    <a:pt x="1209397" y="244250"/>
                  </a:cubicBezTo>
                  <a:cubicBezTo>
                    <a:pt x="115928" y="805590"/>
                    <a:pt x="-314603" y="2145440"/>
                    <a:pt x="245467" y="3238910"/>
                  </a:cubicBezTo>
                  <a:cubicBezTo>
                    <a:pt x="251817" y="3252880"/>
                    <a:pt x="259437" y="3265580"/>
                    <a:pt x="267057" y="3278280"/>
                  </a:cubicBezTo>
                  <a:lnTo>
                    <a:pt x="267057" y="3278280"/>
                  </a:lnTo>
                  <a:cubicBezTo>
                    <a:pt x="510897" y="3730400"/>
                    <a:pt x="514707" y="4077110"/>
                    <a:pt x="138787" y="443525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67C6CB65-F0B5-DA1A-2659-C96C60980A6E}"/>
                </a:ext>
              </a:extLst>
            </p:cNvPr>
            <p:cNvSpPr/>
            <p:nvPr/>
          </p:nvSpPr>
          <p:spPr>
            <a:xfrm>
              <a:off x="7234378" y="2592843"/>
              <a:ext cx="4957621" cy="4265157"/>
            </a:xfrm>
            <a:custGeom>
              <a:avLst/>
              <a:gdLst>
                <a:gd name="connsiteX0" fmla="*/ 4957622 w 4957621"/>
                <a:gd name="connsiteY0" fmla="*/ 1302248 h 4265157"/>
                <a:gd name="connsiteX1" fmla="*/ 3719372 w 4957621"/>
                <a:gd name="connsiteY1" fmla="*/ 685028 h 4265157"/>
                <a:gd name="connsiteX2" fmla="*/ 1166672 w 4957621"/>
                <a:gd name="connsiteY2" fmla="*/ 235447 h 4265157"/>
                <a:gd name="connsiteX3" fmla="*/ 237032 w 4957621"/>
                <a:gd name="connsiteY3" fmla="*/ 3123428 h 4265157"/>
                <a:gd name="connsiteX4" fmla="*/ 257352 w 4957621"/>
                <a:gd name="connsiteY4" fmla="*/ 3161528 h 4265157"/>
                <a:gd name="connsiteX5" fmla="*/ 257352 w 4957621"/>
                <a:gd name="connsiteY5" fmla="*/ 3161528 h 4265157"/>
                <a:gd name="connsiteX6" fmla="*/ 146862 w 4957621"/>
                <a:gd name="connsiteY6" fmla="*/ 4265158 h 4265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57621" h="4265157">
                  <a:moveTo>
                    <a:pt x="4957622" y="1302248"/>
                  </a:moveTo>
                  <a:cubicBezTo>
                    <a:pt x="4495342" y="1356858"/>
                    <a:pt x="4250232" y="1245098"/>
                    <a:pt x="3719372" y="685028"/>
                  </a:cubicBezTo>
                  <a:cubicBezTo>
                    <a:pt x="3074212" y="4307"/>
                    <a:pt x="2042972" y="-214133"/>
                    <a:pt x="1166672" y="235447"/>
                  </a:cubicBezTo>
                  <a:cubicBezTo>
                    <a:pt x="112572" y="776467"/>
                    <a:pt x="-303988" y="2069328"/>
                    <a:pt x="237032" y="3123428"/>
                  </a:cubicBezTo>
                  <a:cubicBezTo>
                    <a:pt x="243382" y="3136128"/>
                    <a:pt x="251002" y="3148828"/>
                    <a:pt x="257352" y="3161528"/>
                  </a:cubicBezTo>
                  <a:lnTo>
                    <a:pt x="257352" y="3161528"/>
                  </a:lnTo>
                  <a:cubicBezTo>
                    <a:pt x="489762" y="3592058"/>
                    <a:pt x="496112" y="3923527"/>
                    <a:pt x="146862" y="4265158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87C2CF79-14FD-7494-92B3-2D7A74A63EFD}"/>
                </a:ext>
              </a:extLst>
            </p:cNvPr>
            <p:cNvSpPr/>
            <p:nvPr/>
          </p:nvSpPr>
          <p:spPr>
            <a:xfrm>
              <a:off x="7329732" y="2764148"/>
              <a:ext cx="4862267" cy="4093852"/>
            </a:xfrm>
            <a:custGeom>
              <a:avLst/>
              <a:gdLst>
                <a:gd name="connsiteX0" fmla="*/ 4862268 w 4862267"/>
                <a:gd name="connsiteY0" fmla="*/ 1241433 h 4093852"/>
                <a:gd name="connsiteX1" fmla="*/ 3580837 w 4862267"/>
                <a:gd name="connsiteY1" fmla="*/ 659773 h 4093852"/>
                <a:gd name="connsiteX2" fmla="*/ 1123387 w 4862267"/>
                <a:gd name="connsiteY2" fmla="*/ 226703 h 4093852"/>
                <a:gd name="connsiteX3" fmla="*/ 228037 w 4862267"/>
                <a:gd name="connsiteY3" fmla="*/ 3008003 h 4093852"/>
                <a:gd name="connsiteX4" fmla="*/ 247087 w 4862267"/>
                <a:gd name="connsiteY4" fmla="*/ 3044833 h 4093852"/>
                <a:gd name="connsiteX5" fmla="*/ 247087 w 4862267"/>
                <a:gd name="connsiteY5" fmla="*/ 3044833 h 4093852"/>
                <a:gd name="connsiteX6" fmla="*/ 154377 w 4862267"/>
                <a:gd name="connsiteY6" fmla="*/ 4093853 h 4093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62267" h="4093852">
                  <a:moveTo>
                    <a:pt x="4862268" y="1241433"/>
                  </a:moveTo>
                  <a:cubicBezTo>
                    <a:pt x="4356808" y="1318903"/>
                    <a:pt x="4124398" y="1232543"/>
                    <a:pt x="3580837" y="659773"/>
                  </a:cubicBezTo>
                  <a:cubicBezTo>
                    <a:pt x="2959808" y="4453"/>
                    <a:pt x="1966668" y="-206367"/>
                    <a:pt x="1123387" y="226703"/>
                  </a:cubicBezTo>
                  <a:cubicBezTo>
                    <a:pt x="108658" y="747403"/>
                    <a:pt x="-292663" y="1992003"/>
                    <a:pt x="228037" y="3008003"/>
                  </a:cubicBezTo>
                  <a:cubicBezTo>
                    <a:pt x="234387" y="3020703"/>
                    <a:pt x="240737" y="3033403"/>
                    <a:pt x="247087" y="3044833"/>
                  </a:cubicBezTo>
                  <a:lnTo>
                    <a:pt x="247087" y="3044833"/>
                  </a:lnTo>
                  <a:cubicBezTo>
                    <a:pt x="468068" y="3453773"/>
                    <a:pt x="476958" y="3770003"/>
                    <a:pt x="154377" y="409385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" name="Freeform 16">
              <a:extLst>
                <a:ext uri="{FF2B5EF4-FFF2-40B4-BE49-F238E27FC236}">
                  <a16:creationId xmlns:a16="http://schemas.microsoft.com/office/drawing/2014/main" id="{06096FF5-256D-D661-9B46-B2E65D33030B}"/>
                </a:ext>
              </a:extLst>
            </p:cNvPr>
            <p:cNvSpPr/>
            <p:nvPr/>
          </p:nvSpPr>
          <p:spPr>
            <a:xfrm>
              <a:off x="7424850" y="2934745"/>
              <a:ext cx="4767149" cy="3923255"/>
            </a:xfrm>
            <a:custGeom>
              <a:avLst/>
              <a:gdLst>
                <a:gd name="connsiteX0" fmla="*/ 4767149 w 4767149"/>
                <a:gd name="connsiteY0" fmla="*/ 1178785 h 3923255"/>
                <a:gd name="connsiteX1" fmla="*/ 3443809 w 4767149"/>
                <a:gd name="connsiteY1" fmla="*/ 633956 h 3923255"/>
                <a:gd name="connsiteX2" fmla="*/ 1080339 w 4767149"/>
                <a:gd name="connsiteY2" fmla="*/ 217395 h 3923255"/>
                <a:gd name="connsiteX3" fmla="*/ 219280 w 4767149"/>
                <a:gd name="connsiteY3" fmla="*/ 2892015 h 3923255"/>
                <a:gd name="connsiteX4" fmla="*/ 238330 w 4767149"/>
                <a:gd name="connsiteY4" fmla="*/ 2927576 h 3923255"/>
                <a:gd name="connsiteX5" fmla="*/ 238330 w 4767149"/>
                <a:gd name="connsiteY5" fmla="*/ 2927576 h 3923255"/>
                <a:gd name="connsiteX6" fmla="*/ 162130 w 4767149"/>
                <a:gd name="connsiteY6" fmla="*/ 3923256 h 3923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7149" h="3923255">
                  <a:moveTo>
                    <a:pt x="4767149" y="1178785"/>
                  </a:moveTo>
                  <a:cubicBezTo>
                    <a:pt x="4215969" y="1276576"/>
                    <a:pt x="3997530" y="1219426"/>
                    <a:pt x="3443809" y="633956"/>
                  </a:cubicBezTo>
                  <a:cubicBezTo>
                    <a:pt x="2846909" y="4035"/>
                    <a:pt x="1890599" y="-197895"/>
                    <a:pt x="1080339" y="217395"/>
                  </a:cubicBezTo>
                  <a:cubicBezTo>
                    <a:pt x="103709" y="717776"/>
                    <a:pt x="-281101" y="1915385"/>
                    <a:pt x="219280" y="2892015"/>
                  </a:cubicBezTo>
                  <a:cubicBezTo>
                    <a:pt x="225630" y="2903446"/>
                    <a:pt x="231980" y="2916146"/>
                    <a:pt x="238330" y="2927576"/>
                  </a:cubicBezTo>
                  <a:lnTo>
                    <a:pt x="238330" y="2927576"/>
                  </a:lnTo>
                  <a:cubicBezTo>
                    <a:pt x="446609" y="3314926"/>
                    <a:pt x="459309" y="3615915"/>
                    <a:pt x="162130" y="3923256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" name="Freeform 17">
              <a:extLst>
                <a:ext uri="{FF2B5EF4-FFF2-40B4-BE49-F238E27FC236}">
                  <a16:creationId xmlns:a16="http://schemas.microsoft.com/office/drawing/2014/main" id="{6F60E12C-C462-7F5F-12DD-4A7C16EB5502}"/>
                </a:ext>
              </a:extLst>
            </p:cNvPr>
            <p:cNvSpPr/>
            <p:nvPr/>
          </p:nvSpPr>
          <p:spPr>
            <a:xfrm>
              <a:off x="7518935" y="3105739"/>
              <a:ext cx="4673064" cy="3752261"/>
            </a:xfrm>
            <a:custGeom>
              <a:avLst/>
              <a:gdLst>
                <a:gd name="connsiteX0" fmla="*/ 4673065 w 4673064"/>
                <a:gd name="connsiteY0" fmla="*/ 1113202 h 3752261"/>
                <a:gd name="connsiteX1" fmla="*/ 3306545 w 4673064"/>
                <a:gd name="connsiteY1" fmla="*/ 609012 h 3752261"/>
                <a:gd name="connsiteX2" fmla="*/ 1037055 w 4673064"/>
                <a:gd name="connsiteY2" fmla="*/ 208962 h 3752261"/>
                <a:gd name="connsiteX3" fmla="*/ 210285 w 4673064"/>
                <a:gd name="connsiteY3" fmla="*/ 2776902 h 3752261"/>
                <a:gd name="connsiteX4" fmla="*/ 228065 w 4673064"/>
                <a:gd name="connsiteY4" fmla="*/ 2811192 h 3752261"/>
                <a:gd name="connsiteX5" fmla="*/ 228065 w 4673064"/>
                <a:gd name="connsiteY5" fmla="*/ 2811192 h 3752261"/>
                <a:gd name="connsiteX6" fmla="*/ 168375 w 4673064"/>
                <a:gd name="connsiteY6" fmla="*/ 3752262 h 3752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73064" h="3752261">
                  <a:moveTo>
                    <a:pt x="4673065" y="1113202"/>
                  </a:moveTo>
                  <a:cubicBezTo>
                    <a:pt x="4071085" y="1230042"/>
                    <a:pt x="3870425" y="1203372"/>
                    <a:pt x="3306545" y="609012"/>
                  </a:cubicBezTo>
                  <a:cubicBezTo>
                    <a:pt x="2732505" y="3222"/>
                    <a:pt x="1815565" y="-189818"/>
                    <a:pt x="1037055" y="208962"/>
                  </a:cubicBezTo>
                  <a:cubicBezTo>
                    <a:pt x="99795" y="690292"/>
                    <a:pt x="-269775" y="1839642"/>
                    <a:pt x="210285" y="2776902"/>
                  </a:cubicBezTo>
                  <a:cubicBezTo>
                    <a:pt x="216635" y="2788332"/>
                    <a:pt x="221715" y="2799762"/>
                    <a:pt x="228065" y="2811192"/>
                  </a:cubicBezTo>
                  <a:lnTo>
                    <a:pt x="228065" y="2811192"/>
                  </a:lnTo>
                  <a:cubicBezTo>
                    <a:pt x="424915" y="3176952"/>
                    <a:pt x="438885" y="3462702"/>
                    <a:pt x="168375" y="3752262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" name="Freeform 18">
              <a:extLst>
                <a:ext uri="{FF2B5EF4-FFF2-40B4-BE49-F238E27FC236}">
                  <a16:creationId xmlns:a16="http://schemas.microsoft.com/office/drawing/2014/main" id="{84F0FA95-B786-E935-EFFA-4B252ED0D6A1}"/>
                </a:ext>
              </a:extLst>
            </p:cNvPr>
            <p:cNvSpPr/>
            <p:nvPr/>
          </p:nvSpPr>
          <p:spPr>
            <a:xfrm>
              <a:off x="7613019" y="3275774"/>
              <a:ext cx="4578980" cy="3582226"/>
            </a:xfrm>
            <a:custGeom>
              <a:avLst/>
              <a:gdLst>
                <a:gd name="connsiteX0" fmla="*/ 4578981 w 4578980"/>
                <a:gd name="connsiteY0" fmla="*/ 1049847 h 3582226"/>
                <a:gd name="connsiteX1" fmla="*/ 4519291 w 4578980"/>
                <a:gd name="connsiteY1" fmla="*/ 1060007 h 3582226"/>
                <a:gd name="connsiteX2" fmla="*/ 4519291 w 4578980"/>
                <a:gd name="connsiteY2" fmla="*/ 1060007 h 3582226"/>
                <a:gd name="connsiteX3" fmla="*/ 3169281 w 4578980"/>
                <a:gd name="connsiteY3" fmla="*/ 583757 h 3582226"/>
                <a:gd name="connsiteX4" fmla="*/ 993771 w 4578980"/>
                <a:gd name="connsiteY4" fmla="*/ 200217 h 3582226"/>
                <a:gd name="connsiteX5" fmla="*/ 201290 w 4578980"/>
                <a:gd name="connsiteY5" fmla="*/ 2661477 h 3582226"/>
                <a:gd name="connsiteX6" fmla="*/ 219071 w 4578980"/>
                <a:gd name="connsiteY6" fmla="*/ 2694497 h 3582226"/>
                <a:gd name="connsiteX7" fmla="*/ 219071 w 4578980"/>
                <a:gd name="connsiteY7" fmla="*/ 2694497 h 3582226"/>
                <a:gd name="connsiteX8" fmla="*/ 175890 w 4578980"/>
                <a:gd name="connsiteY8" fmla="*/ 3582227 h 358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8980" h="3582226">
                  <a:moveTo>
                    <a:pt x="4578981" y="1049847"/>
                  </a:moveTo>
                  <a:cubicBezTo>
                    <a:pt x="4558661" y="1052387"/>
                    <a:pt x="4539611" y="1056197"/>
                    <a:pt x="4519291" y="1060007"/>
                  </a:cubicBezTo>
                  <a:lnTo>
                    <a:pt x="4519291" y="1060007"/>
                  </a:lnTo>
                  <a:cubicBezTo>
                    <a:pt x="3910961" y="1180657"/>
                    <a:pt x="3721731" y="1166687"/>
                    <a:pt x="3169281" y="583757"/>
                  </a:cubicBezTo>
                  <a:cubicBezTo>
                    <a:pt x="2619371" y="3367"/>
                    <a:pt x="1740531" y="-182053"/>
                    <a:pt x="993771" y="200217"/>
                  </a:cubicBezTo>
                  <a:cubicBezTo>
                    <a:pt x="95880" y="661227"/>
                    <a:pt x="-258450" y="1762317"/>
                    <a:pt x="201290" y="2661477"/>
                  </a:cubicBezTo>
                  <a:cubicBezTo>
                    <a:pt x="206371" y="2672907"/>
                    <a:pt x="212721" y="2683067"/>
                    <a:pt x="219071" y="2694497"/>
                  </a:cubicBezTo>
                  <a:lnTo>
                    <a:pt x="219071" y="2694497"/>
                  </a:lnTo>
                  <a:cubicBezTo>
                    <a:pt x="404490" y="3038667"/>
                    <a:pt x="421000" y="3309177"/>
                    <a:pt x="175890" y="3582227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" name="Freeform 19">
              <a:extLst>
                <a:ext uri="{FF2B5EF4-FFF2-40B4-BE49-F238E27FC236}">
                  <a16:creationId xmlns:a16="http://schemas.microsoft.com/office/drawing/2014/main" id="{55FE5A30-D111-15D5-F36C-7529CD1A3C6C}"/>
                </a:ext>
              </a:extLst>
            </p:cNvPr>
            <p:cNvSpPr/>
            <p:nvPr/>
          </p:nvSpPr>
          <p:spPr>
            <a:xfrm>
              <a:off x="7707578" y="3445808"/>
              <a:ext cx="4484421" cy="3412192"/>
            </a:xfrm>
            <a:custGeom>
              <a:avLst/>
              <a:gdLst>
                <a:gd name="connsiteX0" fmla="*/ 4484422 w 4484421"/>
                <a:gd name="connsiteY0" fmla="*/ 992842 h 3412192"/>
                <a:gd name="connsiteX1" fmla="*/ 4323132 w 4484421"/>
                <a:gd name="connsiteY1" fmla="*/ 1014432 h 3412192"/>
                <a:gd name="connsiteX2" fmla="*/ 4323132 w 4484421"/>
                <a:gd name="connsiteY2" fmla="*/ 1014432 h 3412192"/>
                <a:gd name="connsiteX3" fmla="*/ 3031541 w 4484421"/>
                <a:gd name="connsiteY3" fmla="*/ 558502 h 3412192"/>
                <a:gd name="connsiteX4" fmla="*/ 951281 w 4484421"/>
                <a:gd name="connsiteY4" fmla="*/ 191472 h 3412192"/>
                <a:gd name="connsiteX5" fmla="*/ 193091 w 4484421"/>
                <a:gd name="connsiteY5" fmla="*/ 2546052 h 3412192"/>
                <a:gd name="connsiteX6" fmla="*/ 209602 w 4484421"/>
                <a:gd name="connsiteY6" fmla="*/ 2577802 h 3412192"/>
                <a:gd name="connsiteX7" fmla="*/ 209602 w 4484421"/>
                <a:gd name="connsiteY7" fmla="*/ 2577802 h 3412192"/>
                <a:gd name="connsiteX8" fmla="*/ 181662 w 4484421"/>
                <a:gd name="connsiteY8" fmla="*/ 3412192 h 34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84421" h="3412192">
                  <a:moveTo>
                    <a:pt x="4484422" y="992842"/>
                  </a:moveTo>
                  <a:cubicBezTo>
                    <a:pt x="4431082" y="996652"/>
                    <a:pt x="4376472" y="1004272"/>
                    <a:pt x="4323132" y="1014432"/>
                  </a:cubicBezTo>
                  <a:lnTo>
                    <a:pt x="4323132" y="1014432"/>
                  </a:lnTo>
                  <a:cubicBezTo>
                    <a:pt x="3741472" y="1130002"/>
                    <a:pt x="3559862" y="1116032"/>
                    <a:pt x="3031541" y="558502"/>
                  </a:cubicBezTo>
                  <a:cubicBezTo>
                    <a:pt x="2505762" y="3512"/>
                    <a:pt x="1665022" y="-174288"/>
                    <a:pt x="951281" y="191472"/>
                  </a:cubicBezTo>
                  <a:cubicBezTo>
                    <a:pt x="91491" y="632162"/>
                    <a:pt x="-247598" y="1686262"/>
                    <a:pt x="193091" y="2546052"/>
                  </a:cubicBezTo>
                  <a:cubicBezTo>
                    <a:pt x="198172" y="2556212"/>
                    <a:pt x="204522" y="2567642"/>
                    <a:pt x="209602" y="2577802"/>
                  </a:cubicBezTo>
                  <a:lnTo>
                    <a:pt x="209602" y="2577802"/>
                  </a:lnTo>
                  <a:cubicBezTo>
                    <a:pt x="383591" y="2901652"/>
                    <a:pt x="402641" y="3155652"/>
                    <a:pt x="181662" y="3412192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" name="Freeform 20">
              <a:extLst>
                <a:ext uri="{FF2B5EF4-FFF2-40B4-BE49-F238E27FC236}">
                  <a16:creationId xmlns:a16="http://schemas.microsoft.com/office/drawing/2014/main" id="{CD835681-AB44-AD65-1383-B7A52D72EF75}"/>
                </a:ext>
              </a:extLst>
            </p:cNvPr>
            <p:cNvSpPr/>
            <p:nvPr/>
          </p:nvSpPr>
          <p:spPr>
            <a:xfrm>
              <a:off x="7801663" y="3618383"/>
              <a:ext cx="4390336" cy="3240887"/>
            </a:xfrm>
            <a:custGeom>
              <a:avLst/>
              <a:gdLst>
                <a:gd name="connsiteX0" fmla="*/ 4390337 w 4390336"/>
                <a:gd name="connsiteY0" fmla="*/ 943458 h 3240887"/>
                <a:gd name="connsiteX1" fmla="*/ 4127447 w 4390336"/>
                <a:gd name="connsiteY1" fmla="*/ 967588 h 3240887"/>
                <a:gd name="connsiteX2" fmla="*/ 4127447 w 4390336"/>
                <a:gd name="connsiteY2" fmla="*/ 967588 h 3240887"/>
                <a:gd name="connsiteX3" fmla="*/ 2894277 w 4390336"/>
                <a:gd name="connsiteY3" fmla="*/ 533248 h 3240887"/>
                <a:gd name="connsiteX4" fmla="*/ 907997 w 4390336"/>
                <a:gd name="connsiteY4" fmla="*/ 182727 h 3240887"/>
                <a:gd name="connsiteX5" fmla="*/ 184097 w 4390336"/>
                <a:gd name="connsiteY5" fmla="*/ 2430628 h 3240887"/>
                <a:gd name="connsiteX6" fmla="*/ 200607 w 4390336"/>
                <a:gd name="connsiteY6" fmla="*/ 2461108 h 3240887"/>
                <a:gd name="connsiteX7" fmla="*/ 200607 w 4390336"/>
                <a:gd name="connsiteY7" fmla="*/ 2461108 h 3240887"/>
                <a:gd name="connsiteX8" fmla="*/ 187907 w 4390336"/>
                <a:gd name="connsiteY8" fmla="*/ 3240887 h 324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90336" h="3240887">
                  <a:moveTo>
                    <a:pt x="4390337" y="943458"/>
                  </a:moveTo>
                  <a:cubicBezTo>
                    <a:pt x="4302707" y="942188"/>
                    <a:pt x="4215077" y="949808"/>
                    <a:pt x="4127447" y="967588"/>
                  </a:cubicBezTo>
                  <a:lnTo>
                    <a:pt x="4127447" y="967588"/>
                  </a:lnTo>
                  <a:cubicBezTo>
                    <a:pt x="3572457" y="1078077"/>
                    <a:pt x="3399737" y="1065377"/>
                    <a:pt x="2894277" y="533248"/>
                  </a:cubicBezTo>
                  <a:cubicBezTo>
                    <a:pt x="2392627" y="3658"/>
                    <a:pt x="1588717" y="-166523"/>
                    <a:pt x="907997" y="182727"/>
                  </a:cubicBezTo>
                  <a:cubicBezTo>
                    <a:pt x="87577" y="603098"/>
                    <a:pt x="-236273" y="1610208"/>
                    <a:pt x="184097" y="2430628"/>
                  </a:cubicBezTo>
                  <a:cubicBezTo>
                    <a:pt x="189177" y="2440788"/>
                    <a:pt x="194257" y="2450948"/>
                    <a:pt x="200607" y="2461108"/>
                  </a:cubicBezTo>
                  <a:lnTo>
                    <a:pt x="200607" y="2461108"/>
                  </a:lnTo>
                  <a:cubicBezTo>
                    <a:pt x="363167" y="2763368"/>
                    <a:pt x="383487" y="3002128"/>
                    <a:pt x="187907" y="3240887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" name="Freeform 21">
              <a:extLst>
                <a:ext uri="{FF2B5EF4-FFF2-40B4-BE49-F238E27FC236}">
                  <a16:creationId xmlns:a16="http://schemas.microsoft.com/office/drawing/2014/main" id="{F47A01E7-E2D7-0513-E503-5B9156131D72}"/>
                </a:ext>
              </a:extLst>
            </p:cNvPr>
            <p:cNvSpPr/>
            <p:nvPr/>
          </p:nvSpPr>
          <p:spPr>
            <a:xfrm>
              <a:off x="7897458" y="3788757"/>
              <a:ext cx="4294541" cy="3071783"/>
            </a:xfrm>
            <a:custGeom>
              <a:avLst/>
              <a:gdLst>
                <a:gd name="connsiteX0" fmla="*/ 4294542 w 4294541"/>
                <a:gd name="connsiteY0" fmla="*/ 906434 h 3071783"/>
                <a:gd name="connsiteX1" fmla="*/ 3930052 w 4294541"/>
                <a:gd name="connsiteY1" fmla="*/ 921673 h 3071783"/>
                <a:gd name="connsiteX2" fmla="*/ 3930052 w 4294541"/>
                <a:gd name="connsiteY2" fmla="*/ 921673 h 3071783"/>
                <a:gd name="connsiteX3" fmla="*/ 2756572 w 4294541"/>
                <a:gd name="connsiteY3" fmla="*/ 507653 h 3071783"/>
                <a:gd name="connsiteX4" fmla="*/ 864272 w 4294541"/>
                <a:gd name="connsiteY4" fmla="*/ 174914 h 3071783"/>
                <a:gd name="connsiteX5" fmla="*/ 175932 w 4294541"/>
                <a:gd name="connsiteY5" fmla="*/ 2316134 h 3071783"/>
                <a:gd name="connsiteX6" fmla="*/ 191172 w 4294541"/>
                <a:gd name="connsiteY6" fmla="*/ 2345344 h 3071783"/>
                <a:gd name="connsiteX7" fmla="*/ 191172 w 4294541"/>
                <a:gd name="connsiteY7" fmla="*/ 2345344 h 3071783"/>
                <a:gd name="connsiteX8" fmla="*/ 192442 w 4294541"/>
                <a:gd name="connsiteY8" fmla="*/ 3071784 h 3071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94541" h="3071783">
                  <a:moveTo>
                    <a:pt x="4294542" y="906434"/>
                  </a:moveTo>
                  <a:cubicBezTo>
                    <a:pt x="4173892" y="893734"/>
                    <a:pt x="4051972" y="897543"/>
                    <a:pt x="3930052" y="921673"/>
                  </a:cubicBezTo>
                  <a:lnTo>
                    <a:pt x="3930052" y="921673"/>
                  </a:lnTo>
                  <a:cubicBezTo>
                    <a:pt x="3400461" y="1025814"/>
                    <a:pt x="3236632" y="1014384"/>
                    <a:pt x="2756572" y="507653"/>
                  </a:cubicBezTo>
                  <a:cubicBezTo>
                    <a:pt x="2277782" y="3464"/>
                    <a:pt x="1513242" y="-159097"/>
                    <a:pt x="864272" y="174914"/>
                  </a:cubicBezTo>
                  <a:cubicBezTo>
                    <a:pt x="83222" y="576234"/>
                    <a:pt x="-225389" y="1533814"/>
                    <a:pt x="175932" y="2316134"/>
                  </a:cubicBezTo>
                  <a:cubicBezTo>
                    <a:pt x="181011" y="2326294"/>
                    <a:pt x="186092" y="2335184"/>
                    <a:pt x="191172" y="2345344"/>
                  </a:cubicBezTo>
                  <a:lnTo>
                    <a:pt x="191172" y="2345344"/>
                  </a:lnTo>
                  <a:cubicBezTo>
                    <a:pt x="342302" y="2626014"/>
                    <a:pt x="363892" y="2849534"/>
                    <a:pt x="192442" y="3071784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" name="Freeform 22">
              <a:extLst>
                <a:ext uri="{FF2B5EF4-FFF2-40B4-BE49-F238E27FC236}">
                  <a16:creationId xmlns:a16="http://schemas.microsoft.com/office/drawing/2014/main" id="{4D544C54-A0FB-7E38-3FF3-B2DCA1085F71}"/>
                </a:ext>
              </a:extLst>
            </p:cNvPr>
            <p:cNvSpPr/>
            <p:nvPr/>
          </p:nvSpPr>
          <p:spPr>
            <a:xfrm>
              <a:off x="7992576" y="3959354"/>
              <a:ext cx="4199423" cy="2898646"/>
            </a:xfrm>
            <a:custGeom>
              <a:avLst/>
              <a:gdLst>
                <a:gd name="connsiteX0" fmla="*/ 4199424 w 4199423"/>
                <a:gd name="connsiteY0" fmla="*/ 880616 h 2898646"/>
                <a:gd name="connsiteX1" fmla="*/ 3734604 w 4199423"/>
                <a:gd name="connsiteY1" fmla="*/ 875536 h 2898646"/>
                <a:gd name="connsiteX2" fmla="*/ 3734604 w 4199423"/>
                <a:gd name="connsiteY2" fmla="*/ 875536 h 2898646"/>
                <a:gd name="connsiteX3" fmla="*/ 2619544 w 4199423"/>
                <a:gd name="connsiteY3" fmla="*/ 481836 h 2898646"/>
                <a:gd name="connsiteX4" fmla="*/ 821224 w 4199423"/>
                <a:gd name="connsiteY4" fmla="*/ 165606 h 2898646"/>
                <a:gd name="connsiteX5" fmla="*/ 167174 w 4199423"/>
                <a:gd name="connsiteY5" fmla="*/ 2200146 h 2898646"/>
                <a:gd name="connsiteX6" fmla="*/ 181144 w 4199423"/>
                <a:gd name="connsiteY6" fmla="*/ 2226816 h 2898646"/>
                <a:gd name="connsiteX7" fmla="*/ 181144 w 4199423"/>
                <a:gd name="connsiteY7" fmla="*/ 2226816 h 2898646"/>
                <a:gd name="connsiteX8" fmla="*/ 195114 w 4199423"/>
                <a:gd name="connsiteY8" fmla="*/ 2898646 h 2898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99423" h="2898646">
                  <a:moveTo>
                    <a:pt x="4199424" y="880616"/>
                  </a:moveTo>
                  <a:cubicBezTo>
                    <a:pt x="4048294" y="847596"/>
                    <a:pt x="3889544" y="845056"/>
                    <a:pt x="3734604" y="875536"/>
                  </a:cubicBezTo>
                  <a:lnTo>
                    <a:pt x="3734604" y="875536"/>
                  </a:lnTo>
                  <a:cubicBezTo>
                    <a:pt x="3231684" y="974596"/>
                    <a:pt x="3075474" y="963166"/>
                    <a:pt x="2619544" y="481836"/>
                  </a:cubicBezTo>
                  <a:cubicBezTo>
                    <a:pt x="2164884" y="3046"/>
                    <a:pt x="1438444" y="-150624"/>
                    <a:pt x="821224" y="165606"/>
                  </a:cubicBezTo>
                  <a:cubicBezTo>
                    <a:pt x="78274" y="546606"/>
                    <a:pt x="-213826" y="1457196"/>
                    <a:pt x="167174" y="2200146"/>
                  </a:cubicBezTo>
                  <a:cubicBezTo>
                    <a:pt x="172254" y="2209036"/>
                    <a:pt x="176064" y="2217926"/>
                    <a:pt x="181144" y="2226816"/>
                  </a:cubicBezTo>
                  <a:lnTo>
                    <a:pt x="181144" y="2226816"/>
                  </a:lnTo>
                  <a:cubicBezTo>
                    <a:pt x="320844" y="2485896"/>
                    <a:pt x="344974" y="2694177"/>
                    <a:pt x="195114" y="2898646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" name="Freeform 23">
              <a:extLst>
                <a:ext uri="{FF2B5EF4-FFF2-40B4-BE49-F238E27FC236}">
                  <a16:creationId xmlns:a16="http://schemas.microsoft.com/office/drawing/2014/main" id="{9CDEC599-4352-F73A-CB98-D60892CBAFA8}"/>
                </a:ext>
              </a:extLst>
            </p:cNvPr>
            <p:cNvSpPr/>
            <p:nvPr/>
          </p:nvSpPr>
          <p:spPr>
            <a:xfrm>
              <a:off x="8086101" y="4130291"/>
              <a:ext cx="4105898" cy="2728979"/>
            </a:xfrm>
            <a:custGeom>
              <a:avLst/>
              <a:gdLst>
                <a:gd name="connsiteX0" fmla="*/ 4105899 w 4105898"/>
                <a:gd name="connsiteY0" fmla="*/ 869700 h 2728979"/>
                <a:gd name="connsiteX1" fmla="*/ 3539479 w 4105898"/>
                <a:gd name="connsiteY1" fmla="*/ 829060 h 2728979"/>
                <a:gd name="connsiteX2" fmla="*/ 3539479 w 4105898"/>
                <a:gd name="connsiteY2" fmla="*/ 829060 h 2728979"/>
                <a:gd name="connsiteX3" fmla="*/ 2482839 w 4105898"/>
                <a:gd name="connsiteY3" fmla="*/ 455680 h 2728979"/>
                <a:gd name="connsiteX4" fmla="*/ 778498 w 4105898"/>
                <a:gd name="connsiteY4" fmla="*/ 157230 h 2728979"/>
                <a:gd name="connsiteX5" fmla="*/ 158739 w 4105898"/>
                <a:gd name="connsiteY5" fmla="*/ 2085090 h 2728979"/>
                <a:gd name="connsiteX6" fmla="*/ 172708 w 4105898"/>
                <a:gd name="connsiteY6" fmla="*/ 2110490 h 2728979"/>
                <a:gd name="connsiteX7" fmla="*/ 172708 w 4105898"/>
                <a:gd name="connsiteY7" fmla="*/ 2110490 h 2728979"/>
                <a:gd name="connsiteX8" fmla="*/ 199379 w 4105898"/>
                <a:gd name="connsiteY8" fmla="*/ 2728980 h 2728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05898" h="2728979">
                  <a:moveTo>
                    <a:pt x="4105899" y="869700"/>
                  </a:moveTo>
                  <a:cubicBezTo>
                    <a:pt x="3926829" y="807470"/>
                    <a:pt x="3731249" y="790960"/>
                    <a:pt x="3539479" y="829060"/>
                  </a:cubicBezTo>
                  <a:lnTo>
                    <a:pt x="3539479" y="829060"/>
                  </a:lnTo>
                  <a:cubicBezTo>
                    <a:pt x="3063229" y="923040"/>
                    <a:pt x="2914639" y="912880"/>
                    <a:pt x="2482839" y="455680"/>
                  </a:cubicBezTo>
                  <a:cubicBezTo>
                    <a:pt x="2051039" y="2290"/>
                    <a:pt x="1362698" y="-142490"/>
                    <a:pt x="778498" y="157230"/>
                  </a:cubicBezTo>
                  <a:cubicBezTo>
                    <a:pt x="74918" y="517910"/>
                    <a:pt x="-203211" y="1381510"/>
                    <a:pt x="158739" y="2085090"/>
                  </a:cubicBezTo>
                  <a:cubicBezTo>
                    <a:pt x="162548" y="2093980"/>
                    <a:pt x="167629" y="2102870"/>
                    <a:pt x="172708" y="2110490"/>
                  </a:cubicBezTo>
                  <a:lnTo>
                    <a:pt x="172708" y="2110490"/>
                  </a:lnTo>
                  <a:cubicBezTo>
                    <a:pt x="300979" y="2347980"/>
                    <a:pt x="325108" y="2539750"/>
                    <a:pt x="199379" y="272898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13FC5764-6083-ACC0-B54F-CD2F23634AB5}"/>
                </a:ext>
              </a:extLst>
            </p:cNvPr>
            <p:cNvSpPr/>
            <p:nvPr/>
          </p:nvSpPr>
          <p:spPr>
            <a:xfrm>
              <a:off x="8181456" y="4301653"/>
              <a:ext cx="4010543" cy="2557617"/>
            </a:xfrm>
            <a:custGeom>
              <a:avLst/>
              <a:gdLst>
                <a:gd name="connsiteX0" fmla="*/ 4010544 w 4010543"/>
                <a:gd name="connsiteY0" fmla="*/ 878678 h 2557617"/>
                <a:gd name="connsiteX1" fmla="*/ 3342524 w 4010543"/>
                <a:gd name="connsiteY1" fmla="*/ 783428 h 2557617"/>
                <a:gd name="connsiteX2" fmla="*/ 3342524 w 4010543"/>
                <a:gd name="connsiteY2" fmla="*/ 783428 h 2557617"/>
                <a:gd name="connsiteX3" fmla="*/ 2344304 w 4010543"/>
                <a:gd name="connsiteY3" fmla="*/ 431638 h 2557617"/>
                <a:gd name="connsiteX4" fmla="*/ 735214 w 4010543"/>
                <a:gd name="connsiteY4" fmla="*/ 148428 h 2557617"/>
                <a:gd name="connsiteX5" fmla="*/ 149744 w 4010543"/>
                <a:gd name="connsiteY5" fmla="*/ 1969607 h 2557617"/>
                <a:gd name="connsiteX6" fmla="*/ 162444 w 4010543"/>
                <a:gd name="connsiteY6" fmla="*/ 1993738 h 2557617"/>
                <a:gd name="connsiteX7" fmla="*/ 162444 w 4010543"/>
                <a:gd name="connsiteY7" fmla="*/ 1993738 h 2557617"/>
                <a:gd name="connsiteX8" fmla="*/ 200544 w 4010543"/>
                <a:gd name="connsiteY8" fmla="*/ 2557617 h 2557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0543" h="2557617">
                  <a:moveTo>
                    <a:pt x="4010544" y="878678"/>
                  </a:moveTo>
                  <a:cubicBezTo>
                    <a:pt x="3807344" y="773268"/>
                    <a:pt x="3572394" y="737707"/>
                    <a:pt x="3342524" y="783428"/>
                  </a:cubicBezTo>
                  <a:lnTo>
                    <a:pt x="3342524" y="783428"/>
                  </a:lnTo>
                  <a:cubicBezTo>
                    <a:pt x="2892944" y="872328"/>
                    <a:pt x="2753244" y="862168"/>
                    <a:pt x="2344304" y="431638"/>
                  </a:cubicBezTo>
                  <a:cubicBezTo>
                    <a:pt x="1937904" y="2378"/>
                    <a:pt x="1286394" y="-134782"/>
                    <a:pt x="735214" y="148428"/>
                  </a:cubicBezTo>
                  <a:cubicBezTo>
                    <a:pt x="71004" y="488788"/>
                    <a:pt x="-191886" y="1304128"/>
                    <a:pt x="149744" y="1969607"/>
                  </a:cubicBezTo>
                  <a:cubicBezTo>
                    <a:pt x="153554" y="1977228"/>
                    <a:pt x="158634" y="1986118"/>
                    <a:pt x="162444" y="1993738"/>
                  </a:cubicBezTo>
                  <a:lnTo>
                    <a:pt x="162444" y="1993738"/>
                  </a:lnTo>
                  <a:cubicBezTo>
                    <a:pt x="279284" y="2209638"/>
                    <a:pt x="304684" y="2386167"/>
                    <a:pt x="200544" y="2557617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" name="Freeform 25">
              <a:extLst>
                <a:ext uri="{FF2B5EF4-FFF2-40B4-BE49-F238E27FC236}">
                  <a16:creationId xmlns:a16="http://schemas.microsoft.com/office/drawing/2014/main" id="{67254EAD-EA51-D377-110A-A38841793005}"/>
                </a:ext>
              </a:extLst>
            </p:cNvPr>
            <p:cNvSpPr/>
            <p:nvPr/>
          </p:nvSpPr>
          <p:spPr>
            <a:xfrm>
              <a:off x="8275304" y="4471688"/>
              <a:ext cx="3916695" cy="2387582"/>
            </a:xfrm>
            <a:custGeom>
              <a:avLst/>
              <a:gdLst>
                <a:gd name="connsiteX0" fmla="*/ 3916696 w 3916695"/>
                <a:gd name="connsiteY0" fmla="*/ 916923 h 2387582"/>
                <a:gd name="connsiteX1" fmla="*/ 3147076 w 3916695"/>
                <a:gd name="connsiteY1" fmla="*/ 737853 h 2387582"/>
                <a:gd name="connsiteX2" fmla="*/ 3147076 w 3916695"/>
                <a:gd name="connsiteY2" fmla="*/ 737853 h 2387582"/>
                <a:gd name="connsiteX3" fmla="*/ 2207276 w 3916695"/>
                <a:gd name="connsiteY3" fmla="*/ 406383 h 2387582"/>
                <a:gd name="connsiteX4" fmla="*/ 692166 w 3916695"/>
                <a:gd name="connsiteY4" fmla="*/ 139683 h 2387582"/>
                <a:gd name="connsiteX5" fmla="*/ 140986 w 3916695"/>
                <a:gd name="connsiteY5" fmla="*/ 1854183 h 2387582"/>
                <a:gd name="connsiteX6" fmla="*/ 153686 w 3916695"/>
                <a:gd name="connsiteY6" fmla="*/ 1877043 h 2387582"/>
                <a:gd name="connsiteX7" fmla="*/ 153686 w 3916695"/>
                <a:gd name="connsiteY7" fmla="*/ 1877043 h 2387582"/>
                <a:gd name="connsiteX8" fmla="*/ 200676 w 3916695"/>
                <a:gd name="connsiteY8" fmla="*/ 2387583 h 2387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16695" h="2387582">
                  <a:moveTo>
                    <a:pt x="3916696" y="916923"/>
                  </a:moveTo>
                  <a:cubicBezTo>
                    <a:pt x="3699526" y="751823"/>
                    <a:pt x="3418856" y="684513"/>
                    <a:pt x="3147076" y="737853"/>
                  </a:cubicBezTo>
                  <a:lnTo>
                    <a:pt x="3147076" y="737853"/>
                  </a:lnTo>
                  <a:cubicBezTo>
                    <a:pt x="2722896" y="821673"/>
                    <a:pt x="2592086" y="812783"/>
                    <a:pt x="2207276" y="406383"/>
                  </a:cubicBezTo>
                  <a:cubicBezTo>
                    <a:pt x="1825006" y="2523"/>
                    <a:pt x="1211596" y="-127017"/>
                    <a:pt x="692166" y="139683"/>
                  </a:cubicBezTo>
                  <a:cubicBezTo>
                    <a:pt x="66056" y="460993"/>
                    <a:pt x="-180324" y="1228073"/>
                    <a:pt x="140986" y="1854183"/>
                  </a:cubicBezTo>
                  <a:cubicBezTo>
                    <a:pt x="144796" y="1861803"/>
                    <a:pt x="148606" y="1869423"/>
                    <a:pt x="153686" y="1877043"/>
                  </a:cubicBezTo>
                  <a:lnTo>
                    <a:pt x="153686" y="1877043"/>
                  </a:lnTo>
                  <a:cubicBezTo>
                    <a:pt x="259096" y="2071353"/>
                    <a:pt x="285766" y="2232643"/>
                    <a:pt x="200676" y="238758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" name="Freeform 26">
              <a:extLst>
                <a:ext uri="{FF2B5EF4-FFF2-40B4-BE49-F238E27FC236}">
                  <a16:creationId xmlns:a16="http://schemas.microsoft.com/office/drawing/2014/main" id="{868F473E-B29B-E716-A69B-F7904DF33949}"/>
                </a:ext>
              </a:extLst>
            </p:cNvPr>
            <p:cNvSpPr/>
            <p:nvPr/>
          </p:nvSpPr>
          <p:spPr>
            <a:xfrm>
              <a:off x="8369389" y="4642992"/>
              <a:ext cx="3822610" cy="2215008"/>
            </a:xfrm>
            <a:custGeom>
              <a:avLst/>
              <a:gdLst>
                <a:gd name="connsiteX0" fmla="*/ 3822611 w 3822610"/>
                <a:gd name="connsiteY0" fmla="*/ 1003428 h 2215008"/>
                <a:gd name="connsiteX1" fmla="*/ 2951391 w 3822610"/>
                <a:gd name="connsiteY1" fmla="*/ 692278 h 2215008"/>
                <a:gd name="connsiteX2" fmla="*/ 2951391 w 3822610"/>
                <a:gd name="connsiteY2" fmla="*/ 692278 h 2215008"/>
                <a:gd name="connsiteX3" fmla="*/ 2070011 w 3822610"/>
                <a:gd name="connsiteY3" fmla="*/ 381128 h 2215008"/>
                <a:gd name="connsiteX4" fmla="*/ 648881 w 3822610"/>
                <a:gd name="connsiteY4" fmla="*/ 130938 h 2215008"/>
                <a:gd name="connsiteX5" fmla="*/ 131991 w 3822610"/>
                <a:gd name="connsiteY5" fmla="*/ 1737488 h 2215008"/>
                <a:gd name="connsiteX6" fmla="*/ 143421 w 3822610"/>
                <a:gd name="connsiteY6" fmla="*/ 1759078 h 2215008"/>
                <a:gd name="connsiteX7" fmla="*/ 143421 w 3822610"/>
                <a:gd name="connsiteY7" fmla="*/ 1759078 h 2215008"/>
                <a:gd name="connsiteX8" fmla="*/ 199301 w 3822610"/>
                <a:gd name="connsiteY8" fmla="*/ 2215008 h 2215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22610" h="2215008">
                  <a:moveTo>
                    <a:pt x="3822611" y="1003428"/>
                  </a:moveTo>
                  <a:cubicBezTo>
                    <a:pt x="3611791" y="746888"/>
                    <a:pt x="3275241" y="627508"/>
                    <a:pt x="2951391" y="692278"/>
                  </a:cubicBezTo>
                  <a:lnTo>
                    <a:pt x="2951391" y="692278"/>
                  </a:lnTo>
                  <a:cubicBezTo>
                    <a:pt x="2553881" y="771018"/>
                    <a:pt x="2430691" y="762128"/>
                    <a:pt x="2070011" y="381128"/>
                  </a:cubicBezTo>
                  <a:cubicBezTo>
                    <a:pt x="1710601" y="2668"/>
                    <a:pt x="1136561" y="-119252"/>
                    <a:pt x="648881" y="130938"/>
                  </a:cubicBezTo>
                  <a:cubicBezTo>
                    <a:pt x="62141" y="431928"/>
                    <a:pt x="-168999" y="1152018"/>
                    <a:pt x="131991" y="1737488"/>
                  </a:cubicBezTo>
                  <a:cubicBezTo>
                    <a:pt x="135801" y="1745108"/>
                    <a:pt x="139611" y="1751458"/>
                    <a:pt x="143421" y="1759078"/>
                  </a:cubicBezTo>
                  <a:lnTo>
                    <a:pt x="143421" y="1759078"/>
                  </a:lnTo>
                  <a:cubicBezTo>
                    <a:pt x="237401" y="1931798"/>
                    <a:pt x="264071" y="2076578"/>
                    <a:pt x="199301" y="2215008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" name="Freeform 27">
              <a:extLst>
                <a:ext uri="{FF2B5EF4-FFF2-40B4-BE49-F238E27FC236}">
                  <a16:creationId xmlns:a16="http://schemas.microsoft.com/office/drawing/2014/main" id="{85FC2E88-B1FD-E00E-7687-E2E0C054C838}"/>
                </a:ext>
              </a:extLst>
            </p:cNvPr>
            <p:cNvSpPr/>
            <p:nvPr/>
          </p:nvSpPr>
          <p:spPr>
            <a:xfrm>
              <a:off x="12131040" y="6790691"/>
              <a:ext cx="60959" cy="67309"/>
            </a:xfrm>
            <a:custGeom>
              <a:avLst/>
              <a:gdLst>
                <a:gd name="connsiteX0" fmla="*/ 60960 w 60959"/>
                <a:gd name="connsiteY0" fmla="*/ 0 h 67309"/>
                <a:gd name="connsiteX1" fmla="*/ 0 w 60959"/>
                <a:gd name="connsiteY1" fmla="*/ 67310 h 67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959" h="67309">
                  <a:moveTo>
                    <a:pt x="60960" y="0"/>
                  </a:moveTo>
                  <a:cubicBezTo>
                    <a:pt x="41910" y="22860"/>
                    <a:pt x="21590" y="45720"/>
                    <a:pt x="0" y="6731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" name="Freeform 28">
              <a:extLst>
                <a:ext uri="{FF2B5EF4-FFF2-40B4-BE49-F238E27FC236}">
                  <a16:creationId xmlns:a16="http://schemas.microsoft.com/office/drawing/2014/main" id="{04EC48AF-FF28-A86C-5603-F2616F65F000}"/>
                </a:ext>
              </a:extLst>
            </p:cNvPr>
            <p:cNvSpPr/>
            <p:nvPr/>
          </p:nvSpPr>
          <p:spPr>
            <a:xfrm>
              <a:off x="8464184" y="4813027"/>
              <a:ext cx="3727815" cy="2044973"/>
            </a:xfrm>
            <a:custGeom>
              <a:avLst/>
              <a:gdLst>
                <a:gd name="connsiteX0" fmla="*/ 3727816 w 3727815"/>
                <a:gd name="connsiteY0" fmla="*/ 1241063 h 2044973"/>
                <a:gd name="connsiteX1" fmla="*/ 3666856 w 3727815"/>
                <a:gd name="connsiteY1" fmla="*/ 1087393 h 2044973"/>
                <a:gd name="connsiteX2" fmla="*/ 2754996 w 3727815"/>
                <a:gd name="connsiteY2" fmla="*/ 646703 h 2044973"/>
                <a:gd name="connsiteX3" fmla="*/ 2754996 w 3727815"/>
                <a:gd name="connsiteY3" fmla="*/ 646703 h 2044973"/>
                <a:gd name="connsiteX4" fmla="*/ 1932036 w 3727815"/>
                <a:gd name="connsiteY4" fmla="*/ 355873 h 2044973"/>
                <a:gd name="connsiteX5" fmla="*/ 606156 w 3727815"/>
                <a:gd name="connsiteY5" fmla="*/ 122193 h 2044973"/>
                <a:gd name="connsiteX6" fmla="*/ 123556 w 3727815"/>
                <a:gd name="connsiteY6" fmla="*/ 1622063 h 2044973"/>
                <a:gd name="connsiteX7" fmla="*/ 133716 w 3727815"/>
                <a:gd name="connsiteY7" fmla="*/ 1642383 h 2044973"/>
                <a:gd name="connsiteX8" fmla="*/ 133716 w 3727815"/>
                <a:gd name="connsiteY8" fmla="*/ 1642383 h 2044973"/>
                <a:gd name="connsiteX9" fmla="*/ 195946 w 3727815"/>
                <a:gd name="connsiteY9" fmla="*/ 2044973 h 2044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27815" h="2044973">
                  <a:moveTo>
                    <a:pt x="3727816" y="1241063"/>
                  </a:moveTo>
                  <a:cubicBezTo>
                    <a:pt x="3712576" y="1188993"/>
                    <a:pt x="3692256" y="1138193"/>
                    <a:pt x="3666856" y="1087393"/>
                  </a:cubicBezTo>
                  <a:cubicBezTo>
                    <a:pt x="3491596" y="745763"/>
                    <a:pt x="3114406" y="575583"/>
                    <a:pt x="2754996" y="646703"/>
                  </a:cubicBezTo>
                  <a:lnTo>
                    <a:pt x="2754996" y="646703"/>
                  </a:lnTo>
                  <a:cubicBezTo>
                    <a:pt x="2384156" y="720363"/>
                    <a:pt x="2268586" y="711473"/>
                    <a:pt x="1932036" y="355873"/>
                  </a:cubicBezTo>
                  <a:cubicBezTo>
                    <a:pt x="1596756" y="2813"/>
                    <a:pt x="1060816" y="-111487"/>
                    <a:pt x="606156" y="122193"/>
                  </a:cubicBezTo>
                  <a:cubicBezTo>
                    <a:pt x="58786" y="402863"/>
                    <a:pt x="-158384" y="1074693"/>
                    <a:pt x="123556" y="1622063"/>
                  </a:cubicBezTo>
                  <a:cubicBezTo>
                    <a:pt x="127366" y="1628413"/>
                    <a:pt x="131176" y="1636033"/>
                    <a:pt x="133716" y="1642383"/>
                  </a:cubicBezTo>
                  <a:lnTo>
                    <a:pt x="133716" y="1642383"/>
                  </a:lnTo>
                  <a:cubicBezTo>
                    <a:pt x="214996" y="1794783"/>
                    <a:pt x="242936" y="1923054"/>
                    <a:pt x="195946" y="204497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" name="Freeform 29">
              <a:extLst>
                <a:ext uri="{FF2B5EF4-FFF2-40B4-BE49-F238E27FC236}">
                  <a16:creationId xmlns:a16="http://schemas.microsoft.com/office/drawing/2014/main" id="{BA4A7FEB-6F07-F091-3D85-F499FF6240A0}"/>
                </a:ext>
              </a:extLst>
            </p:cNvPr>
            <p:cNvSpPr/>
            <p:nvPr/>
          </p:nvSpPr>
          <p:spPr>
            <a:xfrm>
              <a:off x="11998959" y="6513831"/>
              <a:ext cx="193040" cy="344169"/>
            </a:xfrm>
            <a:custGeom>
              <a:avLst/>
              <a:gdLst>
                <a:gd name="connsiteX0" fmla="*/ 0 w 193040"/>
                <a:gd name="connsiteY0" fmla="*/ 344170 h 344169"/>
                <a:gd name="connsiteX1" fmla="*/ 193040 w 193040"/>
                <a:gd name="connsiteY1" fmla="*/ 0 h 344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040" h="344169">
                  <a:moveTo>
                    <a:pt x="0" y="344170"/>
                  </a:moveTo>
                  <a:cubicBezTo>
                    <a:pt x="91440" y="245110"/>
                    <a:pt x="157480" y="127000"/>
                    <a:pt x="19304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" name="Freeform 30">
              <a:extLst>
                <a:ext uri="{FF2B5EF4-FFF2-40B4-BE49-F238E27FC236}">
                  <a16:creationId xmlns:a16="http://schemas.microsoft.com/office/drawing/2014/main" id="{E4A8B379-6EAF-E557-662D-3BC924B64D51}"/>
                </a:ext>
              </a:extLst>
            </p:cNvPr>
            <p:cNvSpPr/>
            <p:nvPr/>
          </p:nvSpPr>
          <p:spPr>
            <a:xfrm>
              <a:off x="8558268" y="4984021"/>
              <a:ext cx="3492642" cy="1875249"/>
            </a:xfrm>
            <a:custGeom>
              <a:avLst/>
              <a:gdLst>
                <a:gd name="connsiteX0" fmla="*/ 190762 w 3492642"/>
                <a:gd name="connsiteY0" fmla="*/ 1873980 h 1875249"/>
                <a:gd name="connsiteX1" fmla="*/ 124721 w 3492642"/>
                <a:gd name="connsiteY1" fmla="*/ 1525999 h 1875249"/>
                <a:gd name="connsiteX2" fmla="*/ 124721 w 3492642"/>
                <a:gd name="connsiteY2" fmla="*/ 1525999 h 1875249"/>
                <a:gd name="connsiteX3" fmla="*/ 114562 w 3492642"/>
                <a:gd name="connsiteY3" fmla="*/ 1506950 h 1875249"/>
                <a:gd name="connsiteX4" fmla="*/ 562871 w 3492642"/>
                <a:gd name="connsiteY4" fmla="*/ 113759 h 1875249"/>
                <a:gd name="connsiteX5" fmla="*/ 1794771 w 3492642"/>
                <a:gd name="connsiteY5" fmla="*/ 330930 h 1875249"/>
                <a:gd name="connsiteX6" fmla="*/ 2559312 w 3492642"/>
                <a:gd name="connsiteY6" fmla="*/ 600170 h 1875249"/>
                <a:gd name="connsiteX7" fmla="*/ 2559312 w 3492642"/>
                <a:gd name="connsiteY7" fmla="*/ 600170 h 1875249"/>
                <a:gd name="connsiteX8" fmla="*/ 3406401 w 3492642"/>
                <a:gd name="connsiteY8" fmla="*/ 1010380 h 1875249"/>
                <a:gd name="connsiteX9" fmla="*/ 3304801 w 3492642"/>
                <a:gd name="connsiteY9" fmla="*/ 1875249 h 1875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92642" h="1875249">
                  <a:moveTo>
                    <a:pt x="190762" y="1873980"/>
                  </a:moveTo>
                  <a:cubicBezTo>
                    <a:pt x="222512" y="1768570"/>
                    <a:pt x="194571" y="1656810"/>
                    <a:pt x="124721" y="1525999"/>
                  </a:cubicBezTo>
                  <a:lnTo>
                    <a:pt x="124721" y="1525999"/>
                  </a:lnTo>
                  <a:cubicBezTo>
                    <a:pt x="120912" y="1519649"/>
                    <a:pt x="118371" y="1513300"/>
                    <a:pt x="114562" y="1506950"/>
                  </a:cubicBezTo>
                  <a:cubicBezTo>
                    <a:pt x="-147059" y="997680"/>
                    <a:pt x="54871" y="374109"/>
                    <a:pt x="562871" y="113759"/>
                  </a:cubicBezTo>
                  <a:cubicBezTo>
                    <a:pt x="985781" y="-103411"/>
                    <a:pt x="1483621" y="2000"/>
                    <a:pt x="1794771" y="330930"/>
                  </a:cubicBezTo>
                  <a:cubicBezTo>
                    <a:pt x="2107191" y="661130"/>
                    <a:pt x="2215141" y="668750"/>
                    <a:pt x="2559312" y="600170"/>
                  </a:cubicBezTo>
                  <a:lnTo>
                    <a:pt x="2559312" y="600170"/>
                  </a:lnTo>
                  <a:cubicBezTo>
                    <a:pt x="2893322" y="534130"/>
                    <a:pt x="3243841" y="692880"/>
                    <a:pt x="3406401" y="1010380"/>
                  </a:cubicBezTo>
                  <a:cubicBezTo>
                    <a:pt x="3554991" y="1301210"/>
                    <a:pt x="3505462" y="1640299"/>
                    <a:pt x="3304801" y="1875249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" name="Freeform 31">
              <a:extLst>
                <a:ext uri="{FF2B5EF4-FFF2-40B4-BE49-F238E27FC236}">
                  <a16:creationId xmlns:a16="http://schemas.microsoft.com/office/drawing/2014/main" id="{89BC0FCE-BCD2-5871-2286-82CAB8DAD861}"/>
                </a:ext>
              </a:extLst>
            </p:cNvPr>
            <p:cNvSpPr/>
            <p:nvPr/>
          </p:nvSpPr>
          <p:spPr>
            <a:xfrm>
              <a:off x="8653386" y="5154056"/>
              <a:ext cx="3225796" cy="1703944"/>
            </a:xfrm>
            <a:custGeom>
              <a:avLst/>
              <a:gdLst>
                <a:gd name="connsiteX0" fmla="*/ 183273 w 3225796"/>
                <a:gd name="connsiteY0" fmla="*/ 1703945 h 1703944"/>
                <a:gd name="connsiteX1" fmla="*/ 114694 w 3225796"/>
                <a:gd name="connsiteY1" fmla="*/ 1409305 h 1703944"/>
                <a:gd name="connsiteX2" fmla="*/ 114694 w 3225796"/>
                <a:gd name="connsiteY2" fmla="*/ 1409305 h 1703944"/>
                <a:gd name="connsiteX3" fmla="*/ 105803 w 3225796"/>
                <a:gd name="connsiteY3" fmla="*/ 1391525 h 1703944"/>
                <a:gd name="connsiteX4" fmla="*/ 519823 w 3225796"/>
                <a:gd name="connsiteY4" fmla="*/ 105015 h 1703944"/>
                <a:gd name="connsiteX5" fmla="*/ 1657744 w 3225796"/>
                <a:gd name="connsiteY5" fmla="*/ 305675 h 1703944"/>
                <a:gd name="connsiteX6" fmla="*/ 2363863 w 3225796"/>
                <a:gd name="connsiteY6" fmla="*/ 554595 h 1703944"/>
                <a:gd name="connsiteX7" fmla="*/ 2363863 w 3225796"/>
                <a:gd name="connsiteY7" fmla="*/ 554595 h 1703944"/>
                <a:gd name="connsiteX8" fmla="*/ 3146183 w 3225796"/>
                <a:gd name="connsiteY8" fmla="*/ 933055 h 1703944"/>
                <a:gd name="connsiteX9" fmla="*/ 3075063 w 3225796"/>
                <a:gd name="connsiteY9" fmla="*/ 1703945 h 170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25796" h="1703944">
                  <a:moveTo>
                    <a:pt x="183273" y="1703945"/>
                  </a:moveTo>
                  <a:cubicBezTo>
                    <a:pt x="201053" y="1613775"/>
                    <a:pt x="174383" y="1518525"/>
                    <a:pt x="114694" y="1409305"/>
                  </a:cubicBezTo>
                  <a:lnTo>
                    <a:pt x="114694" y="1409305"/>
                  </a:lnTo>
                  <a:cubicBezTo>
                    <a:pt x="112153" y="1404225"/>
                    <a:pt x="108344" y="1397875"/>
                    <a:pt x="105803" y="1391525"/>
                  </a:cubicBezTo>
                  <a:cubicBezTo>
                    <a:pt x="-135497" y="921625"/>
                    <a:pt x="49923" y="345045"/>
                    <a:pt x="519823" y="105015"/>
                  </a:cubicBezTo>
                  <a:cubicBezTo>
                    <a:pt x="909713" y="-95645"/>
                    <a:pt x="1369453" y="2145"/>
                    <a:pt x="1657744" y="305675"/>
                  </a:cubicBezTo>
                  <a:cubicBezTo>
                    <a:pt x="1946033" y="610475"/>
                    <a:pt x="2045094" y="618095"/>
                    <a:pt x="2363863" y="554595"/>
                  </a:cubicBezTo>
                  <a:lnTo>
                    <a:pt x="2363863" y="554595"/>
                  </a:lnTo>
                  <a:cubicBezTo>
                    <a:pt x="2672473" y="493635"/>
                    <a:pt x="2995054" y="639685"/>
                    <a:pt x="3146183" y="933055"/>
                  </a:cubicBezTo>
                  <a:cubicBezTo>
                    <a:pt x="3278263" y="1189595"/>
                    <a:pt x="3240163" y="1489315"/>
                    <a:pt x="3075063" y="1703945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" name="Freeform 32">
              <a:extLst>
                <a:ext uri="{FF2B5EF4-FFF2-40B4-BE49-F238E27FC236}">
                  <a16:creationId xmlns:a16="http://schemas.microsoft.com/office/drawing/2014/main" id="{4F52D194-DE1F-E2F9-B559-88A2DA28C4A2}"/>
                </a:ext>
              </a:extLst>
            </p:cNvPr>
            <p:cNvSpPr/>
            <p:nvPr/>
          </p:nvSpPr>
          <p:spPr>
            <a:xfrm>
              <a:off x="8747471" y="5325923"/>
              <a:ext cx="2957974" cy="1532077"/>
            </a:xfrm>
            <a:custGeom>
              <a:avLst/>
              <a:gdLst>
                <a:gd name="connsiteX0" fmla="*/ 2841279 w 2957974"/>
                <a:gd name="connsiteY0" fmla="*/ 1532078 h 1532077"/>
                <a:gd name="connsiteX1" fmla="*/ 2884459 w 2957974"/>
                <a:gd name="connsiteY1" fmla="*/ 855168 h 1532077"/>
                <a:gd name="connsiteX2" fmla="*/ 2166909 w 2957974"/>
                <a:gd name="connsiteY2" fmla="*/ 508457 h 1532077"/>
                <a:gd name="connsiteX3" fmla="*/ 2166909 w 2957974"/>
                <a:gd name="connsiteY3" fmla="*/ 508457 h 1532077"/>
                <a:gd name="connsiteX4" fmla="*/ 1519209 w 2957974"/>
                <a:gd name="connsiteY4" fmla="*/ 279857 h 1532077"/>
                <a:gd name="connsiteX5" fmla="*/ 476538 w 2957974"/>
                <a:gd name="connsiteY5" fmla="*/ 95707 h 1532077"/>
                <a:gd name="connsiteX6" fmla="*/ 96809 w 2957974"/>
                <a:gd name="connsiteY6" fmla="*/ 1275537 h 1532077"/>
                <a:gd name="connsiteX7" fmla="*/ 105698 w 2957974"/>
                <a:gd name="connsiteY7" fmla="*/ 1290778 h 1532077"/>
                <a:gd name="connsiteX8" fmla="*/ 105698 w 2957974"/>
                <a:gd name="connsiteY8" fmla="*/ 1290778 h 1532077"/>
                <a:gd name="connsiteX9" fmla="*/ 171738 w 2957974"/>
                <a:gd name="connsiteY9" fmla="*/ 1530808 h 1532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7974" h="1532077">
                  <a:moveTo>
                    <a:pt x="2841279" y="1532078"/>
                  </a:moveTo>
                  <a:cubicBezTo>
                    <a:pt x="2974629" y="1337768"/>
                    <a:pt x="3000029" y="1078687"/>
                    <a:pt x="2884459" y="855168"/>
                  </a:cubicBezTo>
                  <a:cubicBezTo>
                    <a:pt x="2746029" y="585928"/>
                    <a:pt x="2450119" y="452578"/>
                    <a:pt x="2166909" y="508457"/>
                  </a:cubicBezTo>
                  <a:lnTo>
                    <a:pt x="2166909" y="508457"/>
                  </a:lnTo>
                  <a:cubicBezTo>
                    <a:pt x="1874809" y="565607"/>
                    <a:pt x="1784638" y="559257"/>
                    <a:pt x="1519209" y="279857"/>
                  </a:cubicBezTo>
                  <a:cubicBezTo>
                    <a:pt x="1255048" y="1728"/>
                    <a:pt x="833409" y="-87172"/>
                    <a:pt x="476538" y="95707"/>
                  </a:cubicBezTo>
                  <a:cubicBezTo>
                    <a:pt x="46009" y="316687"/>
                    <a:pt x="-124171" y="845007"/>
                    <a:pt x="96809" y="1275537"/>
                  </a:cubicBezTo>
                  <a:cubicBezTo>
                    <a:pt x="99348" y="1280618"/>
                    <a:pt x="101888" y="1285697"/>
                    <a:pt x="105698" y="1290778"/>
                  </a:cubicBezTo>
                  <a:lnTo>
                    <a:pt x="105698" y="1290778"/>
                  </a:lnTo>
                  <a:cubicBezTo>
                    <a:pt x="153959" y="1379678"/>
                    <a:pt x="178088" y="1457147"/>
                    <a:pt x="171738" y="1530808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" name="Freeform 33">
              <a:extLst>
                <a:ext uri="{FF2B5EF4-FFF2-40B4-BE49-F238E27FC236}">
                  <a16:creationId xmlns:a16="http://schemas.microsoft.com/office/drawing/2014/main" id="{CC7FA744-0C4B-7CDF-60B3-5A71D10271B4}"/>
                </a:ext>
              </a:extLst>
            </p:cNvPr>
            <p:cNvSpPr/>
            <p:nvPr/>
          </p:nvSpPr>
          <p:spPr>
            <a:xfrm>
              <a:off x="8842825" y="5496917"/>
              <a:ext cx="2690234" cy="1363623"/>
            </a:xfrm>
            <a:custGeom>
              <a:avLst/>
              <a:gdLst>
                <a:gd name="connsiteX0" fmla="*/ 156394 w 2690234"/>
                <a:gd name="connsiteY0" fmla="*/ 1361084 h 1363623"/>
                <a:gd name="connsiteX1" fmla="*/ 95434 w 2690234"/>
                <a:gd name="connsiteY1" fmla="*/ 1174394 h 1363623"/>
                <a:gd name="connsiteX2" fmla="*/ 95434 w 2690234"/>
                <a:gd name="connsiteY2" fmla="*/ 1174394 h 1363623"/>
                <a:gd name="connsiteX3" fmla="*/ 87814 w 2690234"/>
                <a:gd name="connsiteY3" fmla="*/ 1160424 h 1363623"/>
                <a:gd name="connsiteX4" fmla="*/ 433254 w 2690234"/>
                <a:gd name="connsiteY4" fmla="*/ 87274 h 1363623"/>
                <a:gd name="connsiteX5" fmla="*/ 1381944 w 2690234"/>
                <a:gd name="connsiteY5" fmla="*/ 254914 h 1363623"/>
                <a:gd name="connsiteX6" fmla="*/ 1971224 w 2690234"/>
                <a:gd name="connsiteY6" fmla="*/ 463193 h 1363623"/>
                <a:gd name="connsiteX7" fmla="*/ 1971224 w 2690234"/>
                <a:gd name="connsiteY7" fmla="*/ 463193 h 1363623"/>
                <a:gd name="connsiteX8" fmla="*/ 2624005 w 2690234"/>
                <a:gd name="connsiteY8" fmla="*/ 779424 h 1363623"/>
                <a:gd name="connsiteX9" fmla="*/ 2604955 w 2690234"/>
                <a:gd name="connsiteY9" fmla="*/ 1363624 h 13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90234" h="1363623">
                  <a:moveTo>
                    <a:pt x="156394" y="1361084"/>
                  </a:moveTo>
                  <a:cubicBezTo>
                    <a:pt x="153854" y="1303934"/>
                    <a:pt x="132264" y="1241703"/>
                    <a:pt x="95434" y="1174394"/>
                  </a:cubicBezTo>
                  <a:lnTo>
                    <a:pt x="95434" y="1174394"/>
                  </a:lnTo>
                  <a:cubicBezTo>
                    <a:pt x="92894" y="1169314"/>
                    <a:pt x="90354" y="1165503"/>
                    <a:pt x="87814" y="1160424"/>
                  </a:cubicBezTo>
                  <a:cubicBezTo>
                    <a:pt x="-112846" y="767993"/>
                    <a:pt x="42094" y="287934"/>
                    <a:pt x="433254" y="87274"/>
                  </a:cubicBezTo>
                  <a:cubicBezTo>
                    <a:pt x="758374" y="-79096"/>
                    <a:pt x="1141914" y="914"/>
                    <a:pt x="1381944" y="254914"/>
                  </a:cubicBezTo>
                  <a:cubicBezTo>
                    <a:pt x="1623244" y="508914"/>
                    <a:pt x="1705794" y="515264"/>
                    <a:pt x="1971224" y="463193"/>
                  </a:cubicBezTo>
                  <a:lnTo>
                    <a:pt x="1971224" y="463193"/>
                  </a:lnTo>
                  <a:cubicBezTo>
                    <a:pt x="2227764" y="412393"/>
                    <a:pt x="2498274" y="534314"/>
                    <a:pt x="2624005" y="779424"/>
                  </a:cubicBezTo>
                  <a:cubicBezTo>
                    <a:pt x="2721794" y="971193"/>
                    <a:pt x="2707824" y="1190903"/>
                    <a:pt x="2604955" y="1363624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" name="Freeform 34">
              <a:extLst>
                <a:ext uri="{FF2B5EF4-FFF2-40B4-BE49-F238E27FC236}">
                  <a16:creationId xmlns:a16="http://schemas.microsoft.com/office/drawing/2014/main" id="{174E6A52-916F-795F-636D-F19B3FC1DA17}"/>
                </a:ext>
              </a:extLst>
            </p:cNvPr>
            <p:cNvSpPr/>
            <p:nvPr/>
          </p:nvSpPr>
          <p:spPr>
            <a:xfrm>
              <a:off x="8937384" y="5666952"/>
              <a:ext cx="2424674" cy="1191048"/>
            </a:xfrm>
            <a:custGeom>
              <a:avLst/>
              <a:gdLst>
                <a:gd name="connsiteX0" fmla="*/ 136765 w 2424674"/>
                <a:gd name="connsiteY0" fmla="*/ 1191049 h 1191048"/>
                <a:gd name="connsiteX1" fmla="*/ 85965 w 2424674"/>
                <a:gd name="connsiteY1" fmla="*/ 1057699 h 1191048"/>
                <a:gd name="connsiteX2" fmla="*/ 85965 w 2424674"/>
                <a:gd name="connsiteY2" fmla="*/ 1057699 h 1191048"/>
                <a:gd name="connsiteX3" fmla="*/ 79615 w 2424674"/>
                <a:gd name="connsiteY3" fmla="*/ 1044999 h 1191048"/>
                <a:gd name="connsiteX4" fmla="*/ 390765 w 2424674"/>
                <a:gd name="connsiteY4" fmla="*/ 78529 h 1191048"/>
                <a:gd name="connsiteX5" fmla="*/ 1245475 w 2424674"/>
                <a:gd name="connsiteY5" fmla="*/ 229659 h 1191048"/>
                <a:gd name="connsiteX6" fmla="*/ 1776335 w 2424674"/>
                <a:gd name="connsiteY6" fmla="*/ 416349 h 1191048"/>
                <a:gd name="connsiteX7" fmla="*/ 1776335 w 2424674"/>
                <a:gd name="connsiteY7" fmla="*/ 416349 h 1191048"/>
                <a:gd name="connsiteX8" fmla="*/ 2364346 w 2424674"/>
                <a:gd name="connsiteY8" fmla="*/ 700829 h 1191048"/>
                <a:gd name="connsiteX9" fmla="*/ 2366885 w 2424674"/>
                <a:gd name="connsiteY9" fmla="*/ 1191049 h 1191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24674" h="1191048">
                  <a:moveTo>
                    <a:pt x="136765" y="1191049"/>
                  </a:moveTo>
                  <a:cubicBezTo>
                    <a:pt x="129146" y="1149139"/>
                    <a:pt x="111365" y="1105959"/>
                    <a:pt x="85965" y="1057699"/>
                  </a:cubicBezTo>
                  <a:lnTo>
                    <a:pt x="85965" y="1057699"/>
                  </a:lnTo>
                  <a:cubicBezTo>
                    <a:pt x="83425" y="1053889"/>
                    <a:pt x="80885" y="1048809"/>
                    <a:pt x="79615" y="1044999"/>
                  </a:cubicBezTo>
                  <a:cubicBezTo>
                    <a:pt x="-101994" y="691939"/>
                    <a:pt x="37706" y="258869"/>
                    <a:pt x="390765" y="78529"/>
                  </a:cubicBezTo>
                  <a:cubicBezTo>
                    <a:pt x="684135" y="-71331"/>
                    <a:pt x="1029575" y="1059"/>
                    <a:pt x="1245475" y="229659"/>
                  </a:cubicBezTo>
                  <a:cubicBezTo>
                    <a:pt x="1462646" y="458259"/>
                    <a:pt x="1536306" y="464609"/>
                    <a:pt x="1776335" y="416349"/>
                  </a:cubicBezTo>
                  <a:lnTo>
                    <a:pt x="1776335" y="416349"/>
                  </a:lnTo>
                  <a:cubicBezTo>
                    <a:pt x="2007475" y="370629"/>
                    <a:pt x="2251316" y="479849"/>
                    <a:pt x="2364346" y="700829"/>
                  </a:cubicBezTo>
                  <a:cubicBezTo>
                    <a:pt x="2446896" y="860849"/>
                    <a:pt x="2441816" y="1042459"/>
                    <a:pt x="2366885" y="1191049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" name="Freeform 35">
              <a:extLst>
                <a:ext uri="{FF2B5EF4-FFF2-40B4-BE49-F238E27FC236}">
                  <a16:creationId xmlns:a16="http://schemas.microsoft.com/office/drawing/2014/main" id="{95CB7889-C6E0-9CC0-807C-DB8B3A088401}"/>
                </a:ext>
              </a:extLst>
            </p:cNvPr>
            <p:cNvSpPr/>
            <p:nvPr/>
          </p:nvSpPr>
          <p:spPr>
            <a:xfrm>
              <a:off x="9030199" y="5837325"/>
              <a:ext cx="2157133" cy="1020675"/>
            </a:xfrm>
            <a:custGeom>
              <a:avLst/>
              <a:gdLst>
                <a:gd name="connsiteX0" fmla="*/ 2122941 w 2157133"/>
                <a:gd name="connsiteY0" fmla="*/ 1020675 h 1020675"/>
                <a:gd name="connsiteX1" fmla="*/ 2103891 w 2157133"/>
                <a:gd name="connsiteY1" fmla="*/ 623166 h 1020675"/>
                <a:gd name="connsiteX2" fmla="*/ 1580651 w 2157133"/>
                <a:gd name="connsiteY2" fmla="*/ 370435 h 1020675"/>
                <a:gd name="connsiteX3" fmla="*/ 1580651 w 2157133"/>
                <a:gd name="connsiteY3" fmla="*/ 370435 h 1020675"/>
                <a:gd name="connsiteX4" fmla="*/ 1108211 w 2157133"/>
                <a:gd name="connsiteY4" fmla="*/ 204066 h 1020675"/>
                <a:gd name="connsiteX5" fmla="*/ 347481 w 2157133"/>
                <a:gd name="connsiteY5" fmla="*/ 70716 h 1020675"/>
                <a:gd name="connsiteX6" fmla="*/ 70621 w 2157133"/>
                <a:gd name="connsiteY6" fmla="*/ 930506 h 1020675"/>
                <a:gd name="connsiteX7" fmla="*/ 76971 w 2157133"/>
                <a:gd name="connsiteY7" fmla="*/ 941935 h 1020675"/>
                <a:gd name="connsiteX8" fmla="*/ 76971 w 2157133"/>
                <a:gd name="connsiteY8" fmla="*/ 941935 h 1020675"/>
                <a:gd name="connsiteX9" fmla="*/ 111261 w 2157133"/>
                <a:gd name="connsiteY9" fmla="*/ 1020675 h 102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57133" h="1020675">
                  <a:moveTo>
                    <a:pt x="2122941" y="1020675"/>
                  </a:moveTo>
                  <a:cubicBezTo>
                    <a:pt x="2172471" y="896216"/>
                    <a:pt x="2169931" y="751435"/>
                    <a:pt x="2103891" y="623166"/>
                  </a:cubicBezTo>
                  <a:cubicBezTo>
                    <a:pt x="2003561" y="427585"/>
                    <a:pt x="1787661" y="329795"/>
                    <a:pt x="1580651" y="370435"/>
                  </a:cubicBezTo>
                  <a:lnTo>
                    <a:pt x="1580651" y="370435"/>
                  </a:lnTo>
                  <a:cubicBezTo>
                    <a:pt x="1368561" y="412345"/>
                    <a:pt x="1302521" y="407266"/>
                    <a:pt x="1108211" y="204066"/>
                  </a:cubicBezTo>
                  <a:cubicBezTo>
                    <a:pt x="916441" y="866"/>
                    <a:pt x="609101" y="-63905"/>
                    <a:pt x="347481" y="70716"/>
                  </a:cubicBezTo>
                  <a:cubicBezTo>
                    <a:pt x="33791" y="232005"/>
                    <a:pt x="-90669" y="616816"/>
                    <a:pt x="70621" y="930506"/>
                  </a:cubicBezTo>
                  <a:cubicBezTo>
                    <a:pt x="73161" y="934316"/>
                    <a:pt x="74431" y="938125"/>
                    <a:pt x="76971" y="941935"/>
                  </a:cubicBezTo>
                  <a:lnTo>
                    <a:pt x="76971" y="941935"/>
                  </a:lnTo>
                  <a:cubicBezTo>
                    <a:pt x="92211" y="969875"/>
                    <a:pt x="103641" y="995275"/>
                    <a:pt x="111261" y="1020675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36">
              <a:extLst>
                <a:ext uri="{FF2B5EF4-FFF2-40B4-BE49-F238E27FC236}">
                  <a16:creationId xmlns:a16="http://schemas.microsoft.com/office/drawing/2014/main" id="{BF0AA9D0-0093-F7C2-53FB-D8D1D3F82D6A}"/>
                </a:ext>
              </a:extLst>
            </p:cNvPr>
            <p:cNvSpPr/>
            <p:nvPr/>
          </p:nvSpPr>
          <p:spPr>
            <a:xfrm>
              <a:off x="9126587" y="6008234"/>
              <a:ext cx="1887626" cy="849766"/>
            </a:xfrm>
            <a:custGeom>
              <a:avLst/>
              <a:gdLst>
                <a:gd name="connsiteX0" fmla="*/ 79643 w 1887626"/>
                <a:gd name="connsiteY0" fmla="*/ 849767 h 849766"/>
                <a:gd name="connsiteX1" fmla="*/ 66943 w 1887626"/>
                <a:gd name="connsiteY1" fmla="*/ 824367 h 849766"/>
                <a:gd name="connsiteX2" fmla="*/ 66943 w 1887626"/>
                <a:gd name="connsiteY2" fmla="*/ 824367 h 849766"/>
                <a:gd name="connsiteX3" fmla="*/ 61863 w 1887626"/>
                <a:gd name="connsiteY3" fmla="*/ 814207 h 849766"/>
                <a:gd name="connsiteX4" fmla="*/ 304432 w 1887626"/>
                <a:gd name="connsiteY4" fmla="*/ 61097 h 849766"/>
                <a:gd name="connsiteX5" fmla="*/ 969913 w 1887626"/>
                <a:gd name="connsiteY5" fmla="*/ 177937 h 849766"/>
                <a:gd name="connsiteX6" fmla="*/ 1382663 w 1887626"/>
                <a:gd name="connsiteY6" fmla="*/ 323987 h 849766"/>
                <a:gd name="connsiteX7" fmla="*/ 1382663 w 1887626"/>
                <a:gd name="connsiteY7" fmla="*/ 323987 h 849766"/>
                <a:gd name="connsiteX8" fmla="*/ 1841133 w 1887626"/>
                <a:gd name="connsiteY8" fmla="*/ 546236 h 849766"/>
                <a:gd name="connsiteX9" fmla="*/ 1872883 w 1887626"/>
                <a:gd name="connsiteY9" fmla="*/ 849767 h 849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7626" h="849766">
                  <a:moveTo>
                    <a:pt x="79643" y="849767"/>
                  </a:moveTo>
                  <a:cubicBezTo>
                    <a:pt x="75832" y="842147"/>
                    <a:pt x="72023" y="833257"/>
                    <a:pt x="66943" y="824367"/>
                  </a:cubicBezTo>
                  <a:lnTo>
                    <a:pt x="66943" y="824367"/>
                  </a:lnTo>
                  <a:cubicBezTo>
                    <a:pt x="65673" y="820557"/>
                    <a:pt x="63132" y="818017"/>
                    <a:pt x="61863" y="814207"/>
                  </a:cubicBezTo>
                  <a:cubicBezTo>
                    <a:pt x="-79107" y="538617"/>
                    <a:pt x="28843" y="202067"/>
                    <a:pt x="304432" y="61097"/>
                  </a:cubicBezTo>
                  <a:cubicBezTo>
                    <a:pt x="533032" y="-55743"/>
                    <a:pt x="802273" y="1407"/>
                    <a:pt x="969913" y="177937"/>
                  </a:cubicBezTo>
                  <a:cubicBezTo>
                    <a:pt x="1138823" y="357007"/>
                    <a:pt x="1197243" y="360817"/>
                    <a:pt x="1382663" y="323987"/>
                  </a:cubicBezTo>
                  <a:lnTo>
                    <a:pt x="1382663" y="323987"/>
                  </a:lnTo>
                  <a:cubicBezTo>
                    <a:pt x="1563003" y="288426"/>
                    <a:pt x="1752233" y="373517"/>
                    <a:pt x="1841133" y="546236"/>
                  </a:cubicBezTo>
                  <a:cubicBezTo>
                    <a:pt x="1890663" y="644026"/>
                    <a:pt x="1899553" y="751976"/>
                    <a:pt x="1872883" y="849767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37">
              <a:extLst>
                <a:ext uri="{FF2B5EF4-FFF2-40B4-BE49-F238E27FC236}">
                  <a16:creationId xmlns:a16="http://schemas.microsoft.com/office/drawing/2014/main" id="{1CAF7D27-34A0-D699-7669-5369A01C6BEF}"/>
                </a:ext>
              </a:extLst>
            </p:cNvPr>
            <p:cNvSpPr/>
            <p:nvPr/>
          </p:nvSpPr>
          <p:spPr>
            <a:xfrm>
              <a:off x="9221601" y="6179228"/>
              <a:ext cx="1620739" cy="680042"/>
            </a:xfrm>
            <a:custGeom>
              <a:avLst/>
              <a:gdLst>
                <a:gd name="connsiteX0" fmla="*/ 43048 w 1620739"/>
                <a:gd name="connsiteY0" fmla="*/ 678773 h 680042"/>
                <a:gd name="connsiteX1" fmla="*/ 261489 w 1620739"/>
                <a:gd name="connsiteY1" fmla="*/ 52663 h 680042"/>
                <a:gd name="connsiteX2" fmla="*/ 832989 w 1620739"/>
                <a:gd name="connsiteY2" fmla="*/ 152993 h 680042"/>
                <a:gd name="connsiteX3" fmla="*/ 1187318 w 1620739"/>
                <a:gd name="connsiteY3" fmla="*/ 278723 h 680042"/>
                <a:gd name="connsiteX4" fmla="*/ 1187318 w 1620739"/>
                <a:gd name="connsiteY4" fmla="*/ 278723 h 680042"/>
                <a:gd name="connsiteX5" fmla="*/ 1581018 w 1620739"/>
                <a:gd name="connsiteY5" fmla="*/ 469223 h 680042"/>
                <a:gd name="connsiteX6" fmla="*/ 1617849 w 1620739"/>
                <a:gd name="connsiteY6" fmla="*/ 680043 h 680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0739" h="680042">
                  <a:moveTo>
                    <a:pt x="43048" y="678773"/>
                  </a:moveTo>
                  <a:cubicBezTo>
                    <a:pt x="-62361" y="446363"/>
                    <a:pt x="31618" y="169503"/>
                    <a:pt x="261489" y="52663"/>
                  </a:cubicBezTo>
                  <a:cubicBezTo>
                    <a:pt x="457068" y="-47667"/>
                    <a:pt x="688208" y="593"/>
                    <a:pt x="832989" y="152993"/>
                  </a:cubicBezTo>
                  <a:cubicBezTo>
                    <a:pt x="977768" y="306663"/>
                    <a:pt x="1027298" y="309203"/>
                    <a:pt x="1187318" y="278723"/>
                  </a:cubicBezTo>
                  <a:lnTo>
                    <a:pt x="1187318" y="278723"/>
                  </a:lnTo>
                  <a:cubicBezTo>
                    <a:pt x="1342258" y="248243"/>
                    <a:pt x="1504818" y="321903"/>
                    <a:pt x="1581018" y="469223"/>
                  </a:cubicBezTo>
                  <a:cubicBezTo>
                    <a:pt x="1615308" y="536533"/>
                    <a:pt x="1626739" y="610193"/>
                    <a:pt x="1617849" y="68004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0D935F3D-DF75-3647-171C-CDCDD83D2824}"/>
                </a:ext>
              </a:extLst>
            </p:cNvPr>
            <p:cNvSpPr/>
            <p:nvPr/>
          </p:nvSpPr>
          <p:spPr>
            <a:xfrm>
              <a:off x="9315733" y="6350532"/>
              <a:ext cx="1352266" cy="508737"/>
            </a:xfrm>
            <a:custGeom>
              <a:avLst/>
              <a:gdLst>
                <a:gd name="connsiteX0" fmla="*/ 1352266 w 1352266"/>
                <a:gd name="connsiteY0" fmla="*/ 507468 h 508737"/>
                <a:gd name="connsiteX1" fmla="*/ 1319247 w 1352266"/>
                <a:gd name="connsiteY1" fmla="*/ 390628 h 508737"/>
                <a:gd name="connsiteX2" fmla="*/ 991586 w 1352266"/>
                <a:gd name="connsiteY2" fmla="*/ 231878 h 508737"/>
                <a:gd name="connsiteX3" fmla="*/ 991586 w 1352266"/>
                <a:gd name="connsiteY3" fmla="*/ 231878 h 508737"/>
                <a:gd name="connsiteX4" fmla="*/ 695676 w 1352266"/>
                <a:gd name="connsiteY4" fmla="*/ 127738 h 508737"/>
                <a:gd name="connsiteX5" fmla="*/ 218157 w 1352266"/>
                <a:gd name="connsiteY5" fmla="*/ 43918 h 508737"/>
                <a:gd name="connsiteX6" fmla="*/ 14957 w 1352266"/>
                <a:gd name="connsiteY6" fmla="*/ 508738 h 50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2266" h="508737">
                  <a:moveTo>
                    <a:pt x="1352266" y="507468"/>
                  </a:moveTo>
                  <a:cubicBezTo>
                    <a:pt x="1349726" y="468098"/>
                    <a:pt x="1338297" y="427458"/>
                    <a:pt x="1319247" y="390628"/>
                  </a:cubicBezTo>
                  <a:cubicBezTo>
                    <a:pt x="1255747" y="267438"/>
                    <a:pt x="1119857" y="206478"/>
                    <a:pt x="991586" y="231878"/>
                  </a:cubicBezTo>
                  <a:lnTo>
                    <a:pt x="991586" y="231878"/>
                  </a:lnTo>
                  <a:cubicBezTo>
                    <a:pt x="858236" y="258548"/>
                    <a:pt x="816326" y="254738"/>
                    <a:pt x="695676" y="127738"/>
                  </a:cubicBezTo>
                  <a:cubicBezTo>
                    <a:pt x="575026" y="738"/>
                    <a:pt x="381986" y="-39902"/>
                    <a:pt x="218157" y="43918"/>
                  </a:cubicBezTo>
                  <a:cubicBezTo>
                    <a:pt x="45436" y="132818"/>
                    <a:pt x="-35843" y="328398"/>
                    <a:pt x="14957" y="508738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024ADC33-E39B-86C6-9FDD-B287E3DEBA0C}"/>
                </a:ext>
              </a:extLst>
            </p:cNvPr>
            <p:cNvSpPr/>
            <p:nvPr/>
          </p:nvSpPr>
          <p:spPr>
            <a:xfrm>
              <a:off x="9410273" y="6520567"/>
              <a:ext cx="1069767" cy="337433"/>
            </a:xfrm>
            <a:custGeom>
              <a:avLst/>
              <a:gdLst>
                <a:gd name="connsiteX0" fmla="*/ 427 w 1069767"/>
                <a:gd name="connsiteY0" fmla="*/ 337433 h 337433"/>
                <a:gd name="connsiteX1" fmla="*/ 175687 w 1069767"/>
                <a:gd name="connsiteY1" fmla="*/ 35174 h 337433"/>
                <a:gd name="connsiteX2" fmla="*/ 559227 w 1069767"/>
                <a:gd name="connsiteY2" fmla="*/ 102483 h 337433"/>
                <a:gd name="connsiteX3" fmla="*/ 796717 w 1069767"/>
                <a:gd name="connsiteY3" fmla="*/ 186303 h 337433"/>
                <a:gd name="connsiteX4" fmla="*/ 796717 w 1069767"/>
                <a:gd name="connsiteY4" fmla="*/ 186303 h 337433"/>
                <a:gd name="connsiteX5" fmla="*/ 1059607 w 1069767"/>
                <a:gd name="connsiteY5" fmla="*/ 313303 h 337433"/>
                <a:gd name="connsiteX6" fmla="*/ 1069767 w 1069767"/>
                <a:gd name="connsiteY6" fmla="*/ 337433 h 337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9767" h="337433">
                  <a:moveTo>
                    <a:pt x="427" y="337433"/>
                  </a:moveTo>
                  <a:cubicBezTo>
                    <a:pt x="-5923" y="215514"/>
                    <a:pt x="58847" y="94864"/>
                    <a:pt x="175687" y="35174"/>
                  </a:cubicBezTo>
                  <a:cubicBezTo>
                    <a:pt x="306497" y="-32137"/>
                    <a:pt x="461437" y="883"/>
                    <a:pt x="559227" y="102483"/>
                  </a:cubicBezTo>
                  <a:cubicBezTo>
                    <a:pt x="657017" y="205353"/>
                    <a:pt x="690037" y="207893"/>
                    <a:pt x="796717" y="186303"/>
                  </a:cubicBezTo>
                  <a:lnTo>
                    <a:pt x="796717" y="186303"/>
                  </a:lnTo>
                  <a:cubicBezTo>
                    <a:pt x="900857" y="165983"/>
                    <a:pt x="1010077" y="215514"/>
                    <a:pt x="1059607" y="313303"/>
                  </a:cubicBezTo>
                  <a:cubicBezTo>
                    <a:pt x="1063417" y="320924"/>
                    <a:pt x="1067227" y="328543"/>
                    <a:pt x="1069767" y="33743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D05E5E48-4373-DA68-8DAE-485B58AF4A39}"/>
                </a:ext>
              </a:extLst>
            </p:cNvPr>
            <p:cNvSpPr/>
            <p:nvPr/>
          </p:nvSpPr>
          <p:spPr>
            <a:xfrm>
              <a:off x="9517380" y="6690291"/>
              <a:ext cx="722629" cy="167709"/>
            </a:xfrm>
            <a:custGeom>
              <a:avLst/>
              <a:gdLst>
                <a:gd name="connsiteX0" fmla="*/ 722630 w 722629"/>
                <a:gd name="connsiteY0" fmla="*/ 167710 h 167709"/>
                <a:gd name="connsiteX1" fmla="*/ 586739 w 722629"/>
                <a:gd name="connsiteY1" fmla="*/ 141040 h 167709"/>
                <a:gd name="connsiteX2" fmla="*/ 586739 w 722629"/>
                <a:gd name="connsiteY2" fmla="*/ 141040 h 167709"/>
                <a:gd name="connsiteX3" fmla="*/ 407670 w 722629"/>
                <a:gd name="connsiteY3" fmla="*/ 77540 h 167709"/>
                <a:gd name="connsiteX4" fmla="*/ 119380 w 722629"/>
                <a:gd name="connsiteY4" fmla="*/ 26740 h 167709"/>
                <a:gd name="connsiteX5" fmla="*/ 0 w 722629"/>
                <a:gd name="connsiteY5" fmla="*/ 167710 h 167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2629" h="167709">
                  <a:moveTo>
                    <a:pt x="722630" y="167710"/>
                  </a:moveTo>
                  <a:cubicBezTo>
                    <a:pt x="683260" y="142310"/>
                    <a:pt x="635000" y="132150"/>
                    <a:pt x="586739" y="141040"/>
                  </a:cubicBezTo>
                  <a:lnTo>
                    <a:pt x="586739" y="141040"/>
                  </a:lnTo>
                  <a:cubicBezTo>
                    <a:pt x="505460" y="157550"/>
                    <a:pt x="481330" y="155010"/>
                    <a:pt x="407670" y="77540"/>
                  </a:cubicBezTo>
                  <a:cubicBezTo>
                    <a:pt x="335280" y="70"/>
                    <a:pt x="218439" y="-24060"/>
                    <a:pt x="119380" y="26740"/>
                  </a:cubicBezTo>
                  <a:cubicBezTo>
                    <a:pt x="59689" y="57220"/>
                    <a:pt x="19050" y="108020"/>
                    <a:pt x="0" y="16771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6" name="slide number">
            <a:extLst>
              <a:ext uri="{FF2B5EF4-FFF2-40B4-BE49-F238E27FC236}">
                <a16:creationId xmlns:a16="http://schemas.microsoft.com/office/drawing/2014/main" id="{C4ABA484-1D96-6B0E-43DD-B4D2F812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B0EB1E-25C5-4740-9782-54CCC0C83B03}" type="slidenum">
              <a:rPr lang="en-US" smtClean="0"/>
              <a:t>‹Nr.›</a:t>
            </a:fld>
            <a:endParaRPr lang="en-US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B993D690-6D2A-F7BD-357B-3CA8D3D2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valantic layout samples Route A</a:t>
            </a:r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51569EEC-71D9-CB9F-83F3-295CBD683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April 26, 2024</a:t>
            </a:r>
          </a:p>
        </p:txBody>
      </p:sp>
      <p:sp>
        <p:nvSpPr>
          <p:cNvPr id="7" name="subhead 3">
            <a:extLst>
              <a:ext uri="{FF2B5EF4-FFF2-40B4-BE49-F238E27FC236}">
                <a16:creationId xmlns:a16="http://schemas.microsoft.com/office/drawing/2014/main" id="{08256B7C-7DF7-1CBE-C563-DC94A088442A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7797447" y="1800000"/>
            <a:ext cx="2592000" cy="4365850"/>
          </a:xfrm>
          <a:prstGeom prst="roundRect">
            <a:avLst>
              <a:gd name="adj" fmla="val 3230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 dirty="0"/>
              <a:t>Mastertextformat bearbeiten</a:t>
            </a: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03D9F645-BD61-312D-FDBA-3F63F457F0E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797447" y="3816000"/>
            <a:ext cx="2592000" cy="2349849"/>
          </a:xfrm>
        </p:spPr>
        <p:txBody>
          <a:bodyPr lIns="216000" rIns="216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lnSpc>
                <a:spcPts val="1600"/>
              </a:lnSpc>
              <a:spcBef>
                <a:spcPts val="300"/>
              </a:spcBef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14" name="picture 3">
            <a:extLst>
              <a:ext uri="{FF2B5EF4-FFF2-40B4-BE49-F238E27FC236}">
                <a16:creationId xmlns:a16="http://schemas.microsoft.com/office/drawing/2014/main" id="{9FF70640-2E25-EBCF-C164-4D8776EDCC0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797447" y="1800000"/>
            <a:ext cx="2592000" cy="1800000"/>
          </a:xfrm>
          <a:prstGeom prst="round2SameRect">
            <a:avLst>
              <a:gd name="adj1" fmla="val 4627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3" name="subhead 2">
            <a:extLst>
              <a:ext uri="{FF2B5EF4-FFF2-40B4-BE49-F238E27FC236}">
                <a16:creationId xmlns:a16="http://schemas.microsoft.com/office/drawing/2014/main" id="{2F17EEC5-2FC1-061B-5383-F1030606AAB5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796471" y="1800000"/>
            <a:ext cx="2592000" cy="4365850"/>
          </a:xfrm>
          <a:prstGeom prst="roundRect">
            <a:avLst>
              <a:gd name="adj" fmla="val 3537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Mastertextformat bearbeiten</a:t>
            </a: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E529241-D4E7-89E7-5EA8-61F00FC6491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96471" y="3816000"/>
            <a:ext cx="2592000" cy="2349849"/>
          </a:xfrm>
        </p:spPr>
        <p:txBody>
          <a:bodyPr lIns="216000" rIns="216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lnSpc>
                <a:spcPts val="1600"/>
              </a:lnSpc>
              <a:spcBef>
                <a:spcPts val="300"/>
              </a:spcBef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13" name="picture 2">
            <a:extLst>
              <a:ext uri="{FF2B5EF4-FFF2-40B4-BE49-F238E27FC236}">
                <a16:creationId xmlns:a16="http://schemas.microsoft.com/office/drawing/2014/main" id="{55B5AD6C-F5DC-9656-D99B-A67A0B7E505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96471" y="1800000"/>
            <a:ext cx="2592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2" name="subhead 1">
            <a:extLst>
              <a:ext uri="{FF2B5EF4-FFF2-40B4-BE49-F238E27FC236}">
                <a16:creationId xmlns:a16="http://schemas.microsoft.com/office/drawing/2014/main" id="{1381FC44-C2A8-D410-ED08-FCD81B80E2BF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1800000" y="1800000"/>
            <a:ext cx="2592000" cy="436585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</a:lstStyle>
          <a:p>
            <a:pPr lvl="0">
              <a:lnSpc>
                <a:spcPct val="100000"/>
              </a:lnSpc>
            </a:pPr>
            <a:r>
              <a:rPr lang="de-DE"/>
              <a:t>Mastertextformat bearbeiten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907A54C3-A2FF-A59E-41B3-23D2F7C1E59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800000" y="3816000"/>
            <a:ext cx="2592000" cy="2349849"/>
          </a:xfrm>
        </p:spPr>
        <p:txBody>
          <a:bodyPr lIns="216000" rIns="216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lnSpc>
                <a:spcPts val="1600"/>
              </a:lnSpc>
              <a:spcBef>
                <a:spcPts val="300"/>
              </a:spcBef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11" name="picture 1">
            <a:extLst>
              <a:ext uri="{FF2B5EF4-FFF2-40B4-BE49-F238E27FC236}">
                <a16:creationId xmlns:a16="http://schemas.microsoft.com/office/drawing/2014/main" id="{48BC97E5-F4FC-CFC7-7C93-504C59D7A2B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800000" y="1800000"/>
            <a:ext cx="2592000" cy="1800000"/>
          </a:xfrm>
          <a:prstGeom prst="round2SameRect">
            <a:avLst>
              <a:gd name="adj1" fmla="val 4811"/>
              <a:gd name="adj2" fmla="val 0"/>
            </a:avLst>
          </a:prstGeom>
          <a:solidFill>
            <a:schemeClr val="bg1"/>
          </a:solidFill>
          <a:effectLst>
            <a:outerShdw blurRad="63500" algn="tl" rotWithShape="0">
              <a:schemeClr val="accent4">
                <a:alpha val="50000"/>
              </a:schemeClr>
            </a:outerShdw>
          </a:effectLst>
        </p:spPr>
        <p:txBody>
          <a:bodyPr/>
          <a:lstStyle>
            <a:lvl1pPr>
              <a:defRPr lang="en-DE" dirty="0"/>
            </a:lvl1pPr>
          </a:lstStyle>
          <a:p>
            <a:endParaRPr lang="en-DE" dirty="0"/>
          </a:p>
        </p:txBody>
      </p:sp>
      <p:sp>
        <p:nvSpPr>
          <p:cNvPr id="86" name="title">
            <a:extLst>
              <a:ext uri="{FF2B5EF4-FFF2-40B4-BE49-F238E27FC236}">
                <a16:creationId xmlns:a16="http://schemas.microsoft.com/office/drawing/2014/main" id="{457734AF-380A-E58A-7517-29028ECF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50" name="navigation">
            <a:extLst>
              <a:ext uri="{FF2B5EF4-FFF2-40B4-BE49-F238E27FC236}">
                <a16:creationId xmlns:a16="http://schemas.microsoft.com/office/drawing/2014/main" id="{FD8D2581-6964-2778-6F2E-FEB7528273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164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3759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51 : 3 contacts : guilo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uilloche">
            <a:extLst>
              <a:ext uri="{FF2B5EF4-FFF2-40B4-BE49-F238E27FC236}">
                <a16:creationId xmlns:a16="http://schemas.microsoft.com/office/drawing/2014/main" id="{B157220D-343A-FFFB-23C3-8939B6A6AB1E}"/>
              </a:ext>
            </a:extLst>
          </p:cNvPr>
          <p:cNvGrpSpPr/>
          <p:nvPr userDrawn="1"/>
        </p:nvGrpSpPr>
        <p:grpSpPr>
          <a:xfrm rot="16200000">
            <a:off x="6252317" y="-37489"/>
            <a:ext cx="5902193" cy="5977172"/>
            <a:chOff x="6289806" y="883368"/>
            <a:chExt cx="5902193" cy="5977172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F05D7D8-F698-BE7B-C16E-27D954BE601E}"/>
                </a:ext>
              </a:extLst>
            </p:cNvPr>
            <p:cNvSpPr/>
            <p:nvPr/>
          </p:nvSpPr>
          <p:spPr>
            <a:xfrm>
              <a:off x="6289806" y="883368"/>
              <a:ext cx="5900923" cy="5974632"/>
            </a:xfrm>
            <a:custGeom>
              <a:avLst/>
              <a:gdLst>
                <a:gd name="connsiteX0" fmla="*/ 55114 w 5900923"/>
                <a:gd name="connsiteY0" fmla="*/ 5974633 h 5974632"/>
                <a:gd name="connsiteX1" fmla="*/ 352294 w 5900923"/>
                <a:gd name="connsiteY1" fmla="*/ 4332523 h 5974632"/>
                <a:gd name="connsiteX2" fmla="*/ 352294 w 5900923"/>
                <a:gd name="connsiteY2" fmla="*/ 4332523 h 5974632"/>
                <a:gd name="connsiteX3" fmla="*/ 324353 w 5900923"/>
                <a:gd name="connsiteY3" fmla="*/ 4279183 h 5974632"/>
                <a:gd name="connsiteX4" fmla="*/ 1596894 w 5900923"/>
                <a:gd name="connsiteY4" fmla="*/ 324403 h 5974632"/>
                <a:gd name="connsiteX5" fmla="*/ 5091934 w 5900923"/>
                <a:gd name="connsiteY5" fmla="*/ 940353 h 5974632"/>
                <a:gd name="connsiteX6" fmla="*/ 5900924 w 5900923"/>
                <a:gd name="connsiteY6" fmla="*/ 1632503 h 597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00923" h="5974632">
                  <a:moveTo>
                    <a:pt x="55114" y="5974633"/>
                  </a:moveTo>
                  <a:cubicBezTo>
                    <a:pt x="678684" y="5459013"/>
                    <a:pt x="700274" y="4976413"/>
                    <a:pt x="352294" y="4332523"/>
                  </a:cubicBezTo>
                  <a:lnTo>
                    <a:pt x="352294" y="4332523"/>
                  </a:lnTo>
                  <a:cubicBezTo>
                    <a:pt x="343403" y="4314743"/>
                    <a:pt x="333244" y="4296963"/>
                    <a:pt x="324353" y="4279183"/>
                  </a:cubicBezTo>
                  <a:cubicBezTo>
                    <a:pt x="-416056" y="2835193"/>
                    <a:pt x="154173" y="1064813"/>
                    <a:pt x="1596894" y="324403"/>
                  </a:cubicBezTo>
                  <a:cubicBezTo>
                    <a:pt x="2795774" y="-290277"/>
                    <a:pt x="4219444" y="-1987"/>
                    <a:pt x="5091934" y="940353"/>
                  </a:cubicBezTo>
                  <a:cubicBezTo>
                    <a:pt x="5422134" y="1280713"/>
                    <a:pt x="5671054" y="1500423"/>
                    <a:pt x="5900924" y="163250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C3AC6EB-C704-A581-CB4E-25B8F755E92A}"/>
                </a:ext>
              </a:extLst>
            </p:cNvPr>
            <p:cNvSpPr/>
            <p:nvPr/>
          </p:nvSpPr>
          <p:spPr>
            <a:xfrm>
              <a:off x="6384924" y="1057170"/>
              <a:ext cx="5807075" cy="5800830"/>
            </a:xfrm>
            <a:custGeom>
              <a:avLst/>
              <a:gdLst>
                <a:gd name="connsiteX0" fmla="*/ 64135 w 5807075"/>
                <a:gd name="connsiteY0" fmla="*/ 5800830 h 5800830"/>
                <a:gd name="connsiteX1" fmla="*/ 342266 w 5807075"/>
                <a:gd name="connsiteY1" fmla="*/ 4212060 h 5800830"/>
                <a:gd name="connsiteX2" fmla="*/ 342266 w 5807075"/>
                <a:gd name="connsiteY2" fmla="*/ 4212060 h 5800830"/>
                <a:gd name="connsiteX3" fmla="*/ 315595 w 5807075"/>
                <a:gd name="connsiteY3" fmla="*/ 4161260 h 5800830"/>
                <a:gd name="connsiteX4" fmla="*/ 1553845 w 5807075"/>
                <a:gd name="connsiteY4" fmla="*/ 313160 h 5800830"/>
                <a:gd name="connsiteX5" fmla="*/ 4954906 w 5807075"/>
                <a:gd name="connsiteY5" fmla="*/ 912600 h 5800830"/>
                <a:gd name="connsiteX6" fmla="*/ 5807076 w 5807075"/>
                <a:gd name="connsiteY6" fmla="*/ 1627610 h 580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07075" h="5800830">
                  <a:moveTo>
                    <a:pt x="64135" y="5800830"/>
                  </a:moveTo>
                  <a:cubicBezTo>
                    <a:pt x="659766" y="5302990"/>
                    <a:pt x="677545" y="4835630"/>
                    <a:pt x="342266" y="4212060"/>
                  </a:cubicBezTo>
                  <a:lnTo>
                    <a:pt x="342266" y="4212060"/>
                  </a:lnTo>
                  <a:cubicBezTo>
                    <a:pt x="333376" y="4195550"/>
                    <a:pt x="324485" y="4177770"/>
                    <a:pt x="315595" y="4161260"/>
                  </a:cubicBezTo>
                  <a:cubicBezTo>
                    <a:pt x="-404494" y="2756640"/>
                    <a:pt x="149226" y="1034520"/>
                    <a:pt x="1553845" y="313160"/>
                  </a:cubicBezTo>
                  <a:cubicBezTo>
                    <a:pt x="2719706" y="-285010"/>
                    <a:pt x="4095116" y="5820"/>
                    <a:pt x="4954906" y="912600"/>
                  </a:cubicBezTo>
                  <a:cubicBezTo>
                    <a:pt x="5305426" y="1282170"/>
                    <a:pt x="5561966" y="1505690"/>
                    <a:pt x="5807076" y="162761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610B7ED-2B02-34E6-6EB3-9B7ACE6BD549}"/>
                </a:ext>
              </a:extLst>
            </p:cNvPr>
            <p:cNvSpPr/>
            <p:nvPr/>
          </p:nvSpPr>
          <p:spPr>
            <a:xfrm>
              <a:off x="6478449" y="1227205"/>
              <a:ext cx="5713550" cy="5629525"/>
            </a:xfrm>
            <a:custGeom>
              <a:avLst/>
              <a:gdLst>
                <a:gd name="connsiteX0" fmla="*/ 5713551 w 5713550"/>
                <a:gd name="connsiteY0" fmla="*/ 1613785 h 5629525"/>
                <a:gd name="connsiteX1" fmla="*/ 4818201 w 5713550"/>
                <a:gd name="connsiteY1" fmla="*/ 887345 h 5629525"/>
                <a:gd name="connsiteX2" fmla="*/ 1511120 w 5713550"/>
                <a:gd name="connsiteY2" fmla="*/ 304415 h 5629525"/>
                <a:gd name="connsiteX3" fmla="*/ 307160 w 5713550"/>
                <a:gd name="connsiteY3" fmla="*/ 4045836 h 5629525"/>
                <a:gd name="connsiteX4" fmla="*/ 333831 w 5713550"/>
                <a:gd name="connsiteY4" fmla="*/ 4095366 h 5629525"/>
                <a:gd name="connsiteX5" fmla="*/ 333831 w 5713550"/>
                <a:gd name="connsiteY5" fmla="*/ 4095366 h 5629525"/>
                <a:gd name="connsiteX6" fmla="*/ 74750 w 5713550"/>
                <a:gd name="connsiteY6" fmla="*/ 5629526 h 562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3550" h="5629525">
                  <a:moveTo>
                    <a:pt x="5713551" y="1613785"/>
                  </a:moveTo>
                  <a:cubicBezTo>
                    <a:pt x="5454470" y="1503296"/>
                    <a:pt x="5190310" y="1281046"/>
                    <a:pt x="4818201" y="887345"/>
                  </a:cubicBezTo>
                  <a:cubicBezTo>
                    <a:pt x="3982541" y="5965"/>
                    <a:pt x="2645231" y="-277245"/>
                    <a:pt x="1511120" y="304415"/>
                  </a:cubicBezTo>
                  <a:cubicBezTo>
                    <a:pt x="145870" y="1005456"/>
                    <a:pt x="-393880" y="2679316"/>
                    <a:pt x="307160" y="4045836"/>
                  </a:cubicBezTo>
                  <a:cubicBezTo>
                    <a:pt x="316050" y="4062346"/>
                    <a:pt x="324940" y="4078855"/>
                    <a:pt x="333831" y="4095366"/>
                  </a:cubicBezTo>
                  <a:lnTo>
                    <a:pt x="333831" y="4095366"/>
                  </a:lnTo>
                  <a:cubicBezTo>
                    <a:pt x="657681" y="4697346"/>
                    <a:pt x="642440" y="5149466"/>
                    <a:pt x="74750" y="5629526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04FB7A81-F0E8-FCCE-E230-3B8ECE526998}"/>
                </a:ext>
              </a:extLst>
            </p:cNvPr>
            <p:cNvSpPr/>
            <p:nvPr/>
          </p:nvSpPr>
          <p:spPr>
            <a:xfrm>
              <a:off x="6573567" y="1398510"/>
              <a:ext cx="5618432" cy="5459490"/>
            </a:xfrm>
            <a:custGeom>
              <a:avLst/>
              <a:gdLst>
                <a:gd name="connsiteX0" fmla="*/ 5618433 w 5618432"/>
                <a:gd name="connsiteY0" fmla="*/ 1593611 h 5459490"/>
                <a:gd name="connsiteX1" fmla="*/ 4679902 w 5618432"/>
                <a:gd name="connsiteY1" fmla="*/ 862091 h 5459490"/>
                <a:gd name="connsiteX2" fmla="*/ 1468073 w 5618432"/>
                <a:gd name="connsiteY2" fmla="*/ 295671 h 5459490"/>
                <a:gd name="connsiteX3" fmla="*/ 298402 w 5618432"/>
                <a:gd name="connsiteY3" fmla="*/ 3930411 h 5459490"/>
                <a:gd name="connsiteX4" fmla="*/ 323802 w 5618432"/>
                <a:gd name="connsiteY4" fmla="*/ 3978671 h 5459490"/>
                <a:gd name="connsiteX5" fmla="*/ 323802 w 5618432"/>
                <a:gd name="connsiteY5" fmla="*/ 3978671 h 5459490"/>
                <a:gd name="connsiteX6" fmla="*/ 83772 w 5618432"/>
                <a:gd name="connsiteY6" fmla="*/ 5459491 h 5459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18432" h="5459490">
                  <a:moveTo>
                    <a:pt x="5618433" y="1593611"/>
                  </a:moveTo>
                  <a:cubicBezTo>
                    <a:pt x="5344113" y="1498361"/>
                    <a:pt x="5074873" y="1278651"/>
                    <a:pt x="4679902" y="862091"/>
                  </a:cubicBezTo>
                  <a:cubicBezTo>
                    <a:pt x="3868373" y="6111"/>
                    <a:pt x="2569163" y="-269479"/>
                    <a:pt x="1468073" y="295671"/>
                  </a:cubicBezTo>
                  <a:cubicBezTo>
                    <a:pt x="140922" y="976391"/>
                    <a:pt x="-382318" y="2603261"/>
                    <a:pt x="298402" y="3930411"/>
                  </a:cubicBezTo>
                  <a:cubicBezTo>
                    <a:pt x="307292" y="3946921"/>
                    <a:pt x="314913" y="3963431"/>
                    <a:pt x="323802" y="3978671"/>
                  </a:cubicBezTo>
                  <a:lnTo>
                    <a:pt x="323802" y="3978671"/>
                  </a:lnTo>
                  <a:cubicBezTo>
                    <a:pt x="636223" y="4559061"/>
                    <a:pt x="623523" y="4995941"/>
                    <a:pt x="83772" y="5459491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EA33F145-80D1-F04A-79A3-EB2A01718709}"/>
                </a:ext>
              </a:extLst>
            </p:cNvPr>
            <p:cNvSpPr/>
            <p:nvPr/>
          </p:nvSpPr>
          <p:spPr>
            <a:xfrm>
              <a:off x="6668922" y="1569135"/>
              <a:ext cx="5523077" cy="5290134"/>
            </a:xfrm>
            <a:custGeom>
              <a:avLst/>
              <a:gdLst>
                <a:gd name="connsiteX0" fmla="*/ 5523078 w 5523077"/>
                <a:gd name="connsiteY0" fmla="*/ 1567765 h 5290134"/>
                <a:gd name="connsiteX1" fmla="*/ 4542638 w 5523077"/>
                <a:gd name="connsiteY1" fmla="*/ 836245 h 5290134"/>
                <a:gd name="connsiteX2" fmla="*/ 1424787 w 5523077"/>
                <a:gd name="connsiteY2" fmla="*/ 287605 h 5290134"/>
                <a:gd name="connsiteX3" fmla="*/ 289408 w 5523077"/>
                <a:gd name="connsiteY3" fmla="*/ 3815665 h 5290134"/>
                <a:gd name="connsiteX4" fmla="*/ 314808 w 5523077"/>
                <a:gd name="connsiteY4" fmla="*/ 3862656 h 5290134"/>
                <a:gd name="connsiteX5" fmla="*/ 314808 w 5523077"/>
                <a:gd name="connsiteY5" fmla="*/ 3862656 h 5290134"/>
                <a:gd name="connsiteX6" fmla="*/ 93827 w 5523077"/>
                <a:gd name="connsiteY6" fmla="*/ 5290135 h 5290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23077" h="5290134">
                  <a:moveTo>
                    <a:pt x="5523078" y="1567765"/>
                  </a:moveTo>
                  <a:cubicBezTo>
                    <a:pt x="5230978" y="1489025"/>
                    <a:pt x="4959197" y="1275665"/>
                    <a:pt x="4542638" y="836245"/>
                  </a:cubicBezTo>
                  <a:cubicBezTo>
                    <a:pt x="3755237" y="4395"/>
                    <a:pt x="2494128" y="-261035"/>
                    <a:pt x="1424787" y="287605"/>
                  </a:cubicBezTo>
                  <a:cubicBezTo>
                    <a:pt x="137008" y="948005"/>
                    <a:pt x="-370993" y="2527885"/>
                    <a:pt x="289408" y="3815665"/>
                  </a:cubicBezTo>
                  <a:cubicBezTo>
                    <a:pt x="297027" y="3830906"/>
                    <a:pt x="305918" y="3847415"/>
                    <a:pt x="314808" y="3862656"/>
                  </a:cubicBezTo>
                  <a:lnTo>
                    <a:pt x="314808" y="3862656"/>
                  </a:lnTo>
                  <a:cubicBezTo>
                    <a:pt x="615797" y="4421456"/>
                    <a:pt x="606908" y="4843095"/>
                    <a:pt x="93827" y="5290135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96FE3A48-BC23-2030-02C6-8F9E6AE78D3E}"/>
                </a:ext>
              </a:extLst>
            </p:cNvPr>
            <p:cNvSpPr/>
            <p:nvPr/>
          </p:nvSpPr>
          <p:spPr>
            <a:xfrm>
              <a:off x="6763006" y="1740440"/>
              <a:ext cx="5428993" cy="5118830"/>
            </a:xfrm>
            <a:custGeom>
              <a:avLst/>
              <a:gdLst>
                <a:gd name="connsiteX0" fmla="*/ 5428993 w 5428993"/>
                <a:gd name="connsiteY0" fmla="*/ 1537431 h 5118830"/>
                <a:gd name="connsiteX1" fmla="*/ 4405374 w 5428993"/>
                <a:gd name="connsiteY1" fmla="*/ 810990 h 5118830"/>
                <a:gd name="connsiteX2" fmla="*/ 1381503 w 5428993"/>
                <a:gd name="connsiteY2" fmla="*/ 278860 h 5118830"/>
                <a:gd name="connsiteX3" fmla="*/ 280413 w 5428993"/>
                <a:gd name="connsiteY3" fmla="*/ 3700240 h 5118830"/>
                <a:gd name="connsiteX4" fmla="*/ 304543 w 5428993"/>
                <a:gd name="connsiteY4" fmla="*/ 3745961 h 5118830"/>
                <a:gd name="connsiteX5" fmla="*/ 304543 w 5428993"/>
                <a:gd name="connsiteY5" fmla="*/ 3745961 h 5118830"/>
                <a:gd name="connsiteX6" fmla="*/ 102613 w 5428993"/>
                <a:gd name="connsiteY6" fmla="*/ 5118830 h 511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8993" h="5118830">
                  <a:moveTo>
                    <a:pt x="5428993" y="1537431"/>
                  </a:moveTo>
                  <a:cubicBezTo>
                    <a:pt x="5117843" y="1477740"/>
                    <a:pt x="4843524" y="1273271"/>
                    <a:pt x="4405374" y="810990"/>
                  </a:cubicBezTo>
                  <a:cubicBezTo>
                    <a:pt x="3640833" y="4540"/>
                    <a:pt x="2419093" y="-253270"/>
                    <a:pt x="1381503" y="278860"/>
                  </a:cubicBezTo>
                  <a:cubicBezTo>
                    <a:pt x="133093" y="918940"/>
                    <a:pt x="-359667" y="2450561"/>
                    <a:pt x="280413" y="3700240"/>
                  </a:cubicBezTo>
                  <a:cubicBezTo>
                    <a:pt x="288033" y="3715481"/>
                    <a:pt x="296923" y="3730720"/>
                    <a:pt x="304543" y="3745961"/>
                  </a:cubicBezTo>
                  <a:lnTo>
                    <a:pt x="304543" y="3745961"/>
                  </a:lnTo>
                  <a:cubicBezTo>
                    <a:pt x="594103" y="4283171"/>
                    <a:pt x="587753" y="4690841"/>
                    <a:pt x="102613" y="511883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53CDCCA1-A7C1-F818-E7BA-EAA3FD83C68E}"/>
                </a:ext>
              </a:extLst>
            </p:cNvPr>
            <p:cNvSpPr/>
            <p:nvPr/>
          </p:nvSpPr>
          <p:spPr>
            <a:xfrm>
              <a:off x="6856295" y="1910475"/>
              <a:ext cx="5335704" cy="4948795"/>
            </a:xfrm>
            <a:custGeom>
              <a:avLst/>
              <a:gdLst>
                <a:gd name="connsiteX0" fmla="*/ 5335705 w 5335704"/>
                <a:gd name="connsiteY0" fmla="*/ 1500746 h 4948795"/>
                <a:gd name="connsiteX1" fmla="*/ 4268905 w 5335704"/>
                <a:gd name="connsiteY1" fmla="*/ 785736 h 4948795"/>
                <a:gd name="connsiteX2" fmla="*/ 1339014 w 5335704"/>
                <a:gd name="connsiteY2" fmla="*/ 270116 h 4948795"/>
                <a:gd name="connsiteX3" fmla="*/ 272214 w 5335704"/>
                <a:gd name="connsiteY3" fmla="*/ 3584816 h 4948795"/>
                <a:gd name="connsiteX4" fmla="*/ 295074 w 5335704"/>
                <a:gd name="connsiteY4" fmla="*/ 3629266 h 4948795"/>
                <a:gd name="connsiteX5" fmla="*/ 295074 w 5335704"/>
                <a:gd name="connsiteY5" fmla="*/ 3629266 h 4948795"/>
                <a:gd name="connsiteX6" fmla="*/ 112194 w 5335704"/>
                <a:gd name="connsiteY6" fmla="*/ 4948795 h 494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35704" h="4948795">
                  <a:moveTo>
                    <a:pt x="5335705" y="1500746"/>
                  </a:moveTo>
                  <a:cubicBezTo>
                    <a:pt x="5001695" y="1462646"/>
                    <a:pt x="4728645" y="1270876"/>
                    <a:pt x="4268905" y="785736"/>
                  </a:cubicBezTo>
                  <a:cubicBezTo>
                    <a:pt x="3528495" y="4686"/>
                    <a:pt x="2343585" y="-245504"/>
                    <a:pt x="1339014" y="270116"/>
                  </a:cubicBezTo>
                  <a:cubicBezTo>
                    <a:pt x="128704" y="891146"/>
                    <a:pt x="-348815" y="2374506"/>
                    <a:pt x="272214" y="3584816"/>
                  </a:cubicBezTo>
                  <a:cubicBezTo>
                    <a:pt x="279835" y="3600056"/>
                    <a:pt x="287454" y="3614026"/>
                    <a:pt x="295074" y="3629266"/>
                  </a:cubicBezTo>
                  <a:lnTo>
                    <a:pt x="295074" y="3629266"/>
                  </a:lnTo>
                  <a:cubicBezTo>
                    <a:pt x="573204" y="4144886"/>
                    <a:pt x="569394" y="4537316"/>
                    <a:pt x="112194" y="4948795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A88FF3A9-5CD2-972E-0DB0-F8174B542230}"/>
                </a:ext>
              </a:extLst>
            </p:cNvPr>
            <p:cNvSpPr/>
            <p:nvPr/>
          </p:nvSpPr>
          <p:spPr>
            <a:xfrm>
              <a:off x="6951650" y="2080510"/>
              <a:ext cx="5240349" cy="4777490"/>
            </a:xfrm>
            <a:custGeom>
              <a:avLst/>
              <a:gdLst>
                <a:gd name="connsiteX0" fmla="*/ 5240350 w 5240349"/>
                <a:gd name="connsiteY0" fmla="*/ 1458981 h 4777490"/>
                <a:gd name="connsiteX1" fmla="*/ 4130370 w 5240349"/>
                <a:gd name="connsiteY1" fmla="*/ 760481 h 4777490"/>
                <a:gd name="connsiteX2" fmla="*/ 1295730 w 5240349"/>
                <a:gd name="connsiteY2" fmla="*/ 261371 h 4777490"/>
                <a:gd name="connsiteX3" fmla="*/ 263220 w 5240349"/>
                <a:gd name="connsiteY3" fmla="*/ 3469391 h 4777490"/>
                <a:gd name="connsiteX4" fmla="*/ 286080 w 5240349"/>
                <a:gd name="connsiteY4" fmla="*/ 3512571 h 4777490"/>
                <a:gd name="connsiteX5" fmla="*/ 286080 w 5240349"/>
                <a:gd name="connsiteY5" fmla="*/ 3512571 h 4777490"/>
                <a:gd name="connsiteX6" fmla="*/ 122250 w 5240349"/>
                <a:gd name="connsiteY6" fmla="*/ 4777491 h 4777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40349" h="4777490">
                  <a:moveTo>
                    <a:pt x="5240350" y="1458981"/>
                  </a:moveTo>
                  <a:cubicBezTo>
                    <a:pt x="4879670" y="1443741"/>
                    <a:pt x="4610430" y="1267211"/>
                    <a:pt x="4130370" y="760481"/>
                  </a:cubicBezTo>
                  <a:cubicBezTo>
                    <a:pt x="3414090" y="4831"/>
                    <a:pt x="2267280" y="-237739"/>
                    <a:pt x="1295730" y="261371"/>
                  </a:cubicBezTo>
                  <a:cubicBezTo>
                    <a:pt x="124790" y="862081"/>
                    <a:pt x="-337490" y="2298451"/>
                    <a:pt x="263220" y="3469391"/>
                  </a:cubicBezTo>
                  <a:cubicBezTo>
                    <a:pt x="270840" y="3483361"/>
                    <a:pt x="278460" y="3498601"/>
                    <a:pt x="286080" y="3512571"/>
                  </a:cubicBezTo>
                  <a:lnTo>
                    <a:pt x="286080" y="3512571"/>
                  </a:lnTo>
                  <a:cubicBezTo>
                    <a:pt x="552780" y="4006601"/>
                    <a:pt x="551510" y="4383791"/>
                    <a:pt x="122250" y="4777491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75BAEA28-CB2E-2F8B-4641-B680ECE953AF}"/>
                </a:ext>
              </a:extLst>
            </p:cNvPr>
            <p:cNvSpPr/>
            <p:nvPr/>
          </p:nvSpPr>
          <p:spPr>
            <a:xfrm>
              <a:off x="7047005" y="2251814"/>
              <a:ext cx="5144994" cy="4607455"/>
            </a:xfrm>
            <a:custGeom>
              <a:avLst/>
              <a:gdLst>
                <a:gd name="connsiteX0" fmla="*/ 5144995 w 5144994"/>
                <a:gd name="connsiteY0" fmla="*/ 1410866 h 4607455"/>
                <a:gd name="connsiteX1" fmla="*/ 3993105 w 5144994"/>
                <a:gd name="connsiteY1" fmla="*/ 735226 h 4607455"/>
                <a:gd name="connsiteX2" fmla="*/ 1252445 w 5144994"/>
                <a:gd name="connsiteY2" fmla="*/ 252626 h 4607455"/>
                <a:gd name="connsiteX3" fmla="*/ 254225 w 5144994"/>
                <a:gd name="connsiteY3" fmla="*/ 3353966 h 4607455"/>
                <a:gd name="connsiteX4" fmla="*/ 275815 w 5144994"/>
                <a:gd name="connsiteY4" fmla="*/ 3395876 h 4607455"/>
                <a:gd name="connsiteX5" fmla="*/ 275815 w 5144994"/>
                <a:gd name="connsiteY5" fmla="*/ 3395876 h 4607455"/>
                <a:gd name="connsiteX6" fmla="*/ 129765 w 5144994"/>
                <a:gd name="connsiteY6" fmla="*/ 4607456 h 460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994" h="4607455">
                  <a:moveTo>
                    <a:pt x="5144995" y="1410866"/>
                  </a:moveTo>
                  <a:cubicBezTo>
                    <a:pt x="4753835" y="1418486"/>
                    <a:pt x="4490945" y="1261006"/>
                    <a:pt x="3993105" y="735226"/>
                  </a:cubicBezTo>
                  <a:cubicBezTo>
                    <a:pt x="3300955" y="4976"/>
                    <a:pt x="2192245" y="-229974"/>
                    <a:pt x="1252445" y="252626"/>
                  </a:cubicBezTo>
                  <a:cubicBezTo>
                    <a:pt x="120875" y="833016"/>
                    <a:pt x="-326165" y="2221126"/>
                    <a:pt x="254225" y="3353966"/>
                  </a:cubicBezTo>
                  <a:cubicBezTo>
                    <a:pt x="261845" y="3367936"/>
                    <a:pt x="268195" y="3381906"/>
                    <a:pt x="275815" y="3395876"/>
                  </a:cubicBezTo>
                  <a:lnTo>
                    <a:pt x="275815" y="3395876"/>
                  </a:lnTo>
                  <a:cubicBezTo>
                    <a:pt x="531085" y="3869586"/>
                    <a:pt x="532355" y="4230266"/>
                    <a:pt x="129765" y="4607456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F78DA0F-4A54-947B-DB58-B0A90F2DC4B3}"/>
                </a:ext>
              </a:extLst>
            </p:cNvPr>
            <p:cNvSpPr/>
            <p:nvPr/>
          </p:nvSpPr>
          <p:spPr>
            <a:xfrm>
              <a:off x="7140852" y="2422751"/>
              <a:ext cx="5051147" cy="4435249"/>
            </a:xfrm>
            <a:custGeom>
              <a:avLst/>
              <a:gdLst>
                <a:gd name="connsiteX0" fmla="*/ 5051147 w 5051147"/>
                <a:gd name="connsiteY0" fmla="*/ 1358040 h 4435249"/>
                <a:gd name="connsiteX1" fmla="*/ 3856078 w 5051147"/>
                <a:gd name="connsiteY1" fmla="*/ 709070 h 4435249"/>
                <a:gd name="connsiteX2" fmla="*/ 1209397 w 5051147"/>
                <a:gd name="connsiteY2" fmla="*/ 244250 h 4435249"/>
                <a:gd name="connsiteX3" fmla="*/ 245467 w 5051147"/>
                <a:gd name="connsiteY3" fmla="*/ 3238910 h 4435249"/>
                <a:gd name="connsiteX4" fmla="*/ 267057 w 5051147"/>
                <a:gd name="connsiteY4" fmla="*/ 3278280 h 4435249"/>
                <a:gd name="connsiteX5" fmla="*/ 267057 w 5051147"/>
                <a:gd name="connsiteY5" fmla="*/ 3278280 h 4435249"/>
                <a:gd name="connsiteX6" fmla="*/ 138787 w 5051147"/>
                <a:gd name="connsiteY6" fmla="*/ 4435250 h 4435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51147" h="4435249">
                  <a:moveTo>
                    <a:pt x="5051147" y="1358040"/>
                  </a:moveTo>
                  <a:cubicBezTo>
                    <a:pt x="4626967" y="1389790"/>
                    <a:pt x="4371697" y="1252630"/>
                    <a:pt x="3856078" y="709070"/>
                  </a:cubicBezTo>
                  <a:cubicBezTo>
                    <a:pt x="3186788" y="4220"/>
                    <a:pt x="2117447" y="-221840"/>
                    <a:pt x="1209397" y="244250"/>
                  </a:cubicBezTo>
                  <a:cubicBezTo>
                    <a:pt x="115928" y="805590"/>
                    <a:pt x="-314603" y="2145440"/>
                    <a:pt x="245467" y="3238910"/>
                  </a:cubicBezTo>
                  <a:cubicBezTo>
                    <a:pt x="251817" y="3252880"/>
                    <a:pt x="259437" y="3265580"/>
                    <a:pt x="267057" y="3278280"/>
                  </a:cubicBezTo>
                  <a:lnTo>
                    <a:pt x="267057" y="3278280"/>
                  </a:lnTo>
                  <a:cubicBezTo>
                    <a:pt x="510897" y="3730400"/>
                    <a:pt x="514707" y="4077110"/>
                    <a:pt x="138787" y="443525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D29668E4-C1A4-8CD9-089C-033E67AE648A}"/>
                </a:ext>
              </a:extLst>
            </p:cNvPr>
            <p:cNvSpPr/>
            <p:nvPr/>
          </p:nvSpPr>
          <p:spPr>
            <a:xfrm>
              <a:off x="7234378" y="2592843"/>
              <a:ext cx="4957621" cy="4265157"/>
            </a:xfrm>
            <a:custGeom>
              <a:avLst/>
              <a:gdLst>
                <a:gd name="connsiteX0" fmla="*/ 4957622 w 4957621"/>
                <a:gd name="connsiteY0" fmla="*/ 1302248 h 4265157"/>
                <a:gd name="connsiteX1" fmla="*/ 3719372 w 4957621"/>
                <a:gd name="connsiteY1" fmla="*/ 685028 h 4265157"/>
                <a:gd name="connsiteX2" fmla="*/ 1166672 w 4957621"/>
                <a:gd name="connsiteY2" fmla="*/ 235447 h 4265157"/>
                <a:gd name="connsiteX3" fmla="*/ 237032 w 4957621"/>
                <a:gd name="connsiteY3" fmla="*/ 3123428 h 4265157"/>
                <a:gd name="connsiteX4" fmla="*/ 257352 w 4957621"/>
                <a:gd name="connsiteY4" fmla="*/ 3161528 h 4265157"/>
                <a:gd name="connsiteX5" fmla="*/ 257352 w 4957621"/>
                <a:gd name="connsiteY5" fmla="*/ 3161528 h 4265157"/>
                <a:gd name="connsiteX6" fmla="*/ 146862 w 4957621"/>
                <a:gd name="connsiteY6" fmla="*/ 4265158 h 4265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57621" h="4265157">
                  <a:moveTo>
                    <a:pt x="4957622" y="1302248"/>
                  </a:moveTo>
                  <a:cubicBezTo>
                    <a:pt x="4495342" y="1356858"/>
                    <a:pt x="4250232" y="1245098"/>
                    <a:pt x="3719372" y="685028"/>
                  </a:cubicBezTo>
                  <a:cubicBezTo>
                    <a:pt x="3074212" y="4307"/>
                    <a:pt x="2042972" y="-214133"/>
                    <a:pt x="1166672" y="235447"/>
                  </a:cubicBezTo>
                  <a:cubicBezTo>
                    <a:pt x="112572" y="776467"/>
                    <a:pt x="-303988" y="2069328"/>
                    <a:pt x="237032" y="3123428"/>
                  </a:cubicBezTo>
                  <a:cubicBezTo>
                    <a:pt x="243382" y="3136128"/>
                    <a:pt x="251002" y="3148828"/>
                    <a:pt x="257352" y="3161528"/>
                  </a:cubicBezTo>
                  <a:lnTo>
                    <a:pt x="257352" y="3161528"/>
                  </a:lnTo>
                  <a:cubicBezTo>
                    <a:pt x="489762" y="3592058"/>
                    <a:pt x="496112" y="3923527"/>
                    <a:pt x="146862" y="4265158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B10AF648-8A8E-77D6-C3E0-A398DC17FC94}"/>
                </a:ext>
              </a:extLst>
            </p:cNvPr>
            <p:cNvSpPr/>
            <p:nvPr/>
          </p:nvSpPr>
          <p:spPr>
            <a:xfrm>
              <a:off x="7329732" y="2764148"/>
              <a:ext cx="4862267" cy="4093852"/>
            </a:xfrm>
            <a:custGeom>
              <a:avLst/>
              <a:gdLst>
                <a:gd name="connsiteX0" fmla="*/ 4862268 w 4862267"/>
                <a:gd name="connsiteY0" fmla="*/ 1241433 h 4093852"/>
                <a:gd name="connsiteX1" fmla="*/ 3580837 w 4862267"/>
                <a:gd name="connsiteY1" fmla="*/ 659773 h 4093852"/>
                <a:gd name="connsiteX2" fmla="*/ 1123387 w 4862267"/>
                <a:gd name="connsiteY2" fmla="*/ 226703 h 4093852"/>
                <a:gd name="connsiteX3" fmla="*/ 228037 w 4862267"/>
                <a:gd name="connsiteY3" fmla="*/ 3008003 h 4093852"/>
                <a:gd name="connsiteX4" fmla="*/ 247087 w 4862267"/>
                <a:gd name="connsiteY4" fmla="*/ 3044833 h 4093852"/>
                <a:gd name="connsiteX5" fmla="*/ 247087 w 4862267"/>
                <a:gd name="connsiteY5" fmla="*/ 3044833 h 4093852"/>
                <a:gd name="connsiteX6" fmla="*/ 154377 w 4862267"/>
                <a:gd name="connsiteY6" fmla="*/ 4093853 h 4093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62267" h="4093852">
                  <a:moveTo>
                    <a:pt x="4862268" y="1241433"/>
                  </a:moveTo>
                  <a:cubicBezTo>
                    <a:pt x="4356808" y="1318903"/>
                    <a:pt x="4124398" y="1232543"/>
                    <a:pt x="3580837" y="659773"/>
                  </a:cubicBezTo>
                  <a:cubicBezTo>
                    <a:pt x="2959808" y="4453"/>
                    <a:pt x="1966668" y="-206367"/>
                    <a:pt x="1123387" y="226703"/>
                  </a:cubicBezTo>
                  <a:cubicBezTo>
                    <a:pt x="108658" y="747403"/>
                    <a:pt x="-292663" y="1992003"/>
                    <a:pt x="228037" y="3008003"/>
                  </a:cubicBezTo>
                  <a:cubicBezTo>
                    <a:pt x="234387" y="3020703"/>
                    <a:pt x="240737" y="3033403"/>
                    <a:pt x="247087" y="3044833"/>
                  </a:cubicBezTo>
                  <a:lnTo>
                    <a:pt x="247087" y="3044833"/>
                  </a:lnTo>
                  <a:cubicBezTo>
                    <a:pt x="468068" y="3453773"/>
                    <a:pt x="476958" y="3770003"/>
                    <a:pt x="154377" y="409385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C2C76D61-6182-1D6C-4C88-8CFC2687AEF3}"/>
                </a:ext>
              </a:extLst>
            </p:cNvPr>
            <p:cNvSpPr/>
            <p:nvPr/>
          </p:nvSpPr>
          <p:spPr>
            <a:xfrm>
              <a:off x="7424850" y="2934745"/>
              <a:ext cx="4767149" cy="3923255"/>
            </a:xfrm>
            <a:custGeom>
              <a:avLst/>
              <a:gdLst>
                <a:gd name="connsiteX0" fmla="*/ 4767149 w 4767149"/>
                <a:gd name="connsiteY0" fmla="*/ 1178785 h 3923255"/>
                <a:gd name="connsiteX1" fmla="*/ 3443809 w 4767149"/>
                <a:gd name="connsiteY1" fmla="*/ 633956 h 3923255"/>
                <a:gd name="connsiteX2" fmla="*/ 1080339 w 4767149"/>
                <a:gd name="connsiteY2" fmla="*/ 217395 h 3923255"/>
                <a:gd name="connsiteX3" fmla="*/ 219280 w 4767149"/>
                <a:gd name="connsiteY3" fmla="*/ 2892015 h 3923255"/>
                <a:gd name="connsiteX4" fmla="*/ 238330 w 4767149"/>
                <a:gd name="connsiteY4" fmla="*/ 2927576 h 3923255"/>
                <a:gd name="connsiteX5" fmla="*/ 238330 w 4767149"/>
                <a:gd name="connsiteY5" fmla="*/ 2927576 h 3923255"/>
                <a:gd name="connsiteX6" fmla="*/ 162130 w 4767149"/>
                <a:gd name="connsiteY6" fmla="*/ 3923256 h 3923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7149" h="3923255">
                  <a:moveTo>
                    <a:pt x="4767149" y="1178785"/>
                  </a:moveTo>
                  <a:cubicBezTo>
                    <a:pt x="4215969" y="1276576"/>
                    <a:pt x="3997530" y="1219426"/>
                    <a:pt x="3443809" y="633956"/>
                  </a:cubicBezTo>
                  <a:cubicBezTo>
                    <a:pt x="2846909" y="4035"/>
                    <a:pt x="1890599" y="-197895"/>
                    <a:pt x="1080339" y="217395"/>
                  </a:cubicBezTo>
                  <a:cubicBezTo>
                    <a:pt x="103709" y="717776"/>
                    <a:pt x="-281101" y="1915385"/>
                    <a:pt x="219280" y="2892015"/>
                  </a:cubicBezTo>
                  <a:cubicBezTo>
                    <a:pt x="225630" y="2903446"/>
                    <a:pt x="231980" y="2916146"/>
                    <a:pt x="238330" y="2927576"/>
                  </a:cubicBezTo>
                  <a:lnTo>
                    <a:pt x="238330" y="2927576"/>
                  </a:lnTo>
                  <a:cubicBezTo>
                    <a:pt x="446609" y="3314926"/>
                    <a:pt x="459309" y="3615915"/>
                    <a:pt x="162130" y="3923256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D96D9DC-6DD9-30EC-A5F3-5A963CB9A1FE}"/>
                </a:ext>
              </a:extLst>
            </p:cNvPr>
            <p:cNvSpPr/>
            <p:nvPr/>
          </p:nvSpPr>
          <p:spPr>
            <a:xfrm>
              <a:off x="7518935" y="3105739"/>
              <a:ext cx="4673064" cy="3752261"/>
            </a:xfrm>
            <a:custGeom>
              <a:avLst/>
              <a:gdLst>
                <a:gd name="connsiteX0" fmla="*/ 4673065 w 4673064"/>
                <a:gd name="connsiteY0" fmla="*/ 1113202 h 3752261"/>
                <a:gd name="connsiteX1" fmla="*/ 3306545 w 4673064"/>
                <a:gd name="connsiteY1" fmla="*/ 609012 h 3752261"/>
                <a:gd name="connsiteX2" fmla="*/ 1037055 w 4673064"/>
                <a:gd name="connsiteY2" fmla="*/ 208962 h 3752261"/>
                <a:gd name="connsiteX3" fmla="*/ 210285 w 4673064"/>
                <a:gd name="connsiteY3" fmla="*/ 2776902 h 3752261"/>
                <a:gd name="connsiteX4" fmla="*/ 228065 w 4673064"/>
                <a:gd name="connsiteY4" fmla="*/ 2811192 h 3752261"/>
                <a:gd name="connsiteX5" fmla="*/ 228065 w 4673064"/>
                <a:gd name="connsiteY5" fmla="*/ 2811192 h 3752261"/>
                <a:gd name="connsiteX6" fmla="*/ 168375 w 4673064"/>
                <a:gd name="connsiteY6" fmla="*/ 3752262 h 3752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73064" h="3752261">
                  <a:moveTo>
                    <a:pt x="4673065" y="1113202"/>
                  </a:moveTo>
                  <a:cubicBezTo>
                    <a:pt x="4071085" y="1230042"/>
                    <a:pt x="3870425" y="1203372"/>
                    <a:pt x="3306545" y="609012"/>
                  </a:cubicBezTo>
                  <a:cubicBezTo>
                    <a:pt x="2732505" y="3222"/>
                    <a:pt x="1815565" y="-189818"/>
                    <a:pt x="1037055" y="208962"/>
                  </a:cubicBezTo>
                  <a:cubicBezTo>
                    <a:pt x="99795" y="690292"/>
                    <a:pt x="-269775" y="1839642"/>
                    <a:pt x="210285" y="2776902"/>
                  </a:cubicBezTo>
                  <a:cubicBezTo>
                    <a:pt x="216635" y="2788332"/>
                    <a:pt x="221715" y="2799762"/>
                    <a:pt x="228065" y="2811192"/>
                  </a:cubicBezTo>
                  <a:lnTo>
                    <a:pt x="228065" y="2811192"/>
                  </a:lnTo>
                  <a:cubicBezTo>
                    <a:pt x="424915" y="3176952"/>
                    <a:pt x="438885" y="3462702"/>
                    <a:pt x="168375" y="3752262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F7C53F1F-4F3A-A7D7-8F89-09619E45B866}"/>
                </a:ext>
              </a:extLst>
            </p:cNvPr>
            <p:cNvSpPr/>
            <p:nvPr/>
          </p:nvSpPr>
          <p:spPr>
            <a:xfrm>
              <a:off x="7613019" y="3275774"/>
              <a:ext cx="4578980" cy="3582226"/>
            </a:xfrm>
            <a:custGeom>
              <a:avLst/>
              <a:gdLst>
                <a:gd name="connsiteX0" fmla="*/ 4578981 w 4578980"/>
                <a:gd name="connsiteY0" fmla="*/ 1049847 h 3582226"/>
                <a:gd name="connsiteX1" fmla="*/ 4519291 w 4578980"/>
                <a:gd name="connsiteY1" fmla="*/ 1060007 h 3582226"/>
                <a:gd name="connsiteX2" fmla="*/ 4519291 w 4578980"/>
                <a:gd name="connsiteY2" fmla="*/ 1060007 h 3582226"/>
                <a:gd name="connsiteX3" fmla="*/ 3169281 w 4578980"/>
                <a:gd name="connsiteY3" fmla="*/ 583757 h 3582226"/>
                <a:gd name="connsiteX4" fmla="*/ 993771 w 4578980"/>
                <a:gd name="connsiteY4" fmla="*/ 200217 h 3582226"/>
                <a:gd name="connsiteX5" fmla="*/ 201290 w 4578980"/>
                <a:gd name="connsiteY5" fmla="*/ 2661477 h 3582226"/>
                <a:gd name="connsiteX6" fmla="*/ 219071 w 4578980"/>
                <a:gd name="connsiteY6" fmla="*/ 2694497 h 3582226"/>
                <a:gd name="connsiteX7" fmla="*/ 219071 w 4578980"/>
                <a:gd name="connsiteY7" fmla="*/ 2694497 h 3582226"/>
                <a:gd name="connsiteX8" fmla="*/ 175890 w 4578980"/>
                <a:gd name="connsiteY8" fmla="*/ 3582227 h 358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8980" h="3582226">
                  <a:moveTo>
                    <a:pt x="4578981" y="1049847"/>
                  </a:moveTo>
                  <a:cubicBezTo>
                    <a:pt x="4558661" y="1052387"/>
                    <a:pt x="4539611" y="1056197"/>
                    <a:pt x="4519291" y="1060007"/>
                  </a:cubicBezTo>
                  <a:lnTo>
                    <a:pt x="4519291" y="1060007"/>
                  </a:lnTo>
                  <a:cubicBezTo>
                    <a:pt x="3910961" y="1180657"/>
                    <a:pt x="3721731" y="1166687"/>
                    <a:pt x="3169281" y="583757"/>
                  </a:cubicBezTo>
                  <a:cubicBezTo>
                    <a:pt x="2619371" y="3367"/>
                    <a:pt x="1740531" y="-182053"/>
                    <a:pt x="993771" y="200217"/>
                  </a:cubicBezTo>
                  <a:cubicBezTo>
                    <a:pt x="95880" y="661227"/>
                    <a:pt x="-258450" y="1762317"/>
                    <a:pt x="201290" y="2661477"/>
                  </a:cubicBezTo>
                  <a:cubicBezTo>
                    <a:pt x="206371" y="2672907"/>
                    <a:pt x="212721" y="2683067"/>
                    <a:pt x="219071" y="2694497"/>
                  </a:cubicBezTo>
                  <a:lnTo>
                    <a:pt x="219071" y="2694497"/>
                  </a:lnTo>
                  <a:cubicBezTo>
                    <a:pt x="404490" y="3038667"/>
                    <a:pt x="421000" y="3309177"/>
                    <a:pt x="175890" y="3582227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EB664F9-69E5-EA92-D2B0-5AD3B739C2E7}"/>
                </a:ext>
              </a:extLst>
            </p:cNvPr>
            <p:cNvSpPr/>
            <p:nvPr/>
          </p:nvSpPr>
          <p:spPr>
            <a:xfrm>
              <a:off x="7707578" y="3445808"/>
              <a:ext cx="4484421" cy="3412192"/>
            </a:xfrm>
            <a:custGeom>
              <a:avLst/>
              <a:gdLst>
                <a:gd name="connsiteX0" fmla="*/ 4484422 w 4484421"/>
                <a:gd name="connsiteY0" fmla="*/ 992842 h 3412192"/>
                <a:gd name="connsiteX1" fmla="*/ 4323132 w 4484421"/>
                <a:gd name="connsiteY1" fmla="*/ 1014432 h 3412192"/>
                <a:gd name="connsiteX2" fmla="*/ 4323132 w 4484421"/>
                <a:gd name="connsiteY2" fmla="*/ 1014432 h 3412192"/>
                <a:gd name="connsiteX3" fmla="*/ 3031541 w 4484421"/>
                <a:gd name="connsiteY3" fmla="*/ 558502 h 3412192"/>
                <a:gd name="connsiteX4" fmla="*/ 951281 w 4484421"/>
                <a:gd name="connsiteY4" fmla="*/ 191472 h 3412192"/>
                <a:gd name="connsiteX5" fmla="*/ 193091 w 4484421"/>
                <a:gd name="connsiteY5" fmla="*/ 2546052 h 3412192"/>
                <a:gd name="connsiteX6" fmla="*/ 209602 w 4484421"/>
                <a:gd name="connsiteY6" fmla="*/ 2577802 h 3412192"/>
                <a:gd name="connsiteX7" fmla="*/ 209602 w 4484421"/>
                <a:gd name="connsiteY7" fmla="*/ 2577802 h 3412192"/>
                <a:gd name="connsiteX8" fmla="*/ 181662 w 4484421"/>
                <a:gd name="connsiteY8" fmla="*/ 3412192 h 34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84421" h="3412192">
                  <a:moveTo>
                    <a:pt x="4484422" y="992842"/>
                  </a:moveTo>
                  <a:cubicBezTo>
                    <a:pt x="4431082" y="996652"/>
                    <a:pt x="4376472" y="1004272"/>
                    <a:pt x="4323132" y="1014432"/>
                  </a:cubicBezTo>
                  <a:lnTo>
                    <a:pt x="4323132" y="1014432"/>
                  </a:lnTo>
                  <a:cubicBezTo>
                    <a:pt x="3741472" y="1130002"/>
                    <a:pt x="3559862" y="1116032"/>
                    <a:pt x="3031541" y="558502"/>
                  </a:cubicBezTo>
                  <a:cubicBezTo>
                    <a:pt x="2505762" y="3512"/>
                    <a:pt x="1665022" y="-174288"/>
                    <a:pt x="951281" y="191472"/>
                  </a:cubicBezTo>
                  <a:cubicBezTo>
                    <a:pt x="91491" y="632162"/>
                    <a:pt x="-247598" y="1686262"/>
                    <a:pt x="193091" y="2546052"/>
                  </a:cubicBezTo>
                  <a:cubicBezTo>
                    <a:pt x="198172" y="2556212"/>
                    <a:pt x="204522" y="2567642"/>
                    <a:pt x="209602" y="2577802"/>
                  </a:cubicBezTo>
                  <a:lnTo>
                    <a:pt x="209602" y="2577802"/>
                  </a:lnTo>
                  <a:cubicBezTo>
                    <a:pt x="383591" y="2901652"/>
                    <a:pt x="402641" y="3155652"/>
                    <a:pt x="181662" y="3412192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48CB6E4F-28C7-CAB0-20A6-22E12DA05CE9}"/>
                </a:ext>
              </a:extLst>
            </p:cNvPr>
            <p:cNvSpPr/>
            <p:nvPr/>
          </p:nvSpPr>
          <p:spPr>
            <a:xfrm>
              <a:off x="7801663" y="3618383"/>
              <a:ext cx="4390336" cy="3240887"/>
            </a:xfrm>
            <a:custGeom>
              <a:avLst/>
              <a:gdLst>
                <a:gd name="connsiteX0" fmla="*/ 4390337 w 4390336"/>
                <a:gd name="connsiteY0" fmla="*/ 943458 h 3240887"/>
                <a:gd name="connsiteX1" fmla="*/ 4127447 w 4390336"/>
                <a:gd name="connsiteY1" fmla="*/ 967588 h 3240887"/>
                <a:gd name="connsiteX2" fmla="*/ 4127447 w 4390336"/>
                <a:gd name="connsiteY2" fmla="*/ 967588 h 3240887"/>
                <a:gd name="connsiteX3" fmla="*/ 2894277 w 4390336"/>
                <a:gd name="connsiteY3" fmla="*/ 533248 h 3240887"/>
                <a:gd name="connsiteX4" fmla="*/ 907997 w 4390336"/>
                <a:gd name="connsiteY4" fmla="*/ 182727 h 3240887"/>
                <a:gd name="connsiteX5" fmla="*/ 184097 w 4390336"/>
                <a:gd name="connsiteY5" fmla="*/ 2430628 h 3240887"/>
                <a:gd name="connsiteX6" fmla="*/ 200607 w 4390336"/>
                <a:gd name="connsiteY6" fmla="*/ 2461108 h 3240887"/>
                <a:gd name="connsiteX7" fmla="*/ 200607 w 4390336"/>
                <a:gd name="connsiteY7" fmla="*/ 2461108 h 3240887"/>
                <a:gd name="connsiteX8" fmla="*/ 187907 w 4390336"/>
                <a:gd name="connsiteY8" fmla="*/ 3240887 h 324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90336" h="3240887">
                  <a:moveTo>
                    <a:pt x="4390337" y="943458"/>
                  </a:moveTo>
                  <a:cubicBezTo>
                    <a:pt x="4302707" y="942188"/>
                    <a:pt x="4215077" y="949808"/>
                    <a:pt x="4127447" y="967588"/>
                  </a:cubicBezTo>
                  <a:lnTo>
                    <a:pt x="4127447" y="967588"/>
                  </a:lnTo>
                  <a:cubicBezTo>
                    <a:pt x="3572457" y="1078077"/>
                    <a:pt x="3399737" y="1065377"/>
                    <a:pt x="2894277" y="533248"/>
                  </a:cubicBezTo>
                  <a:cubicBezTo>
                    <a:pt x="2392627" y="3658"/>
                    <a:pt x="1588717" y="-166523"/>
                    <a:pt x="907997" y="182727"/>
                  </a:cubicBezTo>
                  <a:cubicBezTo>
                    <a:pt x="87577" y="603098"/>
                    <a:pt x="-236273" y="1610208"/>
                    <a:pt x="184097" y="2430628"/>
                  </a:cubicBezTo>
                  <a:cubicBezTo>
                    <a:pt x="189177" y="2440788"/>
                    <a:pt x="194257" y="2450948"/>
                    <a:pt x="200607" y="2461108"/>
                  </a:cubicBezTo>
                  <a:lnTo>
                    <a:pt x="200607" y="2461108"/>
                  </a:lnTo>
                  <a:cubicBezTo>
                    <a:pt x="363167" y="2763368"/>
                    <a:pt x="383487" y="3002128"/>
                    <a:pt x="187907" y="3240887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25505DB0-5154-A931-AE01-31CE56F5AF88}"/>
                </a:ext>
              </a:extLst>
            </p:cNvPr>
            <p:cNvSpPr/>
            <p:nvPr/>
          </p:nvSpPr>
          <p:spPr>
            <a:xfrm>
              <a:off x="7897458" y="3788757"/>
              <a:ext cx="4294541" cy="3071783"/>
            </a:xfrm>
            <a:custGeom>
              <a:avLst/>
              <a:gdLst>
                <a:gd name="connsiteX0" fmla="*/ 4294542 w 4294541"/>
                <a:gd name="connsiteY0" fmla="*/ 906434 h 3071783"/>
                <a:gd name="connsiteX1" fmla="*/ 3930052 w 4294541"/>
                <a:gd name="connsiteY1" fmla="*/ 921673 h 3071783"/>
                <a:gd name="connsiteX2" fmla="*/ 3930052 w 4294541"/>
                <a:gd name="connsiteY2" fmla="*/ 921673 h 3071783"/>
                <a:gd name="connsiteX3" fmla="*/ 2756572 w 4294541"/>
                <a:gd name="connsiteY3" fmla="*/ 507653 h 3071783"/>
                <a:gd name="connsiteX4" fmla="*/ 864272 w 4294541"/>
                <a:gd name="connsiteY4" fmla="*/ 174914 h 3071783"/>
                <a:gd name="connsiteX5" fmla="*/ 175932 w 4294541"/>
                <a:gd name="connsiteY5" fmla="*/ 2316134 h 3071783"/>
                <a:gd name="connsiteX6" fmla="*/ 191172 w 4294541"/>
                <a:gd name="connsiteY6" fmla="*/ 2345344 h 3071783"/>
                <a:gd name="connsiteX7" fmla="*/ 191172 w 4294541"/>
                <a:gd name="connsiteY7" fmla="*/ 2345344 h 3071783"/>
                <a:gd name="connsiteX8" fmla="*/ 192442 w 4294541"/>
                <a:gd name="connsiteY8" fmla="*/ 3071784 h 3071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94541" h="3071783">
                  <a:moveTo>
                    <a:pt x="4294542" y="906434"/>
                  </a:moveTo>
                  <a:cubicBezTo>
                    <a:pt x="4173892" y="893734"/>
                    <a:pt x="4051972" y="897543"/>
                    <a:pt x="3930052" y="921673"/>
                  </a:cubicBezTo>
                  <a:lnTo>
                    <a:pt x="3930052" y="921673"/>
                  </a:lnTo>
                  <a:cubicBezTo>
                    <a:pt x="3400461" y="1025814"/>
                    <a:pt x="3236632" y="1014384"/>
                    <a:pt x="2756572" y="507653"/>
                  </a:cubicBezTo>
                  <a:cubicBezTo>
                    <a:pt x="2277782" y="3464"/>
                    <a:pt x="1513242" y="-159097"/>
                    <a:pt x="864272" y="174914"/>
                  </a:cubicBezTo>
                  <a:cubicBezTo>
                    <a:pt x="83222" y="576234"/>
                    <a:pt x="-225389" y="1533814"/>
                    <a:pt x="175932" y="2316134"/>
                  </a:cubicBezTo>
                  <a:cubicBezTo>
                    <a:pt x="181011" y="2326294"/>
                    <a:pt x="186092" y="2335184"/>
                    <a:pt x="191172" y="2345344"/>
                  </a:cubicBezTo>
                  <a:lnTo>
                    <a:pt x="191172" y="2345344"/>
                  </a:lnTo>
                  <a:cubicBezTo>
                    <a:pt x="342302" y="2626014"/>
                    <a:pt x="363892" y="2849534"/>
                    <a:pt x="192442" y="3071784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833A321F-5218-21DD-6E80-88D05A622C03}"/>
                </a:ext>
              </a:extLst>
            </p:cNvPr>
            <p:cNvSpPr/>
            <p:nvPr/>
          </p:nvSpPr>
          <p:spPr>
            <a:xfrm>
              <a:off x="7992576" y="3959354"/>
              <a:ext cx="4199423" cy="2898646"/>
            </a:xfrm>
            <a:custGeom>
              <a:avLst/>
              <a:gdLst>
                <a:gd name="connsiteX0" fmla="*/ 4199424 w 4199423"/>
                <a:gd name="connsiteY0" fmla="*/ 880616 h 2898646"/>
                <a:gd name="connsiteX1" fmla="*/ 3734604 w 4199423"/>
                <a:gd name="connsiteY1" fmla="*/ 875536 h 2898646"/>
                <a:gd name="connsiteX2" fmla="*/ 3734604 w 4199423"/>
                <a:gd name="connsiteY2" fmla="*/ 875536 h 2898646"/>
                <a:gd name="connsiteX3" fmla="*/ 2619544 w 4199423"/>
                <a:gd name="connsiteY3" fmla="*/ 481836 h 2898646"/>
                <a:gd name="connsiteX4" fmla="*/ 821224 w 4199423"/>
                <a:gd name="connsiteY4" fmla="*/ 165606 h 2898646"/>
                <a:gd name="connsiteX5" fmla="*/ 167174 w 4199423"/>
                <a:gd name="connsiteY5" fmla="*/ 2200146 h 2898646"/>
                <a:gd name="connsiteX6" fmla="*/ 181144 w 4199423"/>
                <a:gd name="connsiteY6" fmla="*/ 2226816 h 2898646"/>
                <a:gd name="connsiteX7" fmla="*/ 181144 w 4199423"/>
                <a:gd name="connsiteY7" fmla="*/ 2226816 h 2898646"/>
                <a:gd name="connsiteX8" fmla="*/ 195114 w 4199423"/>
                <a:gd name="connsiteY8" fmla="*/ 2898646 h 2898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99423" h="2898646">
                  <a:moveTo>
                    <a:pt x="4199424" y="880616"/>
                  </a:moveTo>
                  <a:cubicBezTo>
                    <a:pt x="4048294" y="847596"/>
                    <a:pt x="3889544" y="845056"/>
                    <a:pt x="3734604" y="875536"/>
                  </a:cubicBezTo>
                  <a:lnTo>
                    <a:pt x="3734604" y="875536"/>
                  </a:lnTo>
                  <a:cubicBezTo>
                    <a:pt x="3231684" y="974596"/>
                    <a:pt x="3075474" y="963166"/>
                    <a:pt x="2619544" y="481836"/>
                  </a:cubicBezTo>
                  <a:cubicBezTo>
                    <a:pt x="2164884" y="3046"/>
                    <a:pt x="1438444" y="-150624"/>
                    <a:pt x="821224" y="165606"/>
                  </a:cubicBezTo>
                  <a:cubicBezTo>
                    <a:pt x="78274" y="546606"/>
                    <a:pt x="-213826" y="1457196"/>
                    <a:pt x="167174" y="2200146"/>
                  </a:cubicBezTo>
                  <a:cubicBezTo>
                    <a:pt x="172254" y="2209036"/>
                    <a:pt x="176064" y="2217926"/>
                    <a:pt x="181144" y="2226816"/>
                  </a:cubicBezTo>
                  <a:lnTo>
                    <a:pt x="181144" y="2226816"/>
                  </a:lnTo>
                  <a:cubicBezTo>
                    <a:pt x="320844" y="2485896"/>
                    <a:pt x="344974" y="2694177"/>
                    <a:pt x="195114" y="2898646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0F6BF1AF-84C1-49C9-BDB9-534502F0D0BE}"/>
                </a:ext>
              </a:extLst>
            </p:cNvPr>
            <p:cNvSpPr/>
            <p:nvPr/>
          </p:nvSpPr>
          <p:spPr>
            <a:xfrm>
              <a:off x="8086101" y="4130291"/>
              <a:ext cx="4105898" cy="2728979"/>
            </a:xfrm>
            <a:custGeom>
              <a:avLst/>
              <a:gdLst>
                <a:gd name="connsiteX0" fmla="*/ 4105899 w 4105898"/>
                <a:gd name="connsiteY0" fmla="*/ 869700 h 2728979"/>
                <a:gd name="connsiteX1" fmla="*/ 3539479 w 4105898"/>
                <a:gd name="connsiteY1" fmla="*/ 829060 h 2728979"/>
                <a:gd name="connsiteX2" fmla="*/ 3539479 w 4105898"/>
                <a:gd name="connsiteY2" fmla="*/ 829060 h 2728979"/>
                <a:gd name="connsiteX3" fmla="*/ 2482839 w 4105898"/>
                <a:gd name="connsiteY3" fmla="*/ 455680 h 2728979"/>
                <a:gd name="connsiteX4" fmla="*/ 778498 w 4105898"/>
                <a:gd name="connsiteY4" fmla="*/ 157230 h 2728979"/>
                <a:gd name="connsiteX5" fmla="*/ 158739 w 4105898"/>
                <a:gd name="connsiteY5" fmla="*/ 2085090 h 2728979"/>
                <a:gd name="connsiteX6" fmla="*/ 172708 w 4105898"/>
                <a:gd name="connsiteY6" fmla="*/ 2110490 h 2728979"/>
                <a:gd name="connsiteX7" fmla="*/ 172708 w 4105898"/>
                <a:gd name="connsiteY7" fmla="*/ 2110490 h 2728979"/>
                <a:gd name="connsiteX8" fmla="*/ 199379 w 4105898"/>
                <a:gd name="connsiteY8" fmla="*/ 2728980 h 2728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05898" h="2728979">
                  <a:moveTo>
                    <a:pt x="4105899" y="869700"/>
                  </a:moveTo>
                  <a:cubicBezTo>
                    <a:pt x="3926829" y="807470"/>
                    <a:pt x="3731249" y="790960"/>
                    <a:pt x="3539479" y="829060"/>
                  </a:cubicBezTo>
                  <a:lnTo>
                    <a:pt x="3539479" y="829060"/>
                  </a:lnTo>
                  <a:cubicBezTo>
                    <a:pt x="3063229" y="923040"/>
                    <a:pt x="2914639" y="912880"/>
                    <a:pt x="2482839" y="455680"/>
                  </a:cubicBezTo>
                  <a:cubicBezTo>
                    <a:pt x="2051039" y="2290"/>
                    <a:pt x="1362698" y="-142490"/>
                    <a:pt x="778498" y="157230"/>
                  </a:cubicBezTo>
                  <a:cubicBezTo>
                    <a:pt x="74918" y="517910"/>
                    <a:pt x="-203211" y="1381510"/>
                    <a:pt x="158739" y="2085090"/>
                  </a:cubicBezTo>
                  <a:cubicBezTo>
                    <a:pt x="162548" y="2093980"/>
                    <a:pt x="167629" y="2102870"/>
                    <a:pt x="172708" y="2110490"/>
                  </a:cubicBezTo>
                  <a:lnTo>
                    <a:pt x="172708" y="2110490"/>
                  </a:lnTo>
                  <a:cubicBezTo>
                    <a:pt x="300979" y="2347980"/>
                    <a:pt x="325108" y="2539750"/>
                    <a:pt x="199379" y="272898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B017FF08-39C3-5417-CF80-3DB424F204D1}"/>
                </a:ext>
              </a:extLst>
            </p:cNvPr>
            <p:cNvSpPr/>
            <p:nvPr/>
          </p:nvSpPr>
          <p:spPr>
            <a:xfrm>
              <a:off x="8181456" y="4301653"/>
              <a:ext cx="4010543" cy="2557617"/>
            </a:xfrm>
            <a:custGeom>
              <a:avLst/>
              <a:gdLst>
                <a:gd name="connsiteX0" fmla="*/ 4010544 w 4010543"/>
                <a:gd name="connsiteY0" fmla="*/ 878678 h 2557617"/>
                <a:gd name="connsiteX1" fmla="*/ 3342524 w 4010543"/>
                <a:gd name="connsiteY1" fmla="*/ 783428 h 2557617"/>
                <a:gd name="connsiteX2" fmla="*/ 3342524 w 4010543"/>
                <a:gd name="connsiteY2" fmla="*/ 783428 h 2557617"/>
                <a:gd name="connsiteX3" fmla="*/ 2344304 w 4010543"/>
                <a:gd name="connsiteY3" fmla="*/ 431638 h 2557617"/>
                <a:gd name="connsiteX4" fmla="*/ 735214 w 4010543"/>
                <a:gd name="connsiteY4" fmla="*/ 148428 h 2557617"/>
                <a:gd name="connsiteX5" fmla="*/ 149744 w 4010543"/>
                <a:gd name="connsiteY5" fmla="*/ 1969607 h 2557617"/>
                <a:gd name="connsiteX6" fmla="*/ 162444 w 4010543"/>
                <a:gd name="connsiteY6" fmla="*/ 1993738 h 2557617"/>
                <a:gd name="connsiteX7" fmla="*/ 162444 w 4010543"/>
                <a:gd name="connsiteY7" fmla="*/ 1993738 h 2557617"/>
                <a:gd name="connsiteX8" fmla="*/ 200544 w 4010543"/>
                <a:gd name="connsiteY8" fmla="*/ 2557617 h 2557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0543" h="2557617">
                  <a:moveTo>
                    <a:pt x="4010544" y="878678"/>
                  </a:moveTo>
                  <a:cubicBezTo>
                    <a:pt x="3807344" y="773268"/>
                    <a:pt x="3572394" y="737707"/>
                    <a:pt x="3342524" y="783428"/>
                  </a:cubicBezTo>
                  <a:lnTo>
                    <a:pt x="3342524" y="783428"/>
                  </a:lnTo>
                  <a:cubicBezTo>
                    <a:pt x="2892944" y="872328"/>
                    <a:pt x="2753244" y="862168"/>
                    <a:pt x="2344304" y="431638"/>
                  </a:cubicBezTo>
                  <a:cubicBezTo>
                    <a:pt x="1937904" y="2378"/>
                    <a:pt x="1286394" y="-134782"/>
                    <a:pt x="735214" y="148428"/>
                  </a:cubicBezTo>
                  <a:cubicBezTo>
                    <a:pt x="71004" y="488788"/>
                    <a:pt x="-191886" y="1304128"/>
                    <a:pt x="149744" y="1969607"/>
                  </a:cubicBezTo>
                  <a:cubicBezTo>
                    <a:pt x="153554" y="1977228"/>
                    <a:pt x="158634" y="1986118"/>
                    <a:pt x="162444" y="1993738"/>
                  </a:cubicBezTo>
                  <a:lnTo>
                    <a:pt x="162444" y="1993738"/>
                  </a:lnTo>
                  <a:cubicBezTo>
                    <a:pt x="279284" y="2209638"/>
                    <a:pt x="304684" y="2386167"/>
                    <a:pt x="200544" y="2557617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5B382CD3-DB6F-368A-05D6-087EA571E45B}"/>
                </a:ext>
              </a:extLst>
            </p:cNvPr>
            <p:cNvSpPr/>
            <p:nvPr/>
          </p:nvSpPr>
          <p:spPr>
            <a:xfrm>
              <a:off x="8275304" y="4471688"/>
              <a:ext cx="3916695" cy="2387582"/>
            </a:xfrm>
            <a:custGeom>
              <a:avLst/>
              <a:gdLst>
                <a:gd name="connsiteX0" fmla="*/ 3916696 w 3916695"/>
                <a:gd name="connsiteY0" fmla="*/ 916923 h 2387582"/>
                <a:gd name="connsiteX1" fmla="*/ 3147076 w 3916695"/>
                <a:gd name="connsiteY1" fmla="*/ 737853 h 2387582"/>
                <a:gd name="connsiteX2" fmla="*/ 3147076 w 3916695"/>
                <a:gd name="connsiteY2" fmla="*/ 737853 h 2387582"/>
                <a:gd name="connsiteX3" fmla="*/ 2207276 w 3916695"/>
                <a:gd name="connsiteY3" fmla="*/ 406383 h 2387582"/>
                <a:gd name="connsiteX4" fmla="*/ 692166 w 3916695"/>
                <a:gd name="connsiteY4" fmla="*/ 139683 h 2387582"/>
                <a:gd name="connsiteX5" fmla="*/ 140986 w 3916695"/>
                <a:gd name="connsiteY5" fmla="*/ 1854183 h 2387582"/>
                <a:gd name="connsiteX6" fmla="*/ 153686 w 3916695"/>
                <a:gd name="connsiteY6" fmla="*/ 1877043 h 2387582"/>
                <a:gd name="connsiteX7" fmla="*/ 153686 w 3916695"/>
                <a:gd name="connsiteY7" fmla="*/ 1877043 h 2387582"/>
                <a:gd name="connsiteX8" fmla="*/ 200676 w 3916695"/>
                <a:gd name="connsiteY8" fmla="*/ 2387583 h 2387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16695" h="2387582">
                  <a:moveTo>
                    <a:pt x="3916696" y="916923"/>
                  </a:moveTo>
                  <a:cubicBezTo>
                    <a:pt x="3699526" y="751823"/>
                    <a:pt x="3418856" y="684513"/>
                    <a:pt x="3147076" y="737853"/>
                  </a:cubicBezTo>
                  <a:lnTo>
                    <a:pt x="3147076" y="737853"/>
                  </a:lnTo>
                  <a:cubicBezTo>
                    <a:pt x="2722896" y="821673"/>
                    <a:pt x="2592086" y="812783"/>
                    <a:pt x="2207276" y="406383"/>
                  </a:cubicBezTo>
                  <a:cubicBezTo>
                    <a:pt x="1825006" y="2523"/>
                    <a:pt x="1211596" y="-127017"/>
                    <a:pt x="692166" y="139683"/>
                  </a:cubicBezTo>
                  <a:cubicBezTo>
                    <a:pt x="66056" y="460993"/>
                    <a:pt x="-180324" y="1228073"/>
                    <a:pt x="140986" y="1854183"/>
                  </a:cubicBezTo>
                  <a:cubicBezTo>
                    <a:pt x="144796" y="1861803"/>
                    <a:pt x="148606" y="1869423"/>
                    <a:pt x="153686" y="1877043"/>
                  </a:cubicBezTo>
                  <a:lnTo>
                    <a:pt x="153686" y="1877043"/>
                  </a:lnTo>
                  <a:cubicBezTo>
                    <a:pt x="259096" y="2071353"/>
                    <a:pt x="285766" y="2232643"/>
                    <a:pt x="200676" y="238758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7F04B1F5-1755-9F56-743B-2DAEE5F9D94D}"/>
                </a:ext>
              </a:extLst>
            </p:cNvPr>
            <p:cNvSpPr/>
            <p:nvPr/>
          </p:nvSpPr>
          <p:spPr>
            <a:xfrm>
              <a:off x="8369389" y="4642992"/>
              <a:ext cx="3822610" cy="2215008"/>
            </a:xfrm>
            <a:custGeom>
              <a:avLst/>
              <a:gdLst>
                <a:gd name="connsiteX0" fmla="*/ 3822611 w 3822610"/>
                <a:gd name="connsiteY0" fmla="*/ 1003428 h 2215008"/>
                <a:gd name="connsiteX1" fmla="*/ 2951391 w 3822610"/>
                <a:gd name="connsiteY1" fmla="*/ 692278 h 2215008"/>
                <a:gd name="connsiteX2" fmla="*/ 2951391 w 3822610"/>
                <a:gd name="connsiteY2" fmla="*/ 692278 h 2215008"/>
                <a:gd name="connsiteX3" fmla="*/ 2070011 w 3822610"/>
                <a:gd name="connsiteY3" fmla="*/ 381128 h 2215008"/>
                <a:gd name="connsiteX4" fmla="*/ 648881 w 3822610"/>
                <a:gd name="connsiteY4" fmla="*/ 130938 h 2215008"/>
                <a:gd name="connsiteX5" fmla="*/ 131991 w 3822610"/>
                <a:gd name="connsiteY5" fmla="*/ 1737488 h 2215008"/>
                <a:gd name="connsiteX6" fmla="*/ 143421 w 3822610"/>
                <a:gd name="connsiteY6" fmla="*/ 1759078 h 2215008"/>
                <a:gd name="connsiteX7" fmla="*/ 143421 w 3822610"/>
                <a:gd name="connsiteY7" fmla="*/ 1759078 h 2215008"/>
                <a:gd name="connsiteX8" fmla="*/ 199301 w 3822610"/>
                <a:gd name="connsiteY8" fmla="*/ 2215008 h 2215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22610" h="2215008">
                  <a:moveTo>
                    <a:pt x="3822611" y="1003428"/>
                  </a:moveTo>
                  <a:cubicBezTo>
                    <a:pt x="3611791" y="746888"/>
                    <a:pt x="3275241" y="627508"/>
                    <a:pt x="2951391" y="692278"/>
                  </a:cubicBezTo>
                  <a:lnTo>
                    <a:pt x="2951391" y="692278"/>
                  </a:lnTo>
                  <a:cubicBezTo>
                    <a:pt x="2553881" y="771018"/>
                    <a:pt x="2430691" y="762128"/>
                    <a:pt x="2070011" y="381128"/>
                  </a:cubicBezTo>
                  <a:cubicBezTo>
                    <a:pt x="1710601" y="2668"/>
                    <a:pt x="1136561" y="-119252"/>
                    <a:pt x="648881" y="130938"/>
                  </a:cubicBezTo>
                  <a:cubicBezTo>
                    <a:pt x="62141" y="431928"/>
                    <a:pt x="-168999" y="1152018"/>
                    <a:pt x="131991" y="1737488"/>
                  </a:cubicBezTo>
                  <a:cubicBezTo>
                    <a:pt x="135801" y="1745108"/>
                    <a:pt x="139611" y="1751458"/>
                    <a:pt x="143421" y="1759078"/>
                  </a:cubicBezTo>
                  <a:lnTo>
                    <a:pt x="143421" y="1759078"/>
                  </a:lnTo>
                  <a:cubicBezTo>
                    <a:pt x="237401" y="1931798"/>
                    <a:pt x="264071" y="2076578"/>
                    <a:pt x="199301" y="2215008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A2FA894D-C7FC-2F79-78C0-72C5213480B0}"/>
                </a:ext>
              </a:extLst>
            </p:cNvPr>
            <p:cNvSpPr/>
            <p:nvPr/>
          </p:nvSpPr>
          <p:spPr>
            <a:xfrm>
              <a:off x="12131040" y="6790691"/>
              <a:ext cx="60959" cy="67309"/>
            </a:xfrm>
            <a:custGeom>
              <a:avLst/>
              <a:gdLst>
                <a:gd name="connsiteX0" fmla="*/ 60960 w 60959"/>
                <a:gd name="connsiteY0" fmla="*/ 0 h 67309"/>
                <a:gd name="connsiteX1" fmla="*/ 0 w 60959"/>
                <a:gd name="connsiteY1" fmla="*/ 67310 h 67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959" h="67309">
                  <a:moveTo>
                    <a:pt x="60960" y="0"/>
                  </a:moveTo>
                  <a:cubicBezTo>
                    <a:pt x="41910" y="22860"/>
                    <a:pt x="21590" y="45720"/>
                    <a:pt x="0" y="6731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A0B726C-06F0-BB61-A58F-CD25E3F3A8C6}"/>
                </a:ext>
              </a:extLst>
            </p:cNvPr>
            <p:cNvSpPr/>
            <p:nvPr/>
          </p:nvSpPr>
          <p:spPr>
            <a:xfrm>
              <a:off x="8464184" y="4813027"/>
              <a:ext cx="3727815" cy="2044973"/>
            </a:xfrm>
            <a:custGeom>
              <a:avLst/>
              <a:gdLst>
                <a:gd name="connsiteX0" fmla="*/ 3727816 w 3727815"/>
                <a:gd name="connsiteY0" fmla="*/ 1241063 h 2044973"/>
                <a:gd name="connsiteX1" fmla="*/ 3666856 w 3727815"/>
                <a:gd name="connsiteY1" fmla="*/ 1087393 h 2044973"/>
                <a:gd name="connsiteX2" fmla="*/ 2754996 w 3727815"/>
                <a:gd name="connsiteY2" fmla="*/ 646703 h 2044973"/>
                <a:gd name="connsiteX3" fmla="*/ 2754996 w 3727815"/>
                <a:gd name="connsiteY3" fmla="*/ 646703 h 2044973"/>
                <a:gd name="connsiteX4" fmla="*/ 1932036 w 3727815"/>
                <a:gd name="connsiteY4" fmla="*/ 355873 h 2044973"/>
                <a:gd name="connsiteX5" fmla="*/ 606156 w 3727815"/>
                <a:gd name="connsiteY5" fmla="*/ 122193 h 2044973"/>
                <a:gd name="connsiteX6" fmla="*/ 123556 w 3727815"/>
                <a:gd name="connsiteY6" fmla="*/ 1622063 h 2044973"/>
                <a:gd name="connsiteX7" fmla="*/ 133716 w 3727815"/>
                <a:gd name="connsiteY7" fmla="*/ 1642383 h 2044973"/>
                <a:gd name="connsiteX8" fmla="*/ 133716 w 3727815"/>
                <a:gd name="connsiteY8" fmla="*/ 1642383 h 2044973"/>
                <a:gd name="connsiteX9" fmla="*/ 195946 w 3727815"/>
                <a:gd name="connsiteY9" fmla="*/ 2044973 h 2044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27815" h="2044973">
                  <a:moveTo>
                    <a:pt x="3727816" y="1241063"/>
                  </a:moveTo>
                  <a:cubicBezTo>
                    <a:pt x="3712576" y="1188993"/>
                    <a:pt x="3692256" y="1138193"/>
                    <a:pt x="3666856" y="1087393"/>
                  </a:cubicBezTo>
                  <a:cubicBezTo>
                    <a:pt x="3491596" y="745763"/>
                    <a:pt x="3114406" y="575583"/>
                    <a:pt x="2754996" y="646703"/>
                  </a:cubicBezTo>
                  <a:lnTo>
                    <a:pt x="2754996" y="646703"/>
                  </a:lnTo>
                  <a:cubicBezTo>
                    <a:pt x="2384156" y="720363"/>
                    <a:pt x="2268586" y="711473"/>
                    <a:pt x="1932036" y="355873"/>
                  </a:cubicBezTo>
                  <a:cubicBezTo>
                    <a:pt x="1596756" y="2813"/>
                    <a:pt x="1060816" y="-111487"/>
                    <a:pt x="606156" y="122193"/>
                  </a:cubicBezTo>
                  <a:cubicBezTo>
                    <a:pt x="58786" y="402863"/>
                    <a:pt x="-158384" y="1074693"/>
                    <a:pt x="123556" y="1622063"/>
                  </a:cubicBezTo>
                  <a:cubicBezTo>
                    <a:pt x="127366" y="1628413"/>
                    <a:pt x="131176" y="1636033"/>
                    <a:pt x="133716" y="1642383"/>
                  </a:cubicBezTo>
                  <a:lnTo>
                    <a:pt x="133716" y="1642383"/>
                  </a:lnTo>
                  <a:cubicBezTo>
                    <a:pt x="214996" y="1794783"/>
                    <a:pt x="242936" y="1923054"/>
                    <a:pt x="195946" y="204497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C33CFE9C-F172-66D5-0112-11AE1B07E7EB}"/>
                </a:ext>
              </a:extLst>
            </p:cNvPr>
            <p:cNvSpPr/>
            <p:nvPr/>
          </p:nvSpPr>
          <p:spPr>
            <a:xfrm>
              <a:off x="11998959" y="6513831"/>
              <a:ext cx="193040" cy="344169"/>
            </a:xfrm>
            <a:custGeom>
              <a:avLst/>
              <a:gdLst>
                <a:gd name="connsiteX0" fmla="*/ 0 w 193040"/>
                <a:gd name="connsiteY0" fmla="*/ 344170 h 344169"/>
                <a:gd name="connsiteX1" fmla="*/ 193040 w 193040"/>
                <a:gd name="connsiteY1" fmla="*/ 0 h 344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040" h="344169">
                  <a:moveTo>
                    <a:pt x="0" y="344170"/>
                  </a:moveTo>
                  <a:cubicBezTo>
                    <a:pt x="91440" y="245110"/>
                    <a:pt x="157480" y="127000"/>
                    <a:pt x="19304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AEB2127-0490-14C3-AB64-FA05FCB1D474}"/>
                </a:ext>
              </a:extLst>
            </p:cNvPr>
            <p:cNvSpPr/>
            <p:nvPr/>
          </p:nvSpPr>
          <p:spPr>
            <a:xfrm>
              <a:off x="8558268" y="4984021"/>
              <a:ext cx="3492642" cy="1875249"/>
            </a:xfrm>
            <a:custGeom>
              <a:avLst/>
              <a:gdLst>
                <a:gd name="connsiteX0" fmla="*/ 190762 w 3492642"/>
                <a:gd name="connsiteY0" fmla="*/ 1873980 h 1875249"/>
                <a:gd name="connsiteX1" fmla="*/ 124721 w 3492642"/>
                <a:gd name="connsiteY1" fmla="*/ 1525999 h 1875249"/>
                <a:gd name="connsiteX2" fmla="*/ 124721 w 3492642"/>
                <a:gd name="connsiteY2" fmla="*/ 1525999 h 1875249"/>
                <a:gd name="connsiteX3" fmla="*/ 114562 w 3492642"/>
                <a:gd name="connsiteY3" fmla="*/ 1506950 h 1875249"/>
                <a:gd name="connsiteX4" fmla="*/ 562871 w 3492642"/>
                <a:gd name="connsiteY4" fmla="*/ 113759 h 1875249"/>
                <a:gd name="connsiteX5" fmla="*/ 1794771 w 3492642"/>
                <a:gd name="connsiteY5" fmla="*/ 330930 h 1875249"/>
                <a:gd name="connsiteX6" fmla="*/ 2559312 w 3492642"/>
                <a:gd name="connsiteY6" fmla="*/ 600170 h 1875249"/>
                <a:gd name="connsiteX7" fmla="*/ 2559312 w 3492642"/>
                <a:gd name="connsiteY7" fmla="*/ 600170 h 1875249"/>
                <a:gd name="connsiteX8" fmla="*/ 3406401 w 3492642"/>
                <a:gd name="connsiteY8" fmla="*/ 1010380 h 1875249"/>
                <a:gd name="connsiteX9" fmla="*/ 3304801 w 3492642"/>
                <a:gd name="connsiteY9" fmla="*/ 1875249 h 1875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92642" h="1875249">
                  <a:moveTo>
                    <a:pt x="190762" y="1873980"/>
                  </a:moveTo>
                  <a:cubicBezTo>
                    <a:pt x="222512" y="1768570"/>
                    <a:pt x="194571" y="1656810"/>
                    <a:pt x="124721" y="1525999"/>
                  </a:cubicBezTo>
                  <a:lnTo>
                    <a:pt x="124721" y="1525999"/>
                  </a:lnTo>
                  <a:cubicBezTo>
                    <a:pt x="120912" y="1519649"/>
                    <a:pt x="118371" y="1513300"/>
                    <a:pt x="114562" y="1506950"/>
                  </a:cubicBezTo>
                  <a:cubicBezTo>
                    <a:pt x="-147059" y="997680"/>
                    <a:pt x="54871" y="374109"/>
                    <a:pt x="562871" y="113759"/>
                  </a:cubicBezTo>
                  <a:cubicBezTo>
                    <a:pt x="985781" y="-103411"/>
                    <a:pt x="1483621" y="2000"/>
                    <a:pt x="1794771" y="330930"/>
                  </a:cubicBezTo>
                  <a:cubicBezTo>
                    <a:pt x="2107191" y="661130"/>
                    <a:pt x="2215141" y="668750"/>
                    <a:pt x="2559312" y="600170"/>
                  </a:cubicBezTo>
                  <a:lnTo>
                    <a:pt x="2559312" y="600170"/>
                  </a:lnTo>
                  <a:cubicBezTo>
                    <a:pt x="2893322" y="534130"/>
                    <a:pt x="3243841" y="692880"/>
                    <a:pt x="3406401" y="1010380"/>
                  </a:cubicBezTo>
                  <a:cubicBezTo>
                    <a:pt x="3554991" y="1301210"/>
                    <a:pt x="3505462" y="1640299"/>
                    <a:pt x="3304801" y="1875249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17EF71BF-0467-EE0D-4C80-EB3E8BB7DC37}"/>
                </a:ext>
              </a:extLst>
            </p:cNvPr>
            <p:cNvSpPr/>
            <p:nvPr/>
          </p:nvSpPr>
          <p:spPr>
            <a:xfrm>
              <a:off x="8653386" y="5154056"/>
              <a:ext cx="3225796" cy="1703944"/>
            </a:xfrm>
            <a:custGeom>
              <a:avLst/>
              <a:gdLst>
                <a:gd name="connsiteX0" fmla="*/ 183273 w 3225796"/>
                <a:gd name="connsiteY0" fmla="*/ 1703945 h 1703944"/>
                <a:gd name="connsiteX1" fmla="*/ 114694 w 3225796"/>
                <a:gd name="connsiteY1" fmla="*/ 1409305 h 1703944"/>
                <a:gd name="connsiteX2" fmla="*/ 114694 w 3225796"/>
                <a:gd name="connsiteY2" fmla="*/ 1409305 h 1703944"/>
                <a:gd name="connsiteX3" fmla="*/ 105803 w 3225796"/>
                <a:gd name="connsiteY3" fmla="*/ 1391525 h 1703944"/>
                <a:gd name="connsiteX4" fmla="*/ 519823 w 3225796"/>
                <a:gd name="connsiteY4" fmla="*/ 105015 h 1703944"/>
                <a:gd name="connsiteX5" fmla="*/ 1657744 w 3225796"/>
                <a:gd name="connsiteY5" fmla="*/ 305675 h 1703944"/>
                <a:gd name="connsiteX6" fmla="*/ 2363863 w 3225796"/>
                <a:gd name="connsiteY6" fmla="*/ 554595 h 1703944"/>
                <a:gd name="connsiteX7" fmla="*/ 2363863 w 3225796"/>
                <a:gd name="connsiteY7" fmla="*/ 554595 h 1703944"/>
                <a:gd name="connsiteX8" fmla="*/ 3146183 w 3225796"/>
                <a:gd name="connsiteY8" fmla="*/ 933055 h 1703944"/>
                <a:gd name="connsiteX9" fmla="*/ 3075063 w 3225796"/>
                <a:gd name="connsiteY9" fmla="*/ 1703945 h 170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25796" h="1703944">
                  <a:moveTo>
                    <a:pt x="183273" y="1703945"/>
                  </a:moveTo>
                  <a:cubicBezTo>
                    <a:pt x="201053" y="1613775"/>
                    <a:pt x="174383" y="1518525"/>
                    <a:pt x="114694" y="1409305"/>
                  </a:cubicBezTo>
                  <a:lnTo>
                    <a:pt x="114694" y="1409305"/>
                  </a:lnTo>
                  <a:cubicBezTo>
                    <a:pt x="112153" y="1404225"/>
                    <a:pt x="108344" y="1397875"/>
                    <a:pt x="105803" y="1391525"/>
                  </a:cubicBezTo>
                  <a:cubicBezTo>
                    <a:pt x="-135497" y="921625"/>
                    <a:pt x="49923" y="345045"/>
                    <a:pt x="519823" y="105015"/>
                  </a:cubicBezTo>
                  <a:cubicBezTo>
                    <a:pt x="909713" y="-95645"/>
                    <a:pt x="1369453" y="2145"/>
                    <a:pt x="1657744" y="305675"/>
                  </a:cubicBezTo>
                  <a:cubicBezTo>
                    <a:pt x="1946033" y="610475"/>
                    <a:pt x="2045094" y="618095"/>
                    <a:pt x="2363863" y="554595"/>
                  </a:cubicBezTo>
                  <a:lnTo>
                    <a:pt x="2363863" y="554595"/>
                  </a:lnTo>
                  <a:cubicBezTo>
                    <a:pt x="2672473" y="493635"/>
                    <a:pt x="2995054" y="639685"/>
                    <a:pt x="3146183" y="933055"/>
                  </a:cubicBezTo>
                  <a:cubicBezTo>
                    <a:pt x="3278263" y="1189595"/>
                    <a:pt x="3240163" y="1489315"/>
                    <a:pt x="3075063" y="1703945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E8ECF70F-A59F-64CA-B1F2-E9DD79AA775C}"/>
                </a:ext>
              </a:extLst>
            </p:cNvPr>
            <p:cNvSpPr/>
            <p:nvPr/>
          </p:nvSpPr>
          <p:spPr>
            <a:xfrm>
              <a:off x="8747471" y="5325923"/>
              <a:ext cx="2957974" cy="1532077"/>
            </a:xfrm>
            <a:custGeom>
              <a:avLst/>
              <a:gdLst>
                <a:gd name="connsiteX0" fmla="*/ 2841279 w 2957974"/>
                <a:gd name="connsiteY0" fmla="*/ 1532078 h 1532077"/>
                <a:gd name="connsiteX1" fmla="*/ 2884459 w 2957974"/>
                <a:gd name="connsiteY1" fmla="*/ 855168 h 1532077"/>
                <a:gd name="connsiteX2" fmla="*/ 2166909 w 2957974"/>
                <a:gd name="connsiteY2" fmla="*/ 508457 h 1532077"/>
                <a:gd name="connsiteX3" fmla="*/ 2166909 w 2957974"/>
                <a:gd name="connsiteY3" fmla="*/ 508457 h 1532077"/>
                <a:gd name="connsiteX4" fmla="*/ 1519209 w 2957974"/>
                <a:gd name="connsiteY4" fmla="*/ 279857 h 1532077"/>
                <a:gd name="connsiteX5" fmla="*/ 476538 w 2957974"/>
                <a:gd name="connsiteY5" fmla="*/ 95707 h 1532077"/>
                <a:gd name="connsiteX6" fmla="*/ 96809 w 2957974"/>
                <a:gd name="connsiteY6" fmla="*/ 1275537 h 1532077"/>
                <a:gd name="connsiteX7" fmla="*/ 105698 w 2957974"/>
                <a:gd name="connsiteY7" fmla="*/ 1290778 h 1532077"/>
                <a:gd name="connsiteX8" fmla="*/ 105698 w 2957974"/>
                <a:gd name="connsiteY8" fmla="*/ 1290778 h 1532077"/>
                <a:gd name="connsiteX9" fmla="*/ 171738 w 2957974"/>
                <a:gd name="connsiteY9" fmla="*/ 1530808 h 1532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7974" h="1532077">
                  <a:moveTo>
                    <a:pt x="2841279" y="1532078"/>
                  </a:moveTo>
                  <a:cubicBezTo>
                    <a:pt x="2974629" y="1337768"/>
                    <a:pt x="3000029" y="1078687"/>
                    <a:pt x="2884459" y="855168"/>
                  </a:cubicBezTo>
                  <a:cubicBezTo>
                    <a:pt x="2746029" y="585928"/>
                    <a:pt x="2450119" y="452578"/>
                    <a:pt x="2166909" y="508457"/>
                  </a:cubicBezTo>
                  <a:lnTo>
                    <a:pt x="2166909" y="508457"/>
                  </a:lnTo>
                  <a:cubicBezTo>
                    <a:pt x="1874809" y="565607"/>
                    <a:pt x="1784638" y="559257"/>
                    <a:pt x="1519209" y="279857"/>
                  </a:cubicBezTo>
                  <a:cubicBezTo>
                    <a:pt x="1255048" y="1728"/>
                    <a:pt x="833409" y="-87172"/>
                    <a:pt x="476538" y="95707"/>
                  </a:cubicBezTo>
                  <a:cubicBezTo>
                    <a:pt x="46009" y="316687"/>
                    <a:pt x="-124171" y="845007"/>
                    <a:pt x="96809" y="1275537"/>
                  </a:cubicBezTo>
                  <a:cubicBezTo>
                    <a:pt x="99348" y="1280618"/>
                    <a:pt x="101888" y="1285697"/>
                    <a:pt x="105698" y="1290778"/>
                  </a:cubicBezTo>
                  <a:lnTo>
                    <a:pt x="105698" y="1290778"/>
                  </a:lnTo>
                  <a:cubicBezTo>
                    <a:pt x="153959" y="1379678"/>
                    <a:pt x="178088" y="1457147"/>
                    <a:pt x="171738" y="1530808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EFE312E3-93AA-C512-D692-EA299FFE0F37}"/>
                </a:ext>
              </a:extLst>
            </p:cNvPr>
            <p:cNvSpPr/>
            <p:nvPr/>
          </p:nvSpPr>
          <p:spPr>
            <a:xfrm>
              <a:off x="8842825" y="5496917"/>
              <a:ext cx="2690234" cy="1363623"/>
            </a:xfrm>
            <a:custGeom>
              <a:avLst/>
              <a:gdLst>
                <a:gd name="connsiteX0" fmla="*/ 156394 w 2690234"/>
                <a:gd name="connsiteY0" fmla="*/ 1361084 h 1363623"/>
                <a:gd name="connsiteX1" fmla="*/ 95434 w 2690234"/>
                <a:gd name="connsiteY1" fmla="*/ 1174394 h 1363623"/>
                <a:gd name="connsiteX2" fmla="*/ 95434 w 2690234"/>
                <a:gd name="connsiteY2" fmla="*/ 1174394 h 1363623"/>
                <a:gd name="connsiteX3" fmla="*/ 87814 w 2690234"/>
                <a:gd name="connsiteY3" fmla="*/ 1160424 h 1363623"/>
                <a:gd name="connsiteX4" fmla="*/ 433254 w 2690234"/>
                <a:gd name="connsiteY4" fmla="*/ 87274 h 1363623"/>
                <a:gd name="connsiteX5" fmla="*/ 1381944 w 2690234"/>
                <a:gd name="connsiteY5" fmla="*/ 254914 h 1363623"/>
                <a:gd name="connsiteX6" fmla="*/ 1971224 w 2690234"/>
                <a:gd name="connsiteY6" fmla="*/ 463193 h 1363623"/>
                <a:gd name="connsiteX7" fmla="*/ 1971224 w 2690234"/>
                <a:gd name="connsiteY7" fmla="*/ 463193 h 1363623"/>
                <a:gd name="connsiteX8" fmla="*/ 2624005 w 2690234"/>
                <a:gd name="connsiteY8" fmla="*/ 779424 h 1363623"/>
                <a:gd name="connsiteX9" fmla="*/ 2604955 w 2690234"/>
                <a:gd name="connsiteY9" fmla="*/ 1363624 h 13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90234" h="1363623">
                  <a:moveTo>
                    <a:pt x="156394" y="1361084"/>
                  </a:moveTo>
                  <a:cubicBezTo>
                    <a:pt x="153854" y="1303934"/>
                    <a:pt x="132264" y="1241703"/>
                    <a:pt x="95434" y="1174394"/>
                  </a:cubicBezTo>
                  <a:lnTo>
                    <a:pt x="95434" y="1174394"/>
                  </a:lnTo>
                  <a:cubicBezTo>
                    <a:pt x="92894" y="1169314"/>
                    <a:pt x="90354" y="1165503"/>
                    <a:pt x="87814" y="1160424"/>
                  </a:cubicBezTo>
                  <a:cubicBezTo>
                    <a:pt x="-112846" y="767993"/>
                    <a:pt x="42094" y="287934"/>
                    <a:pt x="433254" y="87274"/>
                  </a:cubicBezTo>
                  <a:cubicBezTo>
                    <a:pt x="758374" y="-79096"/>
                    <a:pt x="1141914" y="914"/>
                    <a:pt x="1381944" y="254914"/>
                  </a:cubicBezTo>
                  <a:cubicBezTo>
                    <a:pt x="1623244" y="508914"/>
                    <a:pt x="1705794" y="515264"/>
                    <a:pt x="1971224" y="463193"/>
                  </a:cubicBezTo>
                  <a:lnTo>
                    <a:pt x="1971224" y="463193"/>
                  </a:lnTo>
                  <a:cubicBezTo>
                    <a:pt x="2227764" y="412393"/>
                    <a:pt x="2498274" y="534314"/>
                    <a:pt x="2624005" y="779424"/>
                  </a:cubicBezTo>
                  <a:cubicBezTo>
                    <a:pt x="2721794" y="971193"/>
                    <a:pt x="2707824" y="1190903"/>
                    <a:pt x="2604955" y="1363624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8B011D80-5856-075A-82CE-5394F9E7E2FD}"/>
                </a:ext>
              </a:extLst>
            </p:cNvPr>
            <p:cNvSpPr/>
            <p:nvPr/>
          </p:nvSpPr>
          <p:spPr>
            <a:xfrm>
              <a:off x="8937384" y="5666952"/>
              <a:ext cx="2424674" cy="1191048"/>
            </a:xfrm>
            <a:custGeom>
              <a:avLst/>
              <a:gdLst>
                <a:gd name="connsiteX0" fmla="*/ 136765 w 2424674"/>
                <a:gd name="connsiteY0" fmla="*/ 1191049 h 1191048"/>
                <a:gd name="connsiteX1" fmla="*/ 85965 w 2424674"/>
                <a:gd name="connsiteY1" fmla="*/ 1057699 h 1191048"/>
                <a:gd name="connsiteX2" fmla="*/ 85965 w 2424674"/>
                <a:gd name="connsiteY2" fmla="*/ 1057699 h 1191048"/>
                <a:gd name="connsiteX3" fmla="*/ 79615 w 2424674"/>
                <a:gd name="connsiteY3" fmla="*/ 1044999 h 1191048"/>
                <a:gd name="connsiteX4" fmla="*/ 390765 w 2424674"/>
                <a:gd name="connsiteY4" fmla="*/ 78529 h 1191048"/>
                <a:gd name="connsiteX5" fmla="*/ 1245475 w 2424674"/>
                <a:gd name="connsiteY5" fmla="*/ 229659 h 1191048"/>
                <a:gd name="connsiteX6" fmla="*/ 1776335 w 2424674"/>
                <a:gd name="connsiteY6" fmla="*/ 416349 h 1191048"/>
                <a:gd name="connsiteX7" fmla="*/ 1776335 w 2424674"/>
                <a:gd name="connsiteY7" fmla="*/ 416349 h 1191048"/>
                <a:gd name="connsiteX8" fmla="*/ 2364346 w 2424674"/>
                <a:gd name="connsiteY8" fmla="*/ 700829 h 1191048"/>
                <a:gd name="connsiteX9" fmla="*/ 2366885 w 2424674"/>
                <a:gd name="connsiteY9" fmla="*/ 1191049 h 1191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24674" h="1191048">
                  <a:moveTo>
                    <a:pt x="136765" y="1191049"/>
                  </a:moveTo>
                  <a:cubicBezTo>
                    <a:pt x="129146" y="1149139"/>
                    <a:pt x="111365" y="1105959"/>
                    <a:pt x="85965" y="1057699"/>
                  </a:cubicBezTo>
                  <a:lnTo>
                    <a:pt x="85965" y="1057699"/>
                  </a:lnTo>
                  <a:cubicBezTo>
                    <a:pt x="83425" y="1053889"/>
                    <a:pt x="80885" y="1048809"/>
                    <a:pt x="79615" y="1044999"/>
                  </a:cubicBezTo>
                  <a:cubicBezTo>
                    <a:pt x="-101994" y="691939"/>
                    <a:pt x="37706" y="258869"/>
                    <a:pt x="390765" y="78529"/>
                  </a:cubicBezTo>
                  <a:cubicBezTo>
                    <a:pt x="684135" y="-71331"/>
                    <a:pt x="1029575" y="1059"/>
                    <a:pt x="1245475" y="229659"/>
                  </a:cubicBezTo>
                  <a:cubicBezTo>
                    <a:pt x="1462646" y="458259"/>
                    <a:pt x="1536306" y="464609"/>
                    <a:pt x="1776335" y="416349"/>
                  </a:cubicBezTo>
                  <a:lnTo>
                    <a:pt x="1776335" y="416349"/>
                  </a:lnTo>
                  <a:cubicBezTo>
                    <a:pt x="2007475" y="370629"/>
                    <a:pt x="2251316" y="479849"/>
                    <a:pt x="2364346" y="700829"/>
                  </a:cubicBezTo>
                  <a:cubicBezTo>
                    <a:pt x="2446896" y="860849"/>
                    <a:pt x="2441816" y="1042459"/>
                    <a:pt x="2366885" y="1191049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D2852337-F01A-36D6-A009-D061EF156032}"/>
                </a:ext>
              </a:extLst>
            </p:cNvPr>
            <p:cNvSpPr/>
            <p:nvPr/>
          </p:nvSpPr>
          <p:spPr>
            <a:xfrm>
              <a:off x="9030199" y="5837325"/>
              <a:ext cx="2157133" cy="1020675"/>
            </a:xfrm>
            <a:custGeom>
              <a:avLst/>
              <a:gdLst>
                <a:gd name="connsiteX0" fmla="*/ 2122941 w 2157133"/>
                <a:gd name="connsiteY0" fmla="*/ 1020675 h 1020675"/>
                <a:gd name="connsiteX1" fmla="*/ 2103891 w 2157133"/>
                <a:gd name="connsiteY1" fmla="*/ 623166 h 1020675"/>
                <a:gd name="connsiteX2" fmla="*/ 1580651 w 2157133"/>
                <a:gd name="connsiteY2" fmla="*/ 370435 h 1020675"/>
                <a:gd name="connsiteX3" fmla="*/ 1580651 w 2157133"/>
                <a:gd name="connsiteY3" fmla="*/ 370435 h 1020675"/>
                <a:gd name="connsiteX4" fmla="*/ 1108211 w 2157133"/>
                <a:gd name="connsiteY4" fmla="*/ 204066 h 1020675"/>
                <a:gd name="connsiteX5" fmla="*/ 347481 w 2157133"/>
                <a:gd name="connsiteY5" fmla="*/ 70716 h 1020675"/>
                <a:gd name="connsiteX6" fmla="*/ 70621 w 2157133"/>
                <a:gd name="connsiteY6" fmla="*/ 930506 h 1020675"/>
                <a:gd name="connsiteX7" fmla="*/ 76971 w 2157133"/>
                <a:gd name="connsiteY7" fmla="*/ 941935 h 1020675"/>
                <a:gd name="connsiteX8" fmla="*/ 76971 w 2157133"/>
                <a:gd name="connsiteY8" fmla="*/ 941935 h 1020675"/>
                <a:gd name="connsiteX9" fmla="*/ 111261 w 2157133"/>
                <a:gd name="connsiteY9" fmla="*/ 1020675 h 102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57133" h="1020675">
                  <a:moveTo>
                    <a:pt x="2122941" y="1020675"/>
                  </a:moveTo>
                  <a:cubicBezTo>
                    <a:pt x="2172471" y="896216"/>
                    <a:pt x="2169931" y="751435"/>
                    <a:pt x="2103891" y="623166"/>
                  </a:cubicBezTo>
                  <a:cubicBezTo>
                    <a:pt x="2003561" y="427585"/>
                    <a:pt x="1787661" y="329795"/>
                    <a:pt x="1580651" y="370435"/>
                  </a:cubicBezTo>
                  <a:lnTo>
                    <a:pt x="1580651" y="370435"/>
                  </a:lnTo>
                  <a:cubicBezTo>
                    <a:pt x="1368561" y="412345"/>
                    <a:pt x="1302521" y="407266"/>
                    <a:pt x="1108211" y="204066"/>
                  </a:cubicBezTo>
                  <a:cubicBezTo>
                    <a:pt x="916441" y="866"/>
                    <a:pt x="609101" y="-63905"/>
                    <a:pt x="347481" y="70716"/>
                  </a:cubicBezTo>
                  <a:cubicBezTo>
                    <a:pt x="33791" y="232005"/>
                    <a:pt x="-90669" y="616816"/>
                    <a:pt x="70621" y="930506"/>
                  </a:cubicBezTo>
                  <a:cubicBezTo>
                    <a:pt x="73161" y="934316"/>
                    <a:pt x="74431" y="938125"/>
                    <a:pt x="76971" y="941935"/>
                  </a:cubicBezTo>
                  <a:lnTo>
                    <a:pt x="76971" y="941935"/>
                  </a:lnTo>
                  <a:cubicBezTo>
                    <a:pt x="92211" y="969875"/>
                    <a:pt x="103641" y="995275"/>
                    <a:pt x="111261" y="1020675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87178B31-38DB-3BC8-74DA-8454371D03B9}"/>
                </a:ext>
              </a:extLst>
            </p:cNvPr>
            <p:cNvSpPr/>
            <p:nvPr/>
          </p:nvSpPr>
          <p:spPr>
            <a:xfrm>
              <a:off x="9126587" y="6008234"/>
              <a:ext cx="1887626" cy="849766"/>
            </a:xfrm>
            <a:custGeom>
              <a:avLst/>
              <a:gdLst>
                <a:gd name="connsiteX0" fmla="*/ 79643 w 1887626"/>
                <a:gd name="connsiteY0" fmla="*/ 849767 h 849766"/>
                <a:gd name="connsiteX1" fmla="*/ 66943 w 1887626"/>
                <a:gd name="connsiteY1" fmla="*/ 824367 h 849766"/>
                <a:gd name="connsiteX2" fmla="*/ 66943 w 1887626"/>
                <a:gd name="connsiteY2" fmla="*/ 824367 h 849766"/>
                <a:gd name="connsiteX3" fmla="*/ 61863 w 1887626"/>
                <a:gd name="connsiteY3" fmla="*/ 814207 h 849766"/>
                <a:gd name="connsiteX4" fmla="*/ 304432 w 1887626"/>
                <a:gd name="connsiteY4" fmla="*/ 61097 h 849766"/>
                <a:gd name="connsiteX5" fmla="*/ 969913 w 1887626"/>
                <a:gd name="connsiteY5" fmla="*/ 177937 h 849766"/>
                <a:gd name="connsiteX6" fmla="*/ 1382663 w 1887626"/>
                <a:gd name="connsiteY6" fmla="*/ 323987 h 849766"/>
                <a:gd name="connsiteX7" fmla="*/ 1382663 w 1887626"/>
                <a:gd name="connsiteY7" fmla="*/ 323987 h 849766"/>
                <a:gd name="connsiteX8" fmla="*/ 1841133 w 1887626"/>
                <a:gd name="connsiteY8" fmla="*/ 546236 h 849766"/>
                <a:gd name="connsiteX9" fmla="*/ 1872883 w 1887626"/>
                <a:gd name="connsiteY9" fmla="*/ 849767 h 849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7626" h="849766">
                  <a:moveTo>
                    <a:pt x="79643" y="849767"/>
                  </a:moveTo>
                  <a:cubicBezTo>
                    <a:pt x="75832" y="842147"/>
                    <a:pt x="72023" y="833257"/>
                    <a:pt x="66943" y="824367"/>
                  </a:cubicBezTo>
                  <a:lnTo>
                    <a:pt x="66943" y="824367"/>
                  </a:lnTo>
                  <a:cubicBezTo>
                    <a:pt x="65673" y="820557"/>
                    <a:pt x="63132" y="818017"/>
                    <a:pt x="61863" y="814207"/>
                  </a:cubicBezTo>
                  <a:cubicBezTo>
                    <a:pt x="-79107" y="538617"/>
                    <a:pt x="28843" y="202067"/>
                    <a:pt x="304432" y="61097"/>
                  </a:cubicBezTo>
                  <a:cubicBezTo>
                    <a:pt x="533032" y="-55743"/>
                    <a:pt x="802273" y="1407"/>
                    <a:pt x="969913" y="177937"/>
                  </a:cubicBezTo>
                  <a:cubicBezTo>
                    <a:pt x="1138823" y="357007"/>
                    <a:pt x="1197243" y="360817"/>
                    <a:pt x="1382663" y="323987"/>
                  </a:cubicBezTo>
                  <a:lnTo>
                    <a:pt x="1382663" y="323987"/>
                  </a:lnTo>
                  <a:cubicBezTo>
                    <a:pt x="1563003" y="288426"/>
                    <a:pt x="1752233" y="373517"/>
                    <a:pt x="1841133" y="546236"/>
                  </a:cubicBezTo>
                  <a:cubicBezTo>
                    <a:pt x="1890663" y="644026"/>
                    <a:pt x="1899553" y="751976"/>
                    <a:pt x="1872883" y="849767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D006FE69-7F40-73D6-A6FB-741A705578C7}"/>
                </a:ext>
              </a:extLst>
            </p:cNvPr>
            <p:cNvSpPr/>
            <p:nvPr/>
          </p:nvSpPr>
          <p:spPr>
            <a:xfrm>
              <a:off x="9221601" y="6179228"/>
              <a:ext cx="1620739" cy="680042"/>
            </a:xfrm>
            <a:custGeom>
              <a:avLst/>
              <a:gdLst>
                <a:gd name="connsiteX0" fmla="*/ 43048 w 1620739"/>
                <a:gd name="connsiteY0" fmla="*/ 678773 h 680042"/>
                <a:gd name="connsiteX1" fmla="*/ 261489 w 1620739"/>
                <a:gd name="connsiteY1" fmla="*/ 52663 h 680042"/>
                <a:gd name="connsiteX2" fmla="*/ 832989 w 1620739"/>
                <a:gd name="connsiteY2" fmla="*/ 152993 h 680042"/>
                <a:gd name="connsiteX3" fmla="*/ 1187318 w 1620739"/>
                <a:gd name="connsiteY3" fmla="*/ 278723 h 680042"/>
                <a:gd name="connsiteX4" fmla="*/ 1187318 w 1620739"/>
                <a:gd name="connsiteY4" fmla="*/ 278723 h 680042"/>
                <a:gd name="connsiteX5" fmla="*/ 1581018 w 1620739"/>
                <a:gd name="connsiteY5" fmla="*/ 469223 h 680042"/>
                <a:gd name="connsiteX6" fmla="*/ 1617849 w 1620739"/>
                <a:gd name="connsiteY6" fmla="*/ 680043 h 680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0739" h="680042">
                  <a:moveTo>
                    <a:pt x="43048" y="678773"/>
                  </a:moveTo>
                  <a:cubicBezTo>
                    <a:pt x="-62361" y="446363"/>
                    <a:pt x="31618" y="169503"/>
                    <a:pt x="261489" y="52663"/>
                  </a:cubicBezTo>
                  <a:cubicBezTo>
                    <a:pt x="457068" y="-47667"/>
                    <a:pt x="688208" y="593"/>
                    <a:pt x="832989" y="152993"/>
                  </a:cubicBezTo>
                  <a:cubicBezTo>
                    <a:pt x="977768" y="306663"/>
                    <a:pt x="1027298" y="309203"/>
                    <a:pt x="1187318" y="278723"/>
                  </a:cubicBezTo>
                  <a:lnTo>
                    <a:pt x="1187318" y="278723"/>
                  </a:lnTo>
                  <a:cubicBezTo>
                    <a:pt x="1342258" y="248243"/>
                    <a:pt x="1504818" y="321903"/>
                    <a:pt x="1581018" y="469223"/>
                  </a:cubicBezTo>
                  <a:cubicBezTo>
                    <a:pt x="1615308" y="536533"/>
                    <a:pt x="1626739" y="610193"/>
                    <a:pt x="1617849" y="68004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6B251CA0-0029-D5E2-071E-93FC0A173739}"/>
                </a:ext>
              </a:extLst>
            </p:cNvPr>
            <p:cNvSpPr/>
            <p:nvPr/>
          </p:nvSpPr>
          <p:spPr>
            <a:xfrm>
              <a:off x="9315733" y="6350532"/>
              <a:ext cx="1352266" cy="508737"/>
            </a:xfrm>
            <a:custGeom>
              <a:avLst/>
              <a:gdLst>
                <a:gd name="connsiteX0" fmla="*/ 1352266 w 1352266"/>
                <a:gd name="connsiteY0" fmla="*/ 507468 h 508737"/>
                <a:gd name="connsiteX1" fmla="*/ 1319247 w 1352266"/>
                <a:gd name="connsiteY1" fmla="*/ 390628 h 508737"/>
                <a:gd name="connsiteX2" fmla="*/ 991586 w 1352266"/>
                <a:gd name="connsiteY2" fmla="*/ 231878 h 508737"/>
                <a:gd name="connsiteX3" fmla="*/ 991586 w 1352266"/>
                <a:gd name="connsiteY3" fmla="*/ 231878 h 508737"/>
                <a:gd name="connsiteX4" fmla="*/ 695676 w 1352266"/>
                <a:gd name="connsiteY4" fmla="*/ 127738 h 508737"/>
                <a:gd name="connsiteX5" fmla="*/ 218157 w 1352266"/>
                <a:gd name="connsiteY5" fmla="*/ 43918 h 508737"/>
                <a:gd name="connsiteX6" fmla="*/ 14957 w 1352266"/>
                <a:gd name="connsiteY6" fmla="*/ 508738 h 50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2266" h="508737">
                  <a:moveTo>
                    <a:pt x="1352266" y="507468"/>
                  </a:moveTo>
                  <a:cubicBezTo>
                    <a:pt x="1349726" y="468098"/>
                    <a:pt x="1338297" y="427458"/>
                    <a:pt x="1319247" y="390628"/>
                  </a:cubicBezTo>
                  <a:cubicBezTo>
                    <a:pt x="1255747" y="267438"/>
                    <a:pt x="1119857" y="206478"/>
                    <a:pt x="991586" y="231878"/>
                  </a:cubicBezTo>
                  <a:lnTo>
                    <a:pt x="991586" y="231878"/>
                  </a:lnTo>
                  <a:cubicBezTo>
                    <a:pt x="858236" y="258548"/>
                    <a:pt x="816326" y="254738"/>
                    <a:pt x="695676" y="127738"/>
                  </a:cubicBezTo>
                  <a:cubicBezTo>
                    <a:pt x="575026" y="738"/>
                    <a:pt x="381986" y="-39902"/>
                    <a:pt x="218157" y="43918"/>
                  </a:cubicBezTo>
                  <a:cubicBezTo>
                    <a:pt x="45436" y="132818"/>
                    <a:pt x="-35843" y="328398"/>
                    <a:pt x="14957" y="508738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F9F41E8C-090E-5FAB-0CED-2B1B5FFFD13D}"/>
                </a:ext>
              </a:extLst>
            </p:cNvPr>
            <p:cNvSpPr/>
            <p:nvPr/>
          </p:nvSpPr>
          <p:spPr>
            <a:xfrm>
              <a:off x="9410273" y="6520567"/>
              <a:ext cx="1069767" cy="337433"/>
            </a:xfrm>
            <a:custGeom>
              <a:avLst/>
              <a:gdLst>
                <a:gd name="connsiteX0" fmla="*/ 427 w 1069767"/>
                <a:gd name="connsiteY0" fmla="*/ 337433 h 337433"/>
                <a:gd name="connsiteX1" fmla="*/ 175687 w 1069767"/>
                <a:gd name="connsiteY1" fmla="*/ 35174 h 337433"/>
                <a:gd name="connsiteX2" fmla="*/ 559227 w 1069767"/>
                <a:gd name="connsiteY2" fmla="*/ 102483 h 337433"/>
                <a:gd name="connsiteX3" fmla="*/ 796717 w 1069767"/>
                <a:gd name="connsiteY3" fmla="*/ 186303 h 337433"/>
                <a:gd name="connsiteX4" fmla="*/ 796717 w 1069767"/>
                <a:gd name="connsiteY4" fmla="*/ 186303 h 337433"/>
                <a:gd name="connsiteX5" fmla="*/ 1059607 w 1069767"/>
                <a:gd name="connsiteY5" fmla="*/ 313303 h 337433"/>
                <a:gd name="connsiteX6" fmla="*/ 1069767 w 1069767"/>
                <a:gd name="connsiteY6" fmla="*/ 337433 h 337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9767" h="337433">
                  <a:moveTo>
                    <a:pt x="427" y="337433"/>
                  </a:moveTo>
                  <a:cubicBezTo>
                    <a:pt x="-5923" y="215514"/>
                    <a:pt x="58847" y="94864"/>
                    <a:pt x="175687" y="35174"/>
                  </a:cubicBezTo>
                  <a:cubicBezTo>
                    <a:pt x="306497" y="-32137"/>
                    <a:pt x="461437" y="883"/>
                    <a:pt x="559227" y="102483"/>
                  </a:cubicBezTo>
                  <a:cubicBezTo>
                    <a:pt x="657017" y="205353"/>
                    <a:pt x="690037" y="207893"/>
                    <a:pt x="796717" y="186303"/>
                  </a:cubicBezTo>
                  <a:lnTo>
                    <a:pt x="796717" y="186303"/>
                  </a:lnTo>
                  <a:cubicBezTo>
                    <a:pt x="900857" y="165983"/>
                    <a:pt x="1010077" y="215514"/>
                    <a:pt x="1059607" y="313303"/>
                  </a:cubicBezTo>
                  <a:cubicBezTo>
                    <a:pt x="1063417" y="320924"/>
                    <a:pt x="1067227" y="328543"/>
                    <a:pt x="1069767" y="33743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A21A017E-D3CD-97F0-12C8-3296E5239570}"/>
                </a:ext>
              </a:extLst>
            </p:cNvPr>
            <p:cNvSpPr/>
            <p:nvPr/>
          </p:nvSpPr>
          <p:spPr>
            <a:xfrm>
              <a:off x="9517380" y="6690291"/>
              <a:ext cx="722629" cy="167709"/>
            </a:xfrm>
            <a:custGeom>
              <a:avLst/>
              <a:gdLst>
                <a:gd name="connsiteX0" fmla="*/ 722630 w 722629"/>
                <a:gd name="connsiteY0" fmla="*/ 167710 h 167709"/>
                <a:gd name="connsiteX1" fmla="*/ 586739 w 722629"/>
                <a:gd name="connsiteY1" fmla="*/ 141040 h 167709"/>
                <a:gd name="connsiteX2" fmla="*/ 586739 w 722629"/>
                <a:gd name="connsiteY2" fmla="*/ 141040 h 167709"/>
                <a:gd name="connsiteX3" fmla="*/ 407670 w 722629"/>
                <a:gd name="connsiteY3" fmla="*/ 77540 h 167709"/>
                <a:gd name="connsiteX4" fmla="*/ 119380 w 722629"/>
                <a:gd name="connsiteY4" fmla="*/ 26740 h 167709"/>
                <a:gd name="connsiteX5" fmla="*/ 0 w 722629"/>
                <a:gd name="connsiteY5" fmla="*/ 167710 h 167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2629" h="167709">
                  <a:moveTo>
                    <a:pt x="722630" y="167710"/>
                  </a:moveTo>
                  <a:cubicBezTo>
                    <a:pt x="683260" y="142310"/>
                    <a:pt x="635000" y="132150"/>
                    <a:pt x="586739" y="141040"/>
                  </a:cubicBezTo>
                  <a:lnTo>
                    <a:pt x="586739" y="141040"/>
                  </a:lnTo>
                  <a:cubicBezTo>
                    <a:pt x="505460" y="157550"/>
                    <a:pt x="481330" y="155010"/>
                    <a:pt x="407670" y="77540"/>
                  </a:cubicBezTo>
                  <a:cubicBezTo>
                    <a:pt x="335280" y="70"/>
                    <a:pt x="218439" y="-24060"/>
                    <a:pt x="119380" y="26740"/>
                  </a:cubicBezTo>
                  <a:cubicBezTo>
                    <a:pt x="59689" y="57220"/>
                    <a:pt x="19050" y="108020"/>
                    <a:pt x="0" y="16771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1" name="slide number">
            <a:extLst>
              <a:ext uri="{FF2B5EF4-FFF2-40B4-BE49-F238E27FC236}">
                <a16:creationId xmlns:a16="http://schemas.microsoft.com/office/drawing/2014/main" id="{C5255EC9-22C8-4873-6389-D880A370A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6AC4CF78-E9FE-A7F7-A653-874905B455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valantic layout samples Route A</a:t>
            </a:r>
            <a:endParaRPr lang="nl-NL" dirty="0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0A82CFE0-C725-9B9E-D77B-2B402604C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93" name="subhead 3">
            <a:extLst>
              <a:ext uri="{FF2B5EF4-FFF2-40B4-BE49-F238E27FC236}">
                <a16:creationId xmlns:a16="http://schemas.microsoft.com/office/drawing/2014/main" id="{A621FD8A-0372-D7B0-7589-D502248B5856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7796825" y="1800000"/>
            <a:ext cx="2592000" cy="3600000"/>
          </a:xfrm>
          <a:prstGeom prst="roundRect">
            <a:avLst>
              <a:gd name="adj" fmla="val 2528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sz="1200" dirty="0"/>
            </a:lvl1pPr>
          </a:lstStyle>
          <a:p>
            <a:pPr lvl="0"/>
            <a:endParaRPr lang="de-DE" dirty="0"/>
          </a:p>
        </p:txBody>
      </p:sp>
      <p:sp>
        <p:nvSpPr>
          <p:cNvPr id="92" name="subhead 2">
            <a:extLst>
              <a:ext uri="{FF2B5EF4-FFF2-40B4-BE49-F238E27FC236}">
                <a16:creationId xmlns:a16="http://schemas.microsoft.com/office/drawing/2014/main" id="{0C79B4B6-AEFC-E24C-2B7C-4FE3BD9C9C7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800073" y="1800000"/>
            <a:ext cx="2592000" cy="3600000"/>
          </a:xfrm>
          <a:prstGeom prst="roundRect">
            <a:avLst>
              <a:gd name="adj" fmla="val 2803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sz="1200" dirty="0"/>
            </a:lvl1pPr>
          </a:lstStyle>
          <a:p>
            <a:pPr lvl="0"/>
            <a:endParaRPr lang="de-DE"/>
          </a:p>
        </p:txBody>
      </p:sp>
      <p:sp>
        <p:nvSpPr>
          <p:cNvPr id="49" name="subhead 1">
            <a:extLst>
              <a:ext uri="{FF2B5EF4-FFF2-40B4-BE49-F238E27FC236}">
                <a16:creationId xmlns:a16="http://schemas.microsoft.com/office/drawing/2014/main" id="{0FE4903D-F047-A069-A010-0199438C5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00000" y="1800000"/>
            <a:ext cx="2592000" cy="3600000"/>
          </a:xfrm>
          <a:prstGeom prst="roundRect">
            <a:avLst>
              <a:gd name="adj" fmla="val 2620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sz="1200" dirty="0"/>
            </a:lvl1pPr>
          </a:lstStyle>
          <a:p>
            <a:pPr lvl="0"/>
            <a:endParaRPr lang="de-DE"/>
          </a:p>
        </p:txBody>
      </p:sp>
      <p:sp>
        <p:nvSpPr>
          <p:cNvPr id="86" name="title">
            <a:extLst>
              <a:ext uri="{FF2B5EF4-FFF2-40B4-BE49-F238E27FC236}">
                <a16:creationId xmlns:a16="http://schemas.microsoft.com/office/drawing/2014/main" id="{457734AF-380A-E58A-7517-29028ECF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4" name="navigation">
            <a:extLst>
              <a:ext uri="{FF2B5EF4-FFF2-40B4-BE49-F238E27FC236}">
                <a16:creationId xmlns:a16="http://schemas.microsoft.com/office/drawing/2014/main" id="{F01231DD-94D3-CA6C-C315-67E844A25D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42068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51a : 4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uilloche">
            <a:extLst>
              <a:ext uri="{FF2B5EF4-FFF2-40B4-BE49-F238E27FC236}">
                <a16:creationId xmlns:a16="http://schemas.microsoft.com/office/drawing/2014/main" id="{C5449708-9FDF-EFF8-A19D-D7A25174FF64}"/>
              </a:ext>
            </a:extLst>
          </p:cNvPr>
          <p:cNvGrpSpPr/>
          <p:nvPr/>
        </p:nvGrpSpPr>
        <p:grpSpPr>
          <a:xfrm rot="16200000">
            <a:off x="6252317" y="-37489"/>
            <a:ext cx="5902193" cy="5977172"/>
            <a:chOff x="6289806" y="883368"/>
            <a:chExt cx="5902193" cy="5977172"/>
          </a:xfrm>
        </p:grpSpPr>
        <p:sp>
          <p:nvSpPr>
            <p:cNvPr id="48" name="Freeform 4">
              <a:extLst>
                <a:ext uri="{FF2B5EF4-FFF2-40B4-BE49-F238E27FC236}">
                  <a16:creationId xmlns:a16="http://schemas.microsoft.com/office/drawing/2014/main" id="{29C4D402-D765-8E0C-17BD-2E01A161AE5E}"/>
                </a:ext>
              </a:extLst>
            </p:cNvPr>
            <p:cNvSpPr/>
            <p:nvPr/>
          </p:nvSpPr>
          <p:spPr>
            <a:xfrm>
              <a:off x="6289806" y="883368"/>
              <a:ext cx="5900923" cy="5974632"/>
            </a:xfrm>
            <a:custGeom>
              <a:avLst/>
              <a:gdLst>
                <a:gd name="connsiteX0" fmla="*/ 55114 w 5900923"/>
                <a:gd name="connsiteY0" fmla="*/ 5974633 h 5974632"/>
                <a:gd name="connsiteX1" fmla="*/ 352294 w 5900923"/>
                <a:gd name="connsiteY1" fmla="*/ 4332523 h 5974632"/>
                <a:gd name="connsiteX2" fmla="*/ 352294 w 5900923"/>
                <a:gd name="connsiteY2" fmla="*/ 4332523 h 5974632"/>
                <a:gd name="connsiteX3" fmla="*/ 324353 w 5900923"/>
                <a:gd name="connsiteY3" fmla="*/ 4279183 h 5974632"/>
                <a:gd name="connsiteX4" fmla="*/ 1596894 w 5900923"/>
                <a:gd name="connsiteY4" fmla="*/ 324403 h 5974632"/>
                <a:gd name="connsiteX5" fmla="*/ 5091934 w 5900923"/>
                <a:gd name="connsiteY5" fmla="*/ 940353 h 5974632"/>
                <a:gd name="connsiteX6" fmla="*/ 5900924 w 5900923"/>
                <a:gd name="connsiteY6" fmla="*/ 1632503 h 5974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00923" h="5974632">
                  <a:moveTo>
                    <a:pt x="55114" y="5974633"/>
                  </a:moveTo>
                  <a:cubicBezTo>
                    <a:pt x="678684" y="5459013"/>
                    <a:pt x="700274" y="4976413"/>
                    <a:pt x="352294" y="4332523"/>
                  </a:cubicBezTo>
                  <a:lnTo>
                    <a:pt x="352294" y="4332523"/>
                  </a:lnTo>
                  <a:cubicBezTo>
                    <a:pt x="343403" y="4314743"/>
                    <a:pt x="333244" y="4296963"/>
                    <a:pt x="324353" y="4279183"/>
                  </a:cubicBezTo>
                  <a:cubicBezTo>
                    <a:pt x="-416056" y="2835193"/>
                    <a:pt x="154173" y="1064813"/>
                    <a:pt x="1596894" y="324403"/>
                  </a:cubicBezTo>
                  <a:cubicBezTo>
                    <a:pt x="2795774" y="-290277"/>
                    <a:pt x="4219444" y="-1987"/>
                    <a:pt x="5091934" y="940353"/>
                  </a:cubicBezTo>
                  <a:cubicBezTo>
                    <a:pt x="5422134" y="1280713"/>
                    <a:pt x="5671054" y="1500423"/>
                    <a:pt x="5900924" y="163250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C7C94CB0-BD97-7796-7ED2-3E930D7F8F89}"/>
                </a:ext>
              </a:extLst>
            </p:cNvPr>
            <p:cNvSpPr/>
            <p:nvPr/>
          </p:nvSpPr>
          <p:spPr>
            <a:xfrm>
              <a:off x="6384924" y="1057170"/>
              <a:ext cx="5807075" cy="5800830"/>
            </a:xfrm>
            <a:custGeom>
              <a:avLst/>
              <a:gdLst>
                <a:gd name="connsiteX0" fmla="*/ 64135 w 5807075"/>
                <a:gd name="connsiteY0" fmla="*/ 5800830 h 5800830"/>
                <a:gd name="connsiteX1" fmla="*/ 342266 w 5807075"/>
                <a:gd name="connsiteY1" fmla="*/ 4212060 h 5800830"/>
                <a:gd name="connsiteX2" fmla="*/ 342266 w 5807075"/>
                <a:gd name="connsiteY2" fmla="*/ 4212060 h 5800830"/>
                <a:gd name="connsiteX3" fmla="*/ 315595 w 5807075"/>
                <a:gd name="connsiteY3" fmla="*/ 4161260 h 5800830"/>
                <a:gd name="connsiteX4" fmla="*/ 1553845 w 5807075"/>
                <a:gd name="connsiteY4" fmla="*/ 313160 h 5800830"/>
                <a:gd name="connsiteX5" fmla="*/ 4954906 w 5807075"/>
                <a:gd name="connsiteY5" fmla="*/ 912600 h 5800830"/>
                <a:gd name="connsiteX6" fmla="*/ 5807076 w 5807075"/>
                <a:gd name="connsiteY6" fmla="*/ 1627610 h 580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07075" h="5800830">
                  <a:moveTo>
                    <a:pt x="64135" y="5800830"/>
                  </a:moveTo>
                  <a:cubicBezTo>
                    <a:pt x="659766" y="5302990"/>
                    <a:pt x="677545" y="4835630"/>
                    <a:pt x="342266" y="4212060"/>
                  </a:cubicBezTo>
                  <a:lnTo>
                    <a:pt x="342266" y="4212060"/>
                  </a:lnTo>
                  <a:cubicBezTo>
                    <a:pt x="333376" y="4195550"/>
                    <a:pt x="324485" y="4177770"/>
                    <a:pt x="315595" y="4161260"/>
                  </a:cubicBezTo>
                  <a:cubicBezTo>
                    <a:pt x="-404494" y="2756640"/>
                    <a:pt x="149226" y="1034520"/>
                    <a:pt x="1553845" y="313160"/>
                  </a:cubicBezTo>
                  <a:cubicBezTo>
                    <a:pt x="2719706" y="-285010"/>
                    <a:pt x="4095116" y="5820"/>
                    <a:pt x="4954906" y="912600"/>
                  </a:cubicBezTo>
                  <a:cubicBezTo>
                    <a:pt x="5305426" y="1282170"/>
                    <a:pt x="5561966" y="1505690"/>
                    <a:pt x="5807076" y="162761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95DDC1DA-51DB-E5C7-0D19-16845928E59A}"/>
                </a:ext>
              </a:extLst>
            </p:cNvPr>
            <p:cNvSpPr/>
            <p:nvPr/>
          </p:nvSpPr>
          <p:spPr>
            <a:xfrm>
              <a:off x="6478449" y="1227205"/>
              <a:ext cx="5713550" cy="5629525"/>
            </a:xfrm>
            <a:custGeom>
              <a:avLst/>
              <a:gdLst>
                <a:gd name="connsiteX0" fmla="*/ 5713551 w 5713550"/>
                <a:gd name="connsiteY0" fmla="*/ 1613785 h 5629525"/>
                <a:gd name="connsiteX1" fmla="*/ 4818201 w 5713550"/>
                <a:gd name="connsiteY1" fmla="*/ 887345 h 5629525"/>
                <a:gd name="connsiteX2" fmla="*/ 1511120 w 5713550"/>
                <a:gd name="connsiteY2" fmla="*/ 304415 h 5629525"/>
                <a:gd name="connsiteX3" fmla="*/ 307160 w 5713550"/>
                <a:gd name="connsiteY3" fmla="*/ 4045836 h 5629525"/>
                <a:gd name="connsiteX4" fmla="*/ 333831 w 5713550"/>
                <a:gd name="connsiteY4" fmla="*/ 4095366 h 5629525"/>
                <a:gd name="connsiteX5" fmla="*/ 333831 w 5713550"/>
                <a:gd name="connsiteY5" fmla="*/ 4095366 h 5629525"/>
                <a:gd name="connsiteX6" fmla="*/ 74750 w 5713550"/>
                <a:gd name="connsiteY6" fmla="*/ 5629526 h 562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3550" h="5629525">
                  <a:moveTo>
                    <a:pt x="5713551" y="1613785"/>
                  </a:moveTo>
                  <a:cubicBezTo>
                    <a:pt x="5454470" y="1503296"/>
                    <a:pt x="5190310" y="1281046"/>
                    <a:pt x="4818201" y="887345"/>
                  </a:cubicBezTo>
                  <a:cubicBezTo>
                    <a:pt x="3982541" y="5965"/>
                    <a:pt x="2645231" y="-277245"/>
                    <a:pt x="1511120" y="304415"/>
                  </a:cubicBezTo>
                  <a:cubicBezTo>
                    <a:pt x="145870" y="1005456"/>
                    <a:pt x="-393880" y="2679316"/>
                    <a:pt x="307160" y="4045836"/>
                  </a:cubicBezTo>
                  <a:cubicBezTo>
                    <a:pt x="316050" y="4062346"/>
                    <a:pt x="324940" y="4078855"/>
                    <a:pt x="333831" y="4095366"/>
                  </a:cubicBezTo>
                  <a:lnTo>
                    <a:pt x="333831" y="4095366"/>
                  </a:lnTo>
                  <a:cubicBezTo>
                    <a:pt x="657681" y="4697346"/>
                    <a:pt x="642440" y="5149466"/>
                    <a:pt x="74750" y="5629526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26D11063-B736-ADAB-D522-A44D20D226E0}"/>
                </a:ext>
              </a:extLst>
            </p:cNvPr>
            <p:cNvSpPr/>
            <p:nvPr/>
          </p:nvSpPr>
          <p:spPr>
            <a:xfrm>
              <a:off x="6573567" y="1398510"/>
              <a:ext cx="5618432" cy="5459490"/>
            </a:xfrm>
            <a:custGeom>
              <a:avLst/>
              <a:gdLst>
                <a:gd name="connsiteX0" fmla="*/ 5618433 w 5618432"/>
                <a:gd name="connsiteY0" fmla="*/ 1593611 h 5459490"/>
                <a:gd name="connsiteX1" fmla="*/ 4679902 w 5618432"/>
                <a:gd name="connsiteY1" fmla="*/ 862091 h 5459490"/>
                <a:gd name="connsiteX2" fmla="*/ 1468073 w 5618432"/>
                <a:gd name="connsiteY2" fmla="*/ 295671 h 5459490"/>
                <a:gd name="connsiteX3" fmla="*/ 298402 w 5618432"/>
                <a:gd name="connsiteY3" fmla="*/ 3930411 h 5459490"/>
                <a:gd name="connsiteX4" fmla="*/ 323802 w 5618432"/>
                <a:gd name="connsiteY4" fmla="*/ 3978671 h 5459490"/>
                <a:gd name="connsiteX5" fmla="*/ 323802 w 5618432"/>
                <a:gd name="connsiteY5" fmla="*/ 3978671 h 5459490"/>
                <a:gd name="connsiteX6" fmla="*/ 83772 w 5618432"/>
                <a:gd name="connsiteY6" fmla="*/ 5459491 h 5459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18432" h="5459490">
                  <a:moveTo>
                    <a:pt x="5618433" y="1593611"/>
                  </a:moveTo>
                  <a:cubicBezTo>
                    <a:pt x="5344113" y="1498361"/>
                    <a:pt x="5074873" y="1278651"/>
                    <a:pt x="4679902" y="862091"/>
                  </a:cubicBezTo>
                  <a:cubicBezTo>
                    <a:pt x="3868373" y="6111"/>
                    <a:pt x="2569163" y="-269479"/>
                    <a:pt x="1468073" y="295671"/>
                  </a:cubicBezTo>
                  <a:cubicBezTo>
                    <a:pt x="140922" y="976391"/>
                    <a:pt x="-382318" y="2603261"/>
                    <a:pt x="298402" y="3930411"/>
                  </a:cubicBezTo>
                  <a:cubicBezTo>
                    <a:pt x="307292" y="3946921"/>
                    <a:pt x="314913" y="3963431"/>
                    <a:pt x="323802" y="3978671"/>
                  </a:cubicBezTo>
                  <a:lnTo>
                    <a:pt x="323802" y="3978671"/>
                  </a:lnTo>
                  <a:cubicBezTo>
                    <a:pt x="636223" y="4559061"/>
                    <a:pt x="623523" y="4995941"/>
                    <a:pt x="83772" y="5459491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8">
              <a:extLst>
                <a:ext uri="{FF2B5EF4-FFF2-40B4-BE49-F238E27FC236}">
                  <a16:creationId xmlns:a16="http://schemas.microsoft.com/office/drawing/2014/main" id="{4356C3D4-60F0-D0AB-8A74-674C89743983}"/>
                </a:ext>
              </a:extLst>
            </p:cNvPr>
            <p:cNvSpPr/>
            <p:nvPr/>
          </p:nvSpPr>
          <p:spPr>
            <a:xfrm>
              <a:off x="6668922" y="1569135"/>
              <a:ext cx="5523077" cy="5290134"/>
            </a:xfrm>
            <a:custGeom>
              <a:avLst/>
              <a:gdLst>
                <a:gd name="connsiteX0" fmla="*/ 5523078 w 5523077"/>
                <a:gd name="connsiteY0" fmla="*/ 1567765 h 5290134"/>
                <a:gd name="connsiteX1" fmla="*/ 4542638 w 5523077"/>
                <a:gd name="connsiteY1" fmla="*/ 836245 h 5290134"/>
                <a:gd name="connsiteX2" fmla="*/ 1424787 w 5523077"/>
                <a:gd name="connsiteY2" fmla="*/ 287605 h 5290134"/>
                <a:gd name="connsiteX3" fmla="*/ 289408 w 5523077"/>
                <a:gd name="connsiteY3" fmla="*/ 3815665 h 5290134"/>
                <a:gd name="connsiteX4" fmla="*/ 314808 w 5523077"/>
                <a:gd name="connsiteY4" fmla="*/ 3862656 h 5290134"/>
                <a:gd name="connsiteX5" fmla="*/ 314808 w 5523077"/>
                <a:gd name="connsiteY5" fmla="*/ 3862656 h 5290134"/>
                <a:gd name="connsiteX6" fmla="*/ 93827 w 5523077"/>
                <a:gd name="connsiteY6" fmla="*/ 5290135 h 5290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523077" h="5290134">
                  <a:moveTo>
                    <a:pt x="5523078" y="1567765"/>
                  </a:moveTo>
                  <a:cubicBezTo>
                    <a:pt x="5230978" y="1489025"/>
                    <a:pt x="4959197" y="1275665"/>
                    <a:pt x="4542638" y="836245"/>
                  </a:cubicBezTo>
                  <a:cubicBezTo>
                    <a:pt x="3755237" y="4395"/>
                    <a:pt x="2494128" y="-261035"/>
                    <a:pt x="1424787" y="287605"/>
                  </a:cubicBezTo>
                  <a:cubicBezTo>
                    <a:pt x="137008" y="948005"/>
                    <a:pt x="-370993" y="2527885"/>
                    <a:pt x="289408" y="3815665"/>
                  </a:cubicBezTo>
                  <a:cubicBezTo>
                    <a:pt x="297027" y="3830906"/>
                    <a:pt x="305918" y="3847415"/>
                    <a:pt x="314808" y="3862656"/>
                  </a:cubicBezTo>
                  <a:lnTo>
                    <a:pt x="314808" y="3862656"/>
                  </a:lnTo>
                  <a:cubicBezTo>
                    <a:pt x="615797" y="4421456"/>
                    <a:pt x="606908" y="4843095"/>
                    <a:pt x="93827" y="5290135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9">
              <a:extLst>
                <a:ext uri="{FF2B5EF4-FFF2-40B4-BE49-F238E27FC236}">
                  <a16:creationId xmlns:a16="http://schemas.microsoft.com/office/drawing/2014/main" id="{35F850F2-CED8-1477-1AE8-B75970AA6138}"/>
                </a:ext>
              </a:extLst>
            </p:cNvPr>
            <p:cNvSpPr/>
            <p:nvPr/>
          </p:nvSpPr>
          <p:spPr>
            <a:xfrm>
              <a:off x="6763006" y="1740440"/>
              <a:ext cx="5428993" cy="5118830"/>
            </a:xfrm>
            <a:custGeom>
              <a:avLst/>
              <a:gdLst>
                <a:gd name="connsiteX0" fmla="*/ 5428993 w 5428993"/>
                <a:gd name="connsiteY0" fmla="*/ 1537431 h 5118830"/>
                <a:gd name="connsiteX1" fmla="*/ 4405374 w 5428993"/>
                <a:gd name="connsiteY1" fmla="*/ 810990 h 5118830"/>
                <a:gd name="connsiteX2" fmla="*/ 1381503 w 5428993"/>
                <a:gd name="connsiteY2" fmla="*/ 278860 h 5118830"/>
                <a:gd name="connsiteX3" fmla="*/ 280413 w 5428993"/>
                <a:gd name="connsiteY3" fmla="*/ 3700240 h 5118830"/>
                <a:gd name="connsiteX4" fmla="*/ 304543 w 5428993"/>
                <a:gd name="connsiteY4" fmla="*/ 3745961 h 5118830"/>
                <a:gd name="connsiteX5" fmla="*/ 304543 w 5428993"/>
                <a:gd name="connsiteY5" fmla="*/ 3745961 h 5118830"/>
                <a:gd name="connsiteX6" fmla="*/ 102613 w 5428993"/>
                <a:gd name="connsiteY6" fmla="*/ 5118830 h 511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428993" h="5118830">
                  <a:moveTo>
                    <a:pt x="5428993" y="1537431"/>
                  </a:moveTo>
                  <a:cubicBezTo>
                    <a:pt x="5117843" y="1477740"/>
                    <a:pt x="4843524" y="1273271"/>
                    <a:pt x="4405374" y="810990"/>
                  </a:cubicBezTo>
                  <a:cubicBezTo>
                    <a:pt x="3640833" y="4540"/>
                    <a:pt x="2419093" y="-253270"/>
                    <a:pt x="1381503" y="278860"/>
                  </a:cubicBezTo>
                  <a:cubicBezTo>
                    <a:pt x="133093" y="918940"/>
                    <a:pt x="-359667" y="2450561"/>
                    <a:pt x="280413" y="3700240"/>
                  </a:cubicBezTo>
                  <a:cubicBezTo>
                    <a:pt x="288033" y="3715481"/>
                    <a:pt x="296923" y="3730720"/>
                    <a:pt x="304543" y="3745961"/>
                  </a:cubicBezTo>
                  <a:lnTo>
                    <a:pt x="304543" y="3745961"/>
                  </a:lnTo>
                  <a:cubicBezTo>
                    <a:pt x="594103" y="4283171"/>
                    <a:pt x="587753" y="4690841"/>
                    <a:pt x="102613" y="511883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930446F6-CB5B-DF6B-CDE0-64F3A46488FE}"/>
                </a:ext>
              </a:extLst>
            </p:cNvPr>
            <p:cNvSpPr/>
            <p:nvPr/>
          </p:nvSpPr>
          <p:spPr>
            <a:xfrm>
              <a:off x="6856295" y="1910475"/>
              <a:ext cx="5335704" cy="4948795"/>
            </a:xfrm>
            <a:custGeom>
              <a:avLst/>
              <a:gdLst>
                <a:gd name="connsiteX0" fmla="*/ 5335705 w 5335704"/>
                <a:gd name="connsiteY0" fmla="*/ 1500746 h 4948795"/>
                <a:gd name="connsiteX1" fmla="*/ 4268905 w 5335704"/>
                <a:gd name="connsiteY1" fmla="*/ 785736 h 4948795"/>
                <a:gd name="connsiteX2" fmla="*/ 1339014 w 5335704"/>
                <a:gd name="connsiteY2" fmla="*/ 270116 h 4948795"/>
                <a:gd name="connsiteX3" fmla="*/ 272214 w 5335704"/>
                <a:gd name="connsiteY3" fmla="*/ 3584816 h 4948795"/>
                <a:gd name="connsiteX4" fmla="*/ 295074 w 5335704"/>
                <a:gd name="connsiteY4" fmla="*/ 3629266 h 4948795"/>
                <a:gd name="connsiteX5" fmla="*/ 295074 w 5335704"/>
                <a:gd name="connsiteY5" fmla="*/ 3629266 h 4948795"/>
                <a:gd name="connsiteX6" fmla="*/ 112194 w 5335704"/>
                <a:gd name="connsiteY6" fmla="*/ 4948795 h 494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35704" h="4948795">
                  <a:moveTo>
                    <a:pt x="5335705" y="1500746"/>
                  </a:moveTo>
                  <a:cubicBezTo>
                    <a:pt x="5001695" y="1462646"/>
                    <a:pt x="4728645" y="1270876"/>
                    <a:pt x="4268905" y="785736"/>
                  </a:cubicBezTo>
                  <a:cubicBezTo>
                    <a:pt x="3528495" y="4686"/>
                    <a:pt x="2343585" y="-245504"/>
                    <a:pt x="1339014" y="270116"/>
                  </a:cubicBezTo>
                  <a:cubicBezTo>
                    <a:pt x="128704" y="891146"/>
                    <a:pt x="-348815" y="2374506"/>
                    <a:pt x="272214" y="3584816"/>
                  </a:cubicBezTo>
                  <a:cubicBezTo>
                    <a:pt x="279835" y="3600056"/>
                    <a:pt x="287454" y="3614026"/>
                    <a:pt x="295074" y="3629266"/>
                  </a:cubicBezTo>
                  <a:lnTo>
                    <a:pt x="295074" y="3629266"/>
                  </a:lnTo>
                  <a:cubicBezTo>
                    <a:pt x="573204" y="4144886"/>
                    <a:pt x="569394" y="4537316"/>
                    <a:pt x="112194" y="4948795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" name="Freeform 11">
              <a:extLst>
                <a:ext uri="{FF2B5EF4-FFF2-40B4-BE49-F238E27FC236}">
                  <a16:creationId xmlns:a16="http://schemas.microsoft.com/office/drawing/2014/main" id="{2500CF75-3978-D46C-500A-BE94EF118886}"/>
                </a:ext>
              </a:extLst>
            </p:cNvPr>
            <p:cNvSpPr/>
            <p:nvPr/>
          </p:nvSpPr>
          <p:spPr>
            <a:xfrm>
              <a:off x="6951650" y="2080510"/>
              <a:ext cx="5240349" cy="4777490"/>
            </a:xfrm>
            <a:custGeom>
              <a:avLst/>
              <a:gdLst>
                <a:gd name="connsiteX0" fmla="*/ 5240350 w 5240349"/>
                <a:gd name="connsiteY0" fmla="*/ 1458981 h 4777490"/>
                <a:gd name="connsiteX1" fmla="*/ 4130370 w 5240349"/>
                <a:gd name="connsiteY1" fmla="*/ 760481 h 4777490"/>
                <a:gd name="connsiteX2" fmla="*/ 1295730 w 5240349"/>
                <a:gd name="connsiteY2" fmla="*/ 261371 h 4777490"/>
                <a:gd name="connsiteX3" fmla="*/ 263220 w 5240349"/>
                <a:gd name="connsiteY3" fmla="*/ 3469391 h 4777490"/>
                <a:gd name="connsiteX4" fmla="*/ 286080 w 5240349"/>
                <a:gd name="connsiteY4" fmla="*/ 3512571 h 4777490"/>
                <a:gd name="connsiteX5" fmla="*/ 286080 w 5240349"/>
                <a:gd name="connsiteY5" fmla="*/ 3512571 h 4777490"/>
                <a:gd name="connsiteX6" fmla="*/ 122250 w 5240349"/>
                <a:gd name="connsiteY6" fmla="*/ 4777491 h 4777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240349" h="4777490">
                  <a:moveTo>
                    <a:pt x="5240350" y="1458981"/>
                  </a:moveTo>
                  <a:cubicBezTo>
                    <a:pt x="4879670" y="1443741"/>
                    <a:pt x="4610430" y="1267211"/>
                    <a:pt x="4130370" y="760481"/>
                  </a:cubicBezTo>
                  <a:cubicBezTo>
                    <a:pt x="3414090" y="4831"/>
                    <a:pt x="2267280" y="-237739"/>
                    <a:pt x="1295730" y="261371"/>
                  </a:cubicBezTo>
                  <a:cubicBezTo>
                    <a:pt x="124790" y="862081"/>
                    <a:pt x="-337490" y="2298451"/>
                    <a:pt x="263220" y="3469391"/>
                  </a:cubicBezTo>
                  <a:cubicBezTo>
                    <a:pt x="270840" y="3483361"/>
                    <a:pt x="278460" y="3498601"/>
                    <a:pt x="286080" y="3512571"/>
                  </a:cubicBezTo>
                  <a:lnTo>
                    <a:pt x="286080" y="3512571"/>
                  </a:lnTo>
                  <a:cubicBezTo>
                    <a:pt x="552780" y="4006601"/>
                    <a:pt x="551510" y="4383791"/>
                    <a:pt x="122250" y="4777491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12">
              <a:extLst>
                <a:ext uri="{FF2B5EF4-FFF2-40B4-BE49-F238E27FC236}">
                  <a16:creationId xmlns:a16="http://schemas.microsoft.com/office/drawing/2014/main" id="{2548FEDD-9659-A231-F11C-55A6996C0BB6}"/>
                </a:ext>
              </a:extLst>
            </p:cNvPr>
            <p:cNvSpPr/>
            <p:nvPr/>
          </p:nvSpPr>
          <p:spPr>
            <a:xfrm>
              <a:off x="7047005" y="2251814"/>
              <a:ext cx="5144994" cy="4607455"/>
            </a:xfrm>
            <a:custGeom>
              <a:avLst/>
              <a:gdLst>
                <a:gd name="connsiteX0" fmla="*/ 5144995 w 5144994"/>
                <a:gd name="connsiteY0" fmla="*/ 1410866 h 4607455"/>
                <a:gd name="connsiteX1" fmla="*/ 3993105 w 5144994"/>
                <a:gd name="connsiteY1" fmla="*/ 735226 h 4607455"/>
                <a:gd name="connsiteX2" fmla="*/ 1252445 w 5144994"/>
                <a:gd name="connsiteY2" fmla="*/ 252626 h 4607455"/>
                <a:gd name="connsiteX3" fmla="*/ 254225 w 5144994"/>
                <a:gd name="connsiteY3" fmla="*/ 3353966 h 4607455"/>
                <a:gd name="connsiteX4" fmla="*/ 275815 w 5144994"/>
                <a:gd name="connsiteY4" fmla="*/ 3395876 h 4607455"/>
                <a:gd name="connsiteX5" fmla="*/ 275815 w 5144994"/>
                <a:gd name="connsiteY5" fmla="*/ 3395876 h 4607455"/>
                <a:gd name="connsiteX6" fmla="*/ 129765 w 5144994"/>
                <a:gd name="connsiteY6" fmla="*/ 4607456 h 4607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994" h="4607455">
                  <a:moveTo>
                    <a:pt x="5144995" y="1410866"/>
                  </a:moveTo>
                  <a:cubicBezTo>
                    <a:pt x="4753835" y="1418486"/>
                    <a:pt x="4490945" y="1261006"/>
                    <a:pt x="3993105" y="735226"/>
                  </a:cubicBezTo>
                  <a:cubicBezTo>
                    <a:pt x="3300955" y="4976"/>
                    <a:pt x="2192245" y="-229974"/>
                    <a:pt x="1252445" y="252626"/>
                  </a:cubicBezTo>
                  <a:cubicBezTo>
                    <a:pt x="120875" y="833016"/>
                    <a:pt x="-326165" y="2221126"/>
                    <a:pt x="254225" y="3353966"/>
                  </a:cubicBezTo>
                  <a:cubicBezTo>
                    <a:pt x="261845" y="3367936"/>
                    <a:pt x="268195" y="3381906"/>
                    <a:pt x="275815" y="3395876"/>
                  </a:cubicBezTo>
                  <a:lnTo>
                    <a:pt x="275815" y="3395876"/>
                  </a:lnTo>
                  <a:cubicBezTo>
                    <a:pt x="531085" y="3869586"/>
                    <a:pt x="532355" y="4230266"/>
                    <a:pt x="129765" y="4607456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68B1B990-C89E-A4D5-C58B-58A1DB2A7AC6}"/>
                </a:ext>
              </a:extLst>
            </p:cNvPr>
            <p:cNvSpPr/>
            <p:nvPr/>
          </p:nvSpPr>
          <p:spPr>
            <a:xfrm>
              <a:off x="7140852" y="2422751"/>
              <a:ext cx="5051147" cy="4435249"/>
            </a:xfrm>
            <a:custGeom>
              <a:avLst/>
              <a:gdLst>
                <a:gd name="connsiteX0" fmla="*/ 5051147 w 5051147"/>
                <a:gd name="connsiteY0" fmla="*/ 1358040 h 4435249"/>
                <a:gd name="connsiteX1" fmla="*/ 3856078 w 5051147"/>
                <a:gd name="connsiteY1" fmla="*/ 709070 h 4435249"/>
                <a:gd name="connsiteX2" fmla="*/ 1209397 w 5051147"/>
                <a:gd name="connsiteY2" fmla="*/ 244250 h 4435249"/>
                <a:gd name="connsiteX3" fmla="*/ 245467 w 5051147"/>
                <a:gd name="connsiteY3" fmla="*/ 3238910 h 4435249"/>
                <a:gd name="connsiteX4" fmla="*/ 267057 w 5051147"/>
                <a:gd name="connsiteY4" fmla="*/ 3278280 h 4435249"/>
                <a:gd name="connsiteX5" fmla="*/ 267057 w 5051147"/>
                <a:gd name="connsiteY5" fmla="*/ 3278280 h 4435249"/>
                <a:gd name="connsiteX6" fmla="*/ 138787 w 5051147"/>
                <a:gd name="connsiteY6" fmla="*/ 4435250 h 4435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051147" h="4435249">
                  <a:moveTo>
                    <a:pt x="5051147" y="1358040"/>
                  </a:moveTo>
                  <a:cubicBezTo>
                    <a:pt x="4626967" y="1389790"/>
                    <a:pt x="4371697" y="1252630"/>
                    <a:pt x="3856078" y="709070"/>
                  </a:cubicBezTo>
                  <a:cubicBezTo>
                    <a:pt x="3186788" y="4220"/>
                    <a:pt x="2117447" y="-221840"/>
                    <a:pt x="1209397" y="244250"/>
                  </a:cubicBezTo>
                  <a:cubicBezTo>
                    <a:pt x="115928" y="805590"/>
                    <a:pt x="-314603" y="2145440"/>
                    <a:pt x="245467" y="3238910"/>
                  </a:cubicBezTo>
                  <a:cubicBezTo>
                    <a:pt x="251817" y="3252880"/>
                    <a:pt x="259437" y="3265580"/>
                    <a:pt x="267057" y="3278280"/>
                  </a:cubicBezTo>
                  <a:lnTo>
                    <a:pt x="267057" y="3278280"/>
                  </a:lnTo>
                  <a:cubicBezTo>
                    <a:pt x="510897" y="3730400"/>
                    <a:pt x="514707" y="4077110"/>
                    <a:pt x="138787" y="443525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8" name="Freeform 14">
              <a:extLst>
                <a:ext uri="{FF2B5EF4-FFF2-40B4-BE49-F238E27FC236}">
                  <a16:creationId xmlns:a16="http://schemas.microsoft.com/office/drawing/2014/main" id="{DA303C9D-CF80-F537-9739-8DBF8078E6CB}"/>
                </a:ext>
              </a:extLst>
            </p:cNvPr>
            <p:cNvSpPr/>
            <p:nvPr/>
          </p:nvSpPr>
          <p:spPr>
            <a:xfrm>
              <a:off x="7234378" y="2592843"/>
              <a:ext cx="4957621" cy="4265157"/>
            </a:xfrm>
            <a:custGeom>
              <a:avLst/>
              <a:gdLst>
                <a:gd name="connsiteX0" fmla="*/ 4957622 w 4957621"/>
                <a:gd name="connsiteY0" fmla="*/ 1302248 h 4265157"/>
                <a:gd name="connsiteX1" fmla="*/ 3719372 w 4957621"/>
                <a:gd name="connsiteY1" fmla="*/ 685028 h 4265157"/>
                <a:gd name="connsiteX2" fmla="*/ 1166672 w 4957621"/>
                <a:gd name="connsiteY2" fmla="*/ 235447 h 4265157"/>
                <a:gd name="connsiteX3" fmla="*/ 237032 w 4957621"/>
                <a:gd name="connsiteY3" fmla="*/ 3123428 h 4265157"/>
                <a:gd name="connsiteX4" fmla="*/ 257352 w 4957621"/>
                <a:gd name="connsiteY4" fmla="*/ 3161528 h 4265157"/>
                <a:gd name="connsiteX5" fmla="*/ 257352 w 4957621"/>
                <a:gd name="connsiteY5" fmla="*/ 3161528 h 4265157"/>
                <a:gd name="connsiteX6" fmla="*/ 146862 w 4957621"/>
                <a:gd name="connsiteY6" fmla="*/ 4265158 h 4265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957621" h="4265157">
                  <a:moveTo>
                    <a:pt x="4957622" y="1302248"/>
                  </a:moveTo>
                  <a:cubicBezTo>
                    <a:pt x="4495342" y="1356858"/>
                    <a:pt x="4250232" y="1245098"/>
                    <a:pt x="3719372" y="685028"/>
                  </a:cubicBezTo>
                  <a:cubicBezTo>
                    <a:pt x="3074212" y="4307"/>
                    <a:pt x="2042972" y="-214133"/>
                    <a:pt x="1166672" y="235447"/>
                  </a:cubicBezTo>
                  <a:cubicBezTo>
                    <a:pt x="112572" y="776467"/>
                    <a:pt x="-303988" y="2069328"/>
                    <a:pt x="237032" y="3123428"/>
                  </a:cubicBezTo>
                  <a:cubicBezTo>
                    <a:pt x="243382" y="3136128"/>
                    <a:pt x="251002" y="3148828"/>
                    <a:pt x="257352" y="3161528"/>
                  </a:cubicBezTo>
                  <a:lnTo>
                    <a:pt x="257352" y="3161528"/>
                  </a:lnTo>
                  <a:cubicBezTo>
                    <a:pt x="489762" y="3592058"/>
                    <a:pt x="496112" y="3923527"/>
                    <a:pt x="146862" y="4265158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DEECC6F3-0E93-F0FE-11F1-D6F1C552E156}"/>
                </a:ext>
              </a:extLst>
            </p:cNvPr>
            <p:cNvSpPr/>
            <p:nvPr/>
          </p:nvSpPr>
          <p:spPr>
            <a:xfrm>
              <a:off x="7329732" y="2764148"/>
              <a:ext cx="4862267" cy="4093852"/>
            </a:xfrm>
            <a:custGeom>
              <a:avLst/>
              <a:gdLst>
                <a:gd name="connsiteX0" fmla="*/ 4862268 w 4862267"/>
                <a:gd name="connsiteY0" fmla="*/ 1241433 h 4093852"/>
                <a:gd name="connsiteX1" fmla="*/ 3580837 w 4862267"/>
                <a:gd name="connsiteY1" fmla="*/ 659773 h 4093852"/>
                <a:gd name="connsiteX2" fmla="*/ 1123387 w 4862267"/>
                <a:gd name="connsiteY2" fmla="*/ 226703 h 4093852"/>
                <a:gd name="connsiteX3" fmla="*/ 228037 w 4862267"/>
                <a:gd name="connsiteY3" fmla="*/ 3008003 h 4093852"/>
                <a:gd name="connsiteX4" fmla="*/ 247087 w 4862267"/>
                <a:gd name="connsiteY4" fmla="*/ 3044833 h 4093852"/>
                <a:gd name="connsiteX5" fmla="*/ 247087 w 4862267"/>
                <a:gd name="connsiteY5" fmla="*/ 3044833 h 4093852"/>
                <a:gd name="connsiteX6" fmla="*/ 154377 w 4862267"/>
                <a:gd name="connsiteY6" fmla="*/ 4093853 h 40938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62267" h="4093852">
                  <a:moveTo>
                    <a:pt x="4862268" y="1241433"/>
                  </a:moveTo>
                  <a:cubicBezTo>
                    <a:pt x="4356808" y="1318903"/>
                    <a:pt x="4124398" y="1232543"/>
                    <a:pt x="3580837" y="659773"/>
                  </a:cubicBezTo>
                  <a:cubicBezTo>
                    <a:pt x="2959808" y="4453"/>
                    <a:pt x="1966668" y="-206367"/>
                    <a:pt x="1123387" y="226703"/>
                  </a:cubicBezTo>
                  <a:cubicBezTo>
                    <a:pt x="108658" y="747403"/>
                    <a:pt x="-292663" y="1992003"/>
                    <a:pt x="228037" y="3008003"/>
                  </a:cubicBezTo>
                  <a:cubicBezTo>
                    <a:pt x="234387" y="3020703"/>
                    <a:pt x="240737" y="3033403"/>
                    <a:pt x="247087" y="3044833"/>
                  </a:cubicBezTo>
                  <a:lnTo>
                    <a:pt x="247087" y="3044833"/>
                  </a:lnTo>
                  <a:cubicBezTo>
                    <a:pt x="468068" y="3453773"/>
                    <a:pt x="476958" y="3770003"/>
                    <a:pt x="154377" y="409385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D6DB0A80-1E97-45D4-94D9-81B95807FD0F}"/>
                </a:ext>
              </a:extLst>
            </p:cNvPr>
            <p:cNvSpPr/>
            <p:nvPr/>
          </p:nvSpPr>
          <p:spPr>
            <a:xfrm>
              <a:off x="7424850" y="2934745"/>
              <a:ext cx="4767149" cy="3923255"/>
            </a:xfrm>
            <a:custGeom>
              <a:avLst/>
              <a:gdLst>
                <a:gd name="connsiteX0" fmla="*/ 4767149 w 4767149"/>
                <a:gd name="connsiteY0" fmla="*/ 1178785 h 3923255"/>
                <a:gd name="connsiteX1" fmla="*/ 3443809 w 4767149"/>
                <a:gd name="connsiteY1" fmla="*/ 633956 h 3923255"/>
                <a:gd name="connsiteX2" fmla="*/ 1080339 w 4767149"/>
                <a:gd name="connsiteY2" fmla="*/ 217395 h 3923255"/>
                <a:gd name="connsiteX3" fmla="*/ 219280 w 4767149"/>
                <a:gd name="connsiteY3" fmla="*/ 2892015 h 3923255"/>
                <a:gd name="connsiteX4" fmla="*/ 238330 w 4767149"/>
                <a:gd name="connsiteY4" fmla="*/ 2927576 h 3923255"/>
                <a:gd name="connsiteX5" fmla="*/ 238330 w 4767149"/>
                <a:gd name="connsiteY5" fmla="*/ 2927576 h 3923255"/>
                <a:gd name="connsiteX6" fmla="*/ 162130 w 4767149"/>
                <a:gd name="connsiteY6" fmla="*/ 3923256 h 39232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7149" h="3923255">
                  <a:moveTo>
                    <a:pt x="4767149" y="1178785"/>
                  </a:moveTo>
                  <a:cubicBezTo>
                    <a:pt x="4215969" y="1276576"/>
                    <a:pt x="3997530" y="1219426"/>
                    <a:pt x="3443809" y="633956"/>
                  </a:cubicBezTo>
                  <a:cubicBezTo>
                    <a:pt x="2846909" y="4035"/>
                    <a:pt x="1890599" y="-197895"/>
                    <a:pt x="1080339" y="217395"/>
                  </a:cubicBezTo>
                  <a:cubicBezTo>
                    <a:pt x="103709" y="717776"/>
                    <a:pt x="-281101" y="1915385"/>
                    <a:pt x="219280" y="2892015"/>
                  </a:cubicBezTo>
                  <a:cubicBezTo>
                    <a:pt x="225630" y="2903446"/>
                    <a:pt x="231980" y="2916146"/>
                    <a:pt x="238330" y="2927576"/>
                  </a:cubicBezTo>
                  <a:lnTo>
                    <a:pt x="238330" y="2927576"/>
                  </a:lnTo>
                  <a:cubicBezTo>
                    <a:pt x="446609" y="3314926"/>
                    <a:pt x="459309" y="3615915"/>
                    <a:pt x="162130" y="3923256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FC81C493-FD61-E7CA-C2D9-B3B4BED05B65}"/>
                </a:ext>
              </a:extLst>
            </p:cNvPr>
            <p:cNvSpPr/>
            <p:nvPr/>
          </p:nvSpPr>
          <p:spPr>
            <a:xfrm>
              <a:off x="7518935" y="3105739"/>
              <a:ext cx="4673064" cy="3752261"/>
            </a:xfrm>
            <a:custGeom>
              <a:avLst/>
              <a:gdLst>
                <a:gd name="connsiteX0" fmla="*/ 4673065 w 4673064"/>
                <a:gd name="connsiteY0" fmla="*/ 1113202 h 3752261"/>
                <a:gd name="connsiteX1" fmla="*/ 3306545 w 4673064"/>
                <a:gd name="connsiteY1" fmla="*/ 609012 h 3752261"/>
                <a:gd name="connsiteX2" fmla="*/ 1037055 w 4673064"/>
                <a:gd name="connsiteY2" fmla="*/ 208962 h 3752261"/>
                <a:gd name="connsiteX3" fmla="*/ 210285 w 4673064"/>
                <a:gd name="connsiteY3" fmla="*/ 2776902 h 3752261"/>
                <a:gd name="connsiteX4" fmla="*/ 228065 w 4673064"/>
                <a:gd name="connsiteY4" fmla="*/ 2811192 h 3752261"/>
                <a:gd name="connsiteX5" fmla="*/ 228065 w 4673064"/>
                <a:gd name="connsiteY5" fmla="*/ 2811192 h 3752261"/>
                <a:gd name="connsiteX6" fmla="*/ 168375 w 4673064"/>
                <a:gd name="connsiteY6" fmla="*/ 3752262 h 3752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73064" h="3752261">
                  <a:moveTo>
                    <a:pt x="4673065" y="1113202"/>
                  </a:moveTo>
                  <a:cubicBezTo>
                    <a:pt x="4071085" y="1230042"/>
                    <a:pt x="3870425" y="1203372"/>
                    <a:pt x="3306545" y="609012"/>
                  </a:cubicBezTo>
                  <a:cubicBezTo>
                    <a:pt x="2732505" y="3222"/>
                    <a:pt x="1815565" y="-189818"/>
                    <a:pt x="1037055" y="208962"/>
                  </a:cubicBezTo>
                  <a:cubicBezTo>
                    <a:pt x="99795" y="690292"/>
                    <a:pt x="-269775" y="1839642"/>
                    <a:pt x="210285" y="2776902"/>
                  </a:cubicBezTo>
                  <a:cubicBezTo>
                    <a:pt x="216635" y="2788332"/>
                    <a:pt x="221715" y="2799762"/>
                    <a:pt x="228065" y="2811192"/>
                  </a:cubicBezTo>
                  <a:lnTo>
                    <a:pt x="228065" y="2811192"/>
                  </a:lnTo>
                  <a:cubicBezTo>
                    <a:pt x="424915" y="3176952"/>
                    <a:pt x="438885" y="3462702"/>
                    <a:pt x="168375" y="3752262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E539B727-7BE5-A006-CDB6-A464A9EF0727}"/>
                </a:ext>
              </a:extLst>
            </p:cNvPr>
            <p:cNvSpPr/>
            <p:nvPr/>
          </p:nvSpPr>
          <p:spPr>
            <a:xfrm>
              <a:off x="7613019" y="3275774"/>
              <a:ext cx="4578980" cy="3582226"/>
            </a:xfrm>
            <a:custGeom>
              <a:avLst/>
              <a:gdLst>
                <a:gd name="connsiteX0" fmla="*/ 4578981 w 4578980"/>
                <a:gd name="connsiteY0" fmla="*/ 1049847 h 3582226"/>
                <a:gd name="connsiteX1" fmla="*/ 4519291 w 4578980"/>
                <a:gd name="connsiteY1" fmla="*/ 1060007 h 3582226"/>
                <a:gd name="connsiteX2" fmla="*/ 4519291 w 4578980"/>
                <a:gd name="connsiteY2" fmla="*/ 1060007 h 3582226"/>
                <a:gd name="connsiteX3" fmla="*/ 3169281 w 4578980"/>
                <a:gd name="connsiteY3" fmla="*/ 583757 h 3582226"/>
                <a:gd name="connsiteX4" fmla="*/ 993771 w 4578980"/>
                <a:gd name="connsiteY4" fmla="*/ 200217 h 3582226"/>
                <a:gd name="connsiteX5" fmla="*/ 201290 w 4578980"/>
                <a:gd name="connsiteY5" fmla="*/ 2661477 h 3582226"/>
                <a:gd name="connsiteX6" fmla="*/ 219071 w 4578980"/>
                <a:gd name="connsiteY6" fmla="*/ 2694497 h 3582226"/>
                <a:gd name="connsiteX7" fmla="*/ 219071 w 4578980"/>
                <a:gd name="connsiteY7" fmla="*/ 2694497 h 3582226"/>
                <a:gd name="connsiteX8" fmla="*/ 175890 w 4578980"/>
                <a:gd name="connsiteY8" fmla="*/ 3582227 h 3582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8980" h="3582226">
                  <a:moveTo>
                    <a:pt x="4578981" y="1049847"/>
                  </a:moveTo>
                  <a:cubicBezTo>
                    <a:pt x="4558661" y="1052387"/>
                    <a:pt x="4539611" y="1056197"/>
                    <a:pt x="4519291" y="1060007"/>
                  </a:cubicBezTo>
                  <a:lnTo>
                    <a:pt x="4519291" y="1060007"/>
                  </a:lnTo>
                  <a:cubicBezTo>
                    <a:pt x="3910961" y="1180657"/>
                    <a:pt x="3721731" y="1166687"/>
                    <a:pt x="3169281" y="583757"/>
                  </a:cubicBezTo>
                  <a:cubicBezTo>
                    <a:pt x="2619371" y="3367"/>
                    <a:pt x="1740531" y="-182053"/>
                    <a:pt x="993771" y="200217"/>
                  </a:cubicBezTo>
                  <a:cubicBezTo>
                    <a:pt x="95880" y="661227"/>
                    <a:pt x="-258450" y="1762317"/>
                    <a:pt x="201290" y="2661477"/>
                  </a:cubicBezTo>
                  <a:cubicBezTo>
                    <a:pt x="206371" y="2672907"/>
                    <a:pt x="212721" y="2683067"/>
                    <a:pt x="219071" y="2694497"/>
                  </a:cubicBezTo>
                  <a:lnTo>
                    <a:pt x="219071" y="2694497"/>
                  </a:lnTo>
                  <a:cubicBezTo>
                    <a:pt x="404490" y="3038667"/>
                    <a:pt x="421000" y="3309177"/>
                    <a:pt x="175890" y="3582227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E2DB2428-6259-0820-CC75-02B92D83984E}"/>
                </a:ext>
              </a:extLst>
            </p:cNvPr>
            <p:cNvSpPr/>
            <p:nvPr/>
          </p:nvSpPr>
          <p:spPr>
            <a:xfrm>
              <a:off x="7707578" y="3445808"/>
              <a:ext cx="4484421" cy="3412192"/>
            </a:xfrm>
            <a:custGeom>
              <a:avLst/>
              <a:gdLst>
                <a:gd name="connsiteX0" fmla="*/ 4484422 w 4484421"/>
                <a:gd name="connsiteY0" fmla="*/ 992842 h 3412192"/>
                <a:gd name="connsiteX1" fmla="*/ 4323132 w 4484421"/>
                <a:gd name="connsiteY1" fmla="*/ 1014432 h 3412192"/>
                <a:gd name="connsiteX2" fmla="*/ 4323132 w 4484421"/>
                <a:gd name="connsiteY2" fmla="*/ 1014432 h 3412192"/>
                <a:gd name="connsiteX3" fmla="*/ 3031541 w 4484421"/>
                <a:gd name="connsiteY3" fmla="*/ 558502 h 3412192"/>
                <a:gd name="connsiteX4" fmla="*/ 951281 w 4484421"/>
                <a:gd name="connsiteY4" fmla="*/ 191472 h 3412192"/>
                <a:gd name="connsiteX5" fmla="*/ 193091 w 4484421"/>
                <a:gd name="connsiteY5" fmla="*/ 2546052 h 3412192"/>
                <a:gd name="connsiteX6" fmla="*/ 209602 w 4484421"/>
                <a:gd name="connsiteY6" fmla="*/ 2577802 h 3412192"/>
                <a:gd name="connsiteX7" fmla="*/ 209602 w 4484421"/>
                <a:gd name="connsiteY7" fmla="*/ 2577802 h 3412192"/>
                <a:gd name="connsiteX8" fmla="*/ 181662 w 4484421"/>
                <a:gd name="connsiteY8" fmla="*/ 3412192 h 3412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84421" h="3412192">
                  <a:moveTo>
                    <a:pt x="4484422" y="992842"/>
                  </a:moveTo>
                  <a:cubicBezTo>
                    <a:pt x="4431082" y="996652"/>
                    <a:pt x="4376472" y="1004272"/>
                    <a:pt x="4323132" y="1014432"/>
                  </a:cubicBezTo>
                  <a:lnTo>
                    <a:pt x="4323132" y="1014432"/>
                  </a:lnTo>
                  <a:cubicBezTo>
                    <a:pt x="3741472" y="1130002"/>
                    <a:pt x="3559862" y="1116032"/>
                    <a:pt x="3031541" y="558502"/>
                  </a:cubicBezTo>
                  <a:cubicBezTo>
                    <a:pt x="2505762" y="3512"/>
                    <a:pt x="1665022" y="-174288"/>
                    <a:pt x="951281" y="191472"/>
                  </a:cubicBezTo>
                  <a:cubicBezTo>
                    <a:pt x="91491" y="632162"/>
                    <a:pt x="-247598" y="1686262"/>
                    <a:pt x="193091" y="2546052"/>
                  </a:cubicBezTo>
                  <a:cubicBezTo>
                    <a:pt x="198172" y="2556212"/>
                    <a:pt x="204522" y="2567642"/>
                    <a:pt x="209602" y="2577802"/>
                  </a:cubicBezTo>
                  <a:lnTo>
                    <a:pt x="209602" y="2577802"/>
                  </a:lnTo>
                  <a:cubicBezTo>
                    <a:pt x="383591" y="2901652"/>
                    <a:pt x="402641" y="3155652"/>
                    <a:pt x="181662" y="3412192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322FABE0-BEF4-ED03-49A0-885C7EA66981}"/>
                </a:ext>
              </a:extLst>
            </p:cNvPr>
            <p:cNvSpPr/>
            <p:nvPr/>
          </p:nvSpPr>
          <p:spPr>
            <a:xfrm>
              <a:off x="7801663" y="3618383"/>
              <a:ext cx="4390336" cy="3240887"/>
            </a:xfrm>
            <a:custGeom>
              <a:avLst/>
              <a:gdLst>
                <a:gd name="connsiteX0" fmla="*/ 4390337 w 4390336"/>
                <a:gd name="connsiteY0" fmla="*/ 943458 h 3240887"/>
                <a:gd name="connsiteX1" fmla="*/ 4127447 w 4390336"/>
                <a:gd name="connsiteY1" fmla="*/ 967588 h 3240887"/>
                <a:gd name="connsiteX2" fmla="*/ 4127447 w 4390336"/>
                <a:gd name="connsiteY2" fmla="*/ 967588 h 3240887"/>
                <a:gd name="connsiteX3" fmla="*/ 2894277 w 4390336"/>
                <a:gd name="connsiteY3" fmla="*/ 533248 h 3240887"/>
                <a:gd name="connsiteX4" fmla="*/ 907997 w 4390336"/>
                <a:gd name="connsiteY4" fmla="*/ 182727 h 3240887"/>
                <a:gd name="connsiteX5" fmla="*/ 184097 w 4390336"/>
                <a:gd name="connsiteY5" fmla="*/ 2430628 h 3240887"/>
                <a:gd name="connsiteX6" fmla="*/ 200607 w 4390336"/>
                <a:gd name="connsiteY6" fmla="*/ 2461108 h 3240887"/>
                <a:gd name="connsiteX7" fmla="*/ 200607 w 4390336"/>
                <a:gd name="connsiteY7" fmla="*/ 2461108 h 3240887"/>
                <a:gd name="connsiteX8" fmla="*/ 187907 w 4390336"/>
                <a:gd name="connsiteY8" fmla="*/ 3240887 h 3240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90336" h="3240887">
                  <a:moveTo>
                    <a:pt x="4390337" y="943458"/>
                  </a:moveTo>
                  <a:cubicBezTo>
                    <a:pt x="4302707" y="942188"/>
                    <a:pt x="4215077" y="949808"/>
                    <a:pt x="4127447" y="967588"/>
                  </a:cubicBezTo>
                  <a:lnTo>
                    <a:pt x="4127447" y="967588"/>
                  </a:lnTo>
                  <a:cubicBezTo>
                    <a:pt x="3572457" y="1078077"/>
                    <a:pt x="3399737" y="1065377"/>
                    <a:pt x="2894277" y="533248"/>
                  </a:cubicBezTo>
                  <a:cubicBezTo>
                    <a:pt x="2392627" y="3658"/>
                    <a:pt x="1588717" y="-166523"/>
                    <a:pt x="907997" y="182727"/>
                  </a:cubicBezTo>
                  <a:cubicBezTo>
                    <a:pt x="87577" y="603098"/>
                    <a:pt x="-236273" y="1610208"/>
                    <a:pt x="184097" y="2430628"/>
                  </a:cubicBezTo>
                  <a:cubicBezTo>
                    <a:pt x="189177" y="2440788"/>
                    <a:pt x="194257" y="2450948"/>
                    <a:pt x="200607" y="2461108"/>
                  </a:cubicBezTo>
                  <a:lnTo>
                    <a:pt x="200607" y="2461108"/>
                  </a:lnTo>
                  <a:cubicBezTo>
                    <a:pt x="363167" y="2763368"/>
                    <a:pt x="383487" y="3002128"/>
                    <a:pt x="187907" y="3240887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2EF70300-85A5-7741-7967-7E05AACF47E2}"/>
                </a:ext>
              </a:extLst>
            </p:cNvPr>
            <p:cNvSpPr/>
            <p:nvPr/>
          </p:nvSpPr>
          <p:spPr>
            <a:xfrm>
              <a:off x="7897458" y="3788757"/>
              <a:ext cx="4294541" cy="3071783"/>
            </a:xfrm>
            <a:custGeom>
              <a:avLst/>
              <a:gdLst>
                <a:gd name="connsiteX0" fmla="*/ 4294542 w 4294541"/>
                <a:gd name="connsiteY0" fmla="*/ 906434 h 3071783"/>
                <a:gd name="connsiteX1" fmla="*/ 3930052 w 4294541"/>
                <a:gd name="connsiteY1" fmla="*/ 921673 h 3071783"/>
                <a:gd name="connsiteX2" fmla="*/ 3930052 w 4294541"/>
                <a:gd name="connsiteY2" fmla="*/ 921673 h 3071783"/>
                <a:gd name="connsiteX3" fmla="*/ 2756572 w 4294541"/>
                <a:gd name="connsiteY3" fmla="*/ 507653 h 3071783"/>
                <a:gd name="connsiteX4" fmla="*/ 864272 w 4294541"/>
                <a:gd name="connsiteY4" fmla="*/ 174914 h 3071783"/>
                <a:gd name="connsiteX5" fmla="*/ 175932 w 4294541"/>
                <a:gd name="connsiteY5" fmla="*/ 2316134 h 3071783"/>
                <a:gd name="connsiteX6" fmla="*/ 191172 w 4294541"/>
                <a:gd name="connsiteY6" fmla="*/ 2345344 h 3071783"/>
                <a:gd name="connsiteX7" fmla="*/ 191172 w 4294541"/>
                <a:gd name="connsiteY7" fmla="*/ 2345344 h 3071783"/>
                <a:gd name="connsiteX8" fmla="*/ 192442 w 4294541"/>
                <a:gd name="connsiteY8" fmla="*/ 3071784 h 3071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94541" h="3071783">
                  <a:moveTo>
                    <a:pt x="4294542" y="906434"/>
                  </a:moveTo>
                  <a:cubicBezTo>
                    <a:pt x="4173892" y="893734"/>
                    <a:pt x="4051972" y="897543"/>
                    <a:pt x="3930052" y="921673"/>
                  </a:cubicBezTo>
                  <a:lnTo>
                    <a:pt x="3930052" y="921673"/>
                  </a:lnTo>
                  <a:cubicBezTo>
                    <a:pt x="3400461" y="1025814"/>
                    <a:pt x="3236632" y="1014384"/>
                    <a:pt x="2756572" y="507653"/>
                  </a:cubicBezTo>
                  <a:cubicBezTo>
                    <a:pt x="2277782" y="3464"/>
                    <a:pt x="1513242" y="-159097"/>
                    <a:pt x="864272" y="174914"/>
                  </a:cubicBezTo>
                  <a:cubicBezTo>
                    <a:pt x="83222" y="576234"/>
                    <a:pt x="-225389" y="1533814"/>
                    <a:pt x="175932" y="2316134"/>
                  </a:cubicBezTo>
                  <a:cubicBezTo>
                    <a:pt x="181011" y="2326294"/>
                    <a:pt x="186092" y="2335184"/>
                    <a:pt x="191172" y="2345344"/>
                  </a:cubicBezTo>
                  <a:lnTo>
                    <a:pt x="191172" y="2345344"/>
                  </a:lnTo>
                  <a:cubicBezTo>
                    <a:pt x="342302" y="2626014"/>
                    <a:pt x="363892" y="2849534"/>
                    <a:pt x="192442" y="3071784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2E9C8989-A372-80DE-8BD2-02A1E45281C1}"/>
                </a:ext>
              </a:extLst>
            </p:cNvPr>
            <p:cNvSpPr/>
            <p:nvPr/>
          </p:nvSpPr>
          <p:spPr>
            <a:xfrm>
              <a:off x="7992576" y="3959354"/>
              <a:ext cx="4199423" cy="2898646"/>
            </a:xfrm>
            <a:custGeom>
              <a:avLst/>
              <a:gdLst>
                <a:gd name="connsiteX0" fmla="*/ 4199424 w 4199423"/>
                <a:gd name="connsiteY0" fmla="*/ 880616 h 2898646"/>
                <a:gd name="connsiteX1" fmla="*/ 3734604 w 4199423"/>
                <a:gd name="connsiteY1" fmla="*/ 875536 h 2898646"/>
                <a:gd name="connsiteX2" fmla="*/ 3734604 w 4199423"/>
                <a:gd name="connsiteY2" fmla="*/ 875536 h 2898646"/>
                <a:gd name="connsiteX3" fmla="*/ 2619544 w 4199423"/>
                <a:gd name="connsiteY3" fmla="*/ 481836 h 2898646"/>
                <a:gd name="connsiteX4" fmla="*/ 821224 w 4199423"/>
                <a:gd name="connsiteY4" fmla="*/ 165606 h 2898646"/>
                <a:gd name="connsiteX5" fmla="*/ 167174 w 4199423"/>
                <a:gd name="connsiteY5" fmla="*/ 2200146 h 2898646"/>
                <a:gd name="connsiteX6" fmla="*/ 181144 w 4199423"/>
                <a:gd name="connsiteY6" fmla="*/ 2226816 h 2898646"/>
                <a:gd name="connsiteX7" fmla="*/ 181144 w 4199423"/>
                <a:gd name="connsiteY7" fmla="*/ 2226816 h 2898646"/>
                <a:gd name="connsiteX8" fmla="*/ 195114 w 4199423"/>
                <a:gd name="connsiteY8" fmla="*/ 2898646 h 2898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99423" h="2898646">
                  <a:moveTo>
                    <a:pt x="4199424" y="880616"/>
                  </a:moveTo>
                  <a:cubicBezTo>
                    <a:pt x="4048294" y="847596"/>
                    <a:pt x="3889544" y="845056"/>
                    <a:pt x="3734604" y="875536"/>
                  </a:cubicBezTo>
                  <a:lnTo>
                    <a:pt x="3734604" y="875536"/>
                  </a:lnTo>
                  <a:cubicBezTo>
                    <a:pt x="3231684" y="974596"/>
                    <a:pt x="3075474" y="963166"/>
                    <a:pt x="2619544" y="481836"/>
                  </a:cubicBezTo>
                  <a:cubicBezTo>
                    <a:pt x="2164884" y="3046"/>
                    <a:pt x="1438444" y="-150624"/>
                    <a:pt x="821224" y="165606"/>
                  </a:cubicBezTo>
                  <a:cubicBezTo>
                    <a:pt x="78274" y="546606"/>
                    <a:pt x="-213826" y="1457196"/>
                    <a:pt x="167174" y="2200146"/>
                  </a:cubicBezTo>
                  <a:cubicBezTo>
                    <a:pt x="172254" y="2209036"/>
                    <a:pt x="176064" y="2217926"/>
                    <a:pt x="181144" y="2226816"/>
                  </a:cubicBezTo>
                  <a:lnTo>
                    <a:pt x="181144" y="2226816"/>
                  </a:lnTo>
                  <a:cubicBezTo>
                    <a:pt x="320844" y="2485896"/>
                    <a:pt x="344974" y="2694177"/>
                    <a:pt x="195114" y="2898646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470D0AB9-2851-5AE6-4078-DA6F72C9C2FB}"/>
                </a:ext>
              </a:extLst>
            </p:cNvPr>
            <p:cNvSpPr/>
            <p:nvPr/>
          </p:nvSpPr>
          <p:spPr>
            <a:xfrm>
              <a:off x="8086101" y="4130291"/>
              <a:ext cx="4105898" cy="2728979"/>
            </a:xfrm>
            <a:custGeom>
              <a:avLst/>
              <a:gdLst>
                <a:gd name="connsiteX0" fmla="*/ 4105899 w 4105898"/>
                <a:gd name="connsiteY0" fmla="*/ 869700 h 2728979"/>
                <a:gd name="connsiteX1" fmla="*/ 3539479 w 4105898"/>
                <a:gd name="connsiteY1" fmla="*/ 829060 h 2728979"/>
                <a:gd name="connsiteX2" fmla="*/ 3539479 w 4105898"/>
                <a:gd name="connsiteY2" fmla="*/ 829060 h 2728979"/>
                <a:gd name="connsiteX3" fmla="*/ 2482839 w 4105898"/>
                <a:gd name="connsiteY3" fmla="*/ 455680 h 2728979"/>
                <a:gd name="connsiteX4" fmla="*/ 778498 w 4105898"/>
                <a:gd name="connsiteY4" fmla="*/ 157230 h 2728979"/>
                <a:gd name="connsiteX5" fmla="*/ 158739 w 4105898"/>
                <a:gd name="connsiteY5" fmla="*/ 2085090 h 2728979"/>
                <a:gd name="connsiteX6" fmla="*/ 172708 w 4105898"/>
                <a:gd name="connsiteY6" fmla="*/ 2110490 h 2728979"/>
                <a:gd name="connsiteX7" fmla="*/ 172708 w 4105898"/>
                <a:gd name="connsiteY7" fmla="*/ 2110490 h 2728979"/>
                <a:gd name="connsiteX8" fmla="*/ 199379 w 4105898"/>
                <a:gd name="connsiteY8" fmla="*/ 2728980 h 2728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05898" h="2728979">
                  <a:moveTo>
                    <a:pt x="4105899" y="869700"/>
                  </a:moveTo>
                  <a:cubicBezTo>
                    <a:pt x="3926829" y="807470"/>
                    <a:pt x="3731249" y="790960"/>
                    <a:pt x="3539479" y="829060"/>
                  </a:cubicBezTo>
                  <a:lnTo>
                    <a:pt x="3539479" y="829060"/>
                  </a:lnTo>
                  <a:cubicBezTo>
                    <a:pt x="3063229" y="923040"/>
                    <a:pt x="2914639" y="912880"/>
                    <a:pt x="2482839" y="455680"/>
                  </a:cubicBezTo>
                  <a:cubicBezTo>
                    <a:pt x="2051039" y="2290"/>
                    <a:pt x="1362698" y="-142490"/>
                    <a:pt x="778498" y="157230"/>
                  </a:cubicBezTo>
                  <a:cubicBezTo>
                    <a:pt x="74918" y="517910"/>
                    <a:pt x="-203211" y="1381510"/>
                    <a:pt x="158739" y="2085090"/>
                  </a:cubicBezTo>
                  <a:cubicBezTo>
                    <a:pt x="162548" y="2093980"/>
                    <a:pt x="167629" y="2102870"/>
                    <a:pt x="172708" y="2110490"/>
                  </a:cubicBezTo>
                  <a:lnTo>
                    <a:pt x="172708" y="2110490"/>
                  </a:lnTo>
                  <a:cubicBezTo>
                    <a:pt x="300979" y="2347980"/>
                    <a:pt x="325108" y="2539750"/>
                    <a:pt x="199379" y="272898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835D1AE2-B7EA-9209-2156-D4FE728C833D}"/>
                </a:ext>
              </a:extLst>
            </p:cNvPr>
            <p:cNvSpPr/>
            <p:nvPr/>
          </p:nvSpPr>
          <p:spPr>
            <a:xfrm>
              <a:off x="8181456" y="4301653"/>
              <a:ext cx="4010543" cy="2557617"/>
            </a:xfrm>
            <a:custGeom>
              <a:avLst/>
              <a:gdLst>
                <a:gd name="connsiteX0" fmla="*/ 4010544 w 4010543"/>
                <a:gd name="connsiteY0" fmla="*/ 878678 h 2557617"/>
                <a:gd name="connsiteX1" fmla="*/ 3342524 w 4010543"/>
                <a:gd name="connsiteY1" fmla="*/ 783428 h 2557617"/>
                <a:gd name="connsiteX2" fmla="*/ 3342524 w 4010543"/>
                <a:gd name="connsiteY2" fmla="*/ 783428 h 2557617"/>
                <a:gd name="connsiteX3" fmla="*/ 2344304 w 4010543"/>
                <a:gd name="connsiteY3" fmla="*/ 431638 h 2557617"/>
                <a:gd name="connsiteX4" fmla="*/ 735214 w 4010543"/>
                <a:gd name="connsiteY4" fmla="*/ 148428 h 2557617"/>
                <a:gd name="connsiteX5" fmla="*/ 149744 w 4010543"/>
                <a:gd name="connsiteY5" fmla="*/ 1969607 h 2557617"/>
                <a:gd name="connsiteX6" fmla="*/ 162444 w 4010543"/>
                <a:gd name="connsiteY6" fmla="*/ 1993738 h 2557617"/>
                <a:gd name="connsiteX7" fmla="*/ 162444 w 4010543"/>
                <a:gd name="connsiteY7" fmla="*/ 1993738 h 2557617"/>
                <a:gd name="connsiteX8" fmla="*/ 200544 w 4010543"/>
                <a:gd name="connsiteY8" fmla="*/ 2557617 h 2557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10543" h="2557617">
                  <a:moveTo>
                    <a:pt x="4010544" y="878678"/>
                  </a:moveTo>
                  <a:cubicBezTo>
                    <a:pt x="3807344" y="773268"/>
                    <a:pt x="3572394" y="737707"/>
                    <a:pt x="3342524" y="783428"/>
                  </a:cubicBezTo>
                  <a:lnTo>
                    <a:pt x="3342524" y="783428"/>
                  </a:lnTo>
                  <a:cubicBezTo>
                    <a:pt x="2892944" y="872328"/>
                    <a:pt x="2753244" y="862168"/>
                    <a:pt x="2344304" y="431638"/>
                  </a:cubicBezTo>
                  <a:cubicBezTo>
                    <a:pt x="1937904" y="2378"/>
                    <a:pt x="1286394" y="-134782"/>
                    <a:pt x="735214" y="148428"/>
                  </a:cubicBezTo>
                  <a:cubicBezTo>
                    <a:pt x="71004" y="488788"/>
                    <a:pt x="-191886" y="1304128"/>
                    <a:pt x="149744" y="1969607"/>
                  </a:cubicBezTo>
                  <a:cubicBezTo>
                    <a:pt x="153554" y="1977228"/>
                    <a:pt x="158634" y="1986118"/>
                    <a:pt x="162444" y="1993738"/>
                  </a:cubicBezTo>
                  <a:lnTo>
                    <a:pt x="162444" y="1993738"/>
                  </a:lnTo>
                  <a:cubicBezTo>
                    <a:pt x="279284" y="2209638"/>
                    <a:pt x="304684" y="2386167"/>
                    <a:pt x="200544" y="2557617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25">
              <a:extLst>
                <a:ext uri="{FF2B5EF4-FFF2-40B4-BE49-F238E27FC236}">
                  <a16:creationId xmlns:a16="http://schemas.microsoft.com/office/drawing/2014/main" id="{966F34DB-2F56-C78D-7F1C-8E160F6EE5A6}"/>
                </a:ext>
              </a:extLst>
            </p:cNvPr>
            <p:cNvSpPr/>
            <p:nvPr/>
          </p:nvSpPr>
          <p:spPr>
            <a:xfrm>
              <a:off x="8275304" y="4471688"/>
              <a:ext cx="3916695" cy="2387582"/>
            </a:xfrm>
            <a:custGeom>
              <a:avLst/>
              <a:gdLst>
                <a:gd name="connsiteX0" fmla="*/ 3916696 w 3916695"/>
                <a:gd name="connsiteY0" fmla="*/ 916923 h 2387582"/>
                <a:gd name="connsiteX1" fmla="*/ 3147076 w 3916695"/>
                <a:gd name="connsiteY1" fmla="*/ 737853 h 2387582"/>
                <a:gd name="connsiteX2" fmla="*/ 3147076 w 3916695"/>
                <a:gd name="connsiteY2" fmla="*/ 737853 h 2387582"/>
                <a:gd name="connsiteX3" fmla="*/ 2207276 w 3916695"/>
                <a:gd name="connsiteY3" fmla="*/ 406383 h 2387582"/>
                <a:gd name="connsiteX4" fmla="*/ 692166 w 3916695"/>
                <a:gd name="connsiteY4" fmla="*/ 139683 h 2387582"/>
                <a:gd name="connsiteX5" fmla="*/ 140986 w 3916695"/>
                <a:gd name="connsiteY5" fmla="*/ 1854183 h 2387582"/>
                <a:gd name="connsiteX6" fmla="*/ 153686 w 3916695"/>
                <a:gd name="connsiteY6" fmla="*/ 1877043 h 2387582"/>
                <a:gd name="connsiteX7" fmla="*/ 153686 w 3916695"/>
                <a:gd name="connsiteY7" fmla="*/ 1877043 h 2387582"/>
                <a:gd name="connsiteX8" fmla="*/ 200676 w 3916695"/>
                <a:gd name="connsiteY8" fmla="*/ 2387583 h 2387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16695" h="2387582">
                  <a:moveTo>
                    <a:pt x="3916696" y="916923"/>
                  </a:moveTo>
                  <a:cubicBezTo>
                    <a:pt x="3699526" y="751823"/>
                    <a:pt x="3418856" y="684513"/>
                    <a:pt x="3147076" y="737853"/>
                  </a:cubicBezTo>
                  <a:lnTo>
                    <a:pt x="3147076" y="737853"/>
                  </a:lnTo>
                  <a:cubicBezTo>
                    <a:pt x="2722896" y="821673"/>
                    <a:pt x="2592086" y="812783"/>
                    <a:pt x="2207276" y="406383"/>
                  </a:cubicBezTo>
                  <a:cubicBezTo>
                    <a:pt x="1825006" y="2523"/>
                    <a:pt x="1211596" y="-127017"/>
                    <a:pt x="692166" y="139683"/>
                  </a:cubicBezTo>
                  <a:cubicBezTo>
                    <a:pt x="66056" y="460993"/>
                    <a:pt x="-180324" y="1228073"/>
                    <a:pt x="140986" y="1854183"/>
                  </a:cubicBezTo>
                  <a:cubicBezTo>
                    <a:pt x="144796" y="1861803"/>
                    <a:pt x="148606" y="1869423"/>
                    <a:pt x="153686" y="1877043"/>
                  </a:cubicBezTo>
                  <a:lnTo>
                    <a:pt x="153686" y="1877043"/>
                  </a:lnTo>
                  <a:cubicBezTo>
                    <a:pt x="259096" y="2071353"/>
                    <a:pt x="285766" y="2232643"/>
                    <a:pt x="200676" y="238758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26">
              <a:extLst>
                <a:ext uri="{FF2B5EF4-FFF2-40B4-BE49-F238E27FC236}">
                  <a16:creationId xmlns:a16="http://schemas.microsoft.com/office/drawing/2014/main" id="{270585D0-F96F-A574-9A09-36F3F1731B0A}"/>
                </a:ext>
              </a:extLst>
            </p:cNvPr>
            <p:cNvSpPr/>
            <p:nvPr/>
          </p:nvSpPr>
          <p:spPr>
            <a:xfrm>
              <a:off x="8369389" y="4642992"/>
              <a:ext cx="3822610" cy="2215008"/>
            </a:xfrm>
            <a:custGeom>
              <a:avLst/>
              <a:gdLst>
                <a:gd name="connsiteX0" fmla="*/ 3822611 w 3822610"/>
                <a:gd name="connsiteY0" fmla="*/ 1003428 h 2215008"/>
                <a:gd name="connsiteX1" fmla="*/ 2951391 w 3822610"/>
                <a:gd name="connsiteY1" fmla="*/ 692278 h 2215008"/>
                <a:gd name="connsiteX2" fmla="*/ 2951391 w 3822610"/>
                <a:gd name="connsiteY2" fmla="*/ 692278 h 2215008"/>
                <a:gd name="connsiteX3" fmla="*/ 2070011 w 3822610"/>
                <a:gd name="connsiteY3" fmla="*/ 381128 h 2215008"/>
                <a:gd name="connsiteX4" fmla="*/ 648881 w 3822610"/>
                <a:gd name="connsiteY4" fmla="*/ 130938 h 2215008"/>
                <a:gd name="connsiteX5" fmla="*/ 131991 w 3822610"/>
                <a:gd name="connsiteY5" fmla="*/ 1737488 h 2215008"/>
                <a:gd name="connsiteX6" fmla="*/ 143421 w 3822610"/>
                <a:gd name="connsiteY6" fmla="*/ 1759078 h 2215008"/>
                <a:gd name="connsiteX7" fmla="*/ 143421 w 3822610"/>
                <a:gd name="connsiteY7" fmla="*/ 1759078 h 2215008"/>
                <a:gd name="connsiteX8" fmla="*/ 199301 w 3822610"/>
                <a:gd name="connsiteY8" fmla="*/ 2215008 h 2215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22610" h="2215008">
                  <a:moveTo>
                    <a:pt x="3822611" y="1003428"/>
                  </a:moveTo>
                  <a:cubicBezTo>
                    <a:pt x="3611791" y="746888"/>
                    <a:pt x="3275241" y="627508"/>
                    <a:pt x="2951391" y="692278"/>
                  </a:cubicBezTo>
                  <a:lnTo>
                    <a:pt x="2951391" y="692278"/>
                  </a:lnTo>
                  <a:cubicBezTo>
                    <a:pt x="2553881" y="771018"/>
                    <a:pt x="2430691" y="762128"/>
                    <a:pt x="2070011" y="381128"/>
                  </a:cubicBezTo>
                  <a:cubicBezTo>
                    <a:pt x="1710601" y="2668"/>
                    <a:pt x="1136561" y="-119252"/>
                    <a:pt x="648881" y="130938"/>
                  </a:cubicBezTo>
                  <a:cubicBezTo>
                    <a:pt x="62141" y="431928"/>
                    <a:pt x="-168999" y="1152018"/>
                    <a:pt x="131991" y="1737488"/>
                  </a:cubicBezTo>
                  <a:cubicBezTo>
                    <a:pt x="135801" y="1745108"/>
                    <a:pt x="139611" y="1751458"/>
                    <a:pt x="143421" y="1759078"/>
                  </a:cubicBezTo>
                  <a:lnTo>
                    <a:pt x="143421" y="1759078"/>
                  </a:lnTo>
                  <a:cubicBezTo>
                    <a:pt x="237401" y="1931798"/>
                    <a:pt x="264071" y="2076578"/>
                    <a:pt x="199301" y="2215008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27">
              <a:extLst>
                <a:ext uri="{FF2B5EF4-FFF2-40B4-BE49-F238E27FC236}">
                  <a16:creationId xmlns:a16="http://schemas.microsoft.com/office/drawing/2014/main" id="{686DFE59-C65F-35C7-3F84-4A2595913BEE}"/>
                </a:ext>
              </a:extLst>
            </p:cNvPr>
            <p:cNvSpPr/>
            <p:nvPr/>
          </p:nvSpPr>
          <p:spPr>
            <a:xfrm>
              <a:off x="12131040" y="6790691"/>
              <a:ext cx="60959" cy="67309"/>
            </a:xfrm>
            <a:custGeom>
              <a:avLst/>
              <a:gdLst>
                <a:gd name="connsiteX0" fmla="*/ 60960 w 60959"/>
                <a:gd name="connsiteY0" fmla="*/ 0 h 67309"/>
                <a:gd name="connsiteX1" fmla="*/ 0 w 60959"/>
                <a:gd name="connsiteY1" fmla="*/ 67310 h 67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0959" h="67309">
                  <a:moveTo>
                    <a:pt x="60960" y="0"/>
                  </a:moveTo>
                  <a:cubicBezTo>
                    <a:pt x="41910" y="22860"/>
                    <a:pt x="21590" y="45720"/>
                    <a:pt x="0" y="6731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2" name="Freeform 28">
              <a:extLst>
                <a:ext uri="{FF2B5EF4-FFF2-40B4-BE49-F238E27FC236}">
                  <a16:creationId xmlns:a16="http://schemas.microsoft.com/office/drawing/2014/main" id="{25846A89-9FF2-E401-4D69-FBBEF116D406}"/>
                </a:ext>
              </a:extLst>
            </p:cNvPr>
            <p:cNvSpPr/>
            <p:nvPr/>
          </p:nvSpPr>
          <p:spPr>
            <a:xfrm>
              <a:off x="8464184" y="4813027"/>
              <a:ext cx="3727815" cy="2044973"/>
            </a:xfrm>
            <a:custGeom>
              <a:avLst/>
              <a:gdLst>
                <a:gd name="connsiteX0" fmla="*/ 3727816 w 3727815"/>
                <a:gd name="connsiteY0" fmla="*/ 1241063 h 2044973"/>
                <a:gd name="connsiteX1" fmla="*/ 3666856 w 3727815"/>
                <a:gd name="connsiteY1" fmla="*/ 1087393 h 2044973"/>
                <a:gd name="connsiteX2" fmla="*/ 2754996 w 3727815"/>
                <a:gd name="connsiteY2" fmla="*/ 646703 h 2044973"/>
                <a:gd name="connsiteX3" fmla="*/ 2754996 w 3727815"/>
                <a:gd name="connsiteY3" fmla="*/ 646703 h 2044973"/>
                <a:gd name="connsiteX4" fmla="*/ 1932036 w 3727815"/>
                <a:gd name="connsiteY4" fmla="*/ 355873 h 2044973"/>
                <a:gd name="connsiteX5" fmla="*/ 606156 w 3727815"/>
                <a:gd name="connsiteY5" fmla="*/ 122193 h 2044973"/>
                <a:gd name="connsiteX6" fmla="*/ 123556 w 3727815"/>
                <a:gd name="connsiteY6" fmla="*/ 1622063 h 2044973"/>
                <a:gd name="connsiteX7" fmla="*/ 133716 w 3727815"/>
                <a:gd name="connsiteY7" fmla="*/ 1642383 h 2044973"/>
                <a:gd name="connsiteX8" fmla="*/ 133716 w 3727815"/>
                <a:gd name="connsiteY8" fmla="*/ 1642383 h 2044973"/>
                <a:gd name="connsiteX9" fmla="*/ 195946 w 3727815"/>
                <a:gd name="connsiteY9" fmla="*/ 2044973 h 2044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727815" h="2044973">
                  <a:moveTo>
                    <a:pt x="3727816" y="1241063"/>
                  </a:moveTo>
                  <a:cubicBezTo>
                    <a:pt x="3712576" y="1188993"/>
                    <a:pt x="3692256" y="1138193"/>
                    <a:pt x="3666856" y="1087393"/>
                  </a:cubicBezTo>
                  <a:cubicBezTo>
                    <a:pt x="3491596" y="745763"/>
                    <a:pt x="3114406" y="575583"/>
                    <a:pt x="2754996" y="646703"/>
                  </a:cubicBezTo>
                  <a:lnTo>
                    <a:pt x="2754996" y="646703"/>
                  </a:lnTo>
                  <a:cubicBezTo>
                    <a:pt x="2384156" y="720363"/>
                    <a:pt x="2268586" y="711473"/>
                    <a:pt x="1932036" y="355873"/>
                  </a:cubicBezTo>
                  <a:cubicBezTo>
                    <a:pt x="1596756" y="2813"/>
                    <a:pt x="1060816" y="-111487"/>
                    <a:pt x="606156" y="122193"/>
                  </a:cubicBezTo>
                  <a:cubicBezTo>
                    <a:pt x="58786" y="402863"/>
                    <a:pt x="-158384" y="1074693"/>
                    <a:pt x="123556" y="1622063"/>
                  </a:cubicBezTo>
                  <a:cubicBezTo>
                    <a:pt x="127366" y="1628413"/>
                    <a:pt x="131176" y="1636033"/>
                    <a:pt x="133716" y="1642383"/>
                  </a:cubicBezTo>
                  <a:lnTo>
                    <a:pt x="133716" y="1642383"/>
                  </a:lnTo>
                  <a:cubicBezTo>
                    <a:pt x="214996" y="1794783"/>
                    <a:pt x="242936" y="1923054"/>
                    <a:pt x="195946" y="204497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3" name="Freeform 29">
              <a:extLst>
                <a:ext uri="{FF2B5EF4-FFF2-40B4-BE49-F238E27FC236}">
                  <a16:creationId xmlns:a16="http://schemas.microsoft.com/office/drawing/2014/main" id="{C0CCE4D6-2760-FD23-8413-2526A4D76495}"/>
                </a:ext>
              </a:extLst>
            </p:cNvPr>
            <p:cNvSpPr/>
            <p:nvPr/>
          </p:nvSpPr>
          <p:spPr>
            <a:xfrm>
              <a:off x="11998959" y="6513831"/>
              <a:ext cx="193040" cy="344169"/>
            </a:xfrm>
            <a:custGeom>
              <a:avLst/>
              <a:gdLst>
                <a:gd name="connsiteX0" fmla="*/ 0 w 193040"/>
                <a:gd name="connsiteY0" fmla="*/ 344170 h 344169"/>
                <a:gd name="connsiteX1" fmla="*/ 193040 w 193040"/>
                <a:gd name="connsiteY1" fmla="*/ 0 h 344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040" h="344169">
                  <a:moveTo>
                    <a:pt x="0" y="344170"/>
                  </a:moveTo>
                  <a:cubicBezTo>
                    <a:pt x="91440" y="245110"/>
                    <a:pt x="157480" y="127000"/>
                    <a:pt x="193040" y="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30">
              <a:extLst>
                <a:ext uri="{FF2B5EF4-FFF2-40B4-BE49-F238E27FC236}">
                  <a16:creationId xmlns:a16="http://schemas.microsoft.com/office/drawing/2014/main" id="{EB544B46-5C77-58D0-6599-735B94F44A47}"/>
                </a:ext>
              </a:extLst>
            </p:cNvPr>
            <p:cNvSpPr/>
            <p:nvPr/>
          </p:nvSpPr>
          <p:spPr>
            <a:xfrm>
              <a:off x="8558268" y="4984021"/>
              <a:ext cx="3492642" cy="1875249"/>
            </a:xfrm>
            <a:custGeom>
              <a:avLst/>
              <a:gdLst>
                <a:gd name="connsiteX0" fmla="*/ 190762 w 3492642"/>
                <a:gd name="connsiteY0" fmla="*/ 1873980 h 1875249"/>
                <a:gd name="connsiteX1" fmla="*/ 124721 w 3492642"/>
                <a:gd name="connsiteY1" fmla="*/ 1525999 h 1875249"/>
                <a:gd name="connsiteX2" fmla="*/ 124721 w 3492642"/>
                <a:gd name="connsiteY2" fmla="*/ 1525999 h 1875249"/>
                <a:gd name="connsiteX3" fmla="*/ 114562 w 3492642"/>
                <a:gd name="connsiteY3" fmla="*/ 1506950 h 1875249"/>
                <a:gd name="connsiteX4" fmla="*/ 562871 w 3492642"/>
                <a:gd name="connsiteY4" fmla="*/ 113759 h 1875249"/>
                <a:gd name="connsiteX5" fmla="*/ 1794771 w 3492642"/>
                <a:gd name="connsiteY5" fmla="*/ 330930 h 1875249"/>
                <a:gd name="connsiteX6" fmla="*/ 2559312 w 3492642"/>
                <a:gd name="connsiteY6" fmla="*/ 600170 h 1875249"/>
                <a:gd name="connsiteX7" fmla="*/ 2559312 w 3492642"/>
                <a:gd name="connsiteY7" fmla="*/ 600170 h 1875249"/>
                <a:gd name="connsiteX8" fmla="*/ 3406401 w 3492642"/>
                <a:gd name="connsiteY8" fmla="*/ 1010380 h 1875249"/>
                <a:gd name="connsiteX9" fmla="*/ 3304801 w 3492642"/>
                <a:gd name="connsiteY9" fmla="*/ 1875249 h 1875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92642" h="1875249">
                  <a:moveTo>
                    <a:pt x="190762" y="1873980"/>
                  </a:moveTo>
                  <a:cubicBezTo>
                    <a:pt x="222512" y="1768570"/>
                    <a:pt x="194571" y="1656810"/>
                    <a:pt x="124721" y="1525999"/>
                  </a:cubicBezTo>
                  <a:lnTo>
                    <a:pt x="124721" y="1525999"/>
                  </a:lnTo>
                  <a:cubicBezTo>
                    <a:pt x="120912" y="1519649"/>
                    <a:pt x="118371" y="1513300"/>
                    <a:pt x="114562" y="1506950"/>
                  </a:cubicBezTo>
                  <a:cubicBezTo>
                    <a:pt x="-147059" y="997680"/>
                    <a:pt x="54871" y="374109"/>
                    <a:pt x="562871" y="113759"/>
                  </a:cubicBezTo>
                  <a:cubicBezTo>
                    <a:pt x="985781" y="-103411"/>
                    <a:pt x="1483621" y="2000"/>
                    <a:pt x="1794771" y="330930"/>
                  </a:cubicBezTo>
                  <a:cubicBezTo>
                    <a:pt x="2107191" y="661130"/>
                    <a:pt x="2215141" y="668750"/>
                    <a:pt x="2559312" y="600170"/>
                  </a:cubicBezTo>
                  <a:lnTo>
                    <a:pt x="2559312" y="600170"/>
                  </a:lnTo>
                  <a:cubicBezTo>
                    <a:pt x="2893322" y="534130"/>
                    <a:pt x="3243841" y="692880"/>
                    <a:pt x="3406401" y="1010380"/>
                  </a:cubicBezTo>
                  <a:cubicBezTo>
                    <a:pt x="3554991" y="1301210"/>
                    <a:pt x="3505462" y="1640299"/>
                    <a:pt x="3304801" y="1875249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31">
              <a:extLst>
                <a:ext uri="{FF2B5EF4-FFF2-40B4-BE49-F238E27FC236}">
                  <a16:creationId xmlns:a16="http://schemas.microsoft.com/office/drawing/2014/main" id="{428F7057-A858-BA14-26F2-C0F478885AE3}"/>
                </a:ext>
              </a:extLst>
            </p:cNvPr>
            <p:cNvSpPr/>
            <p:nvPr/>
          </p:nvSpPr>
          <p:spPr>
            <a:xfrm>
              <a:off x="8653386" y="5154056"/>
              <a:ext cx="3225796" cy="1703944"/>
            </a:xfrm>
            <a:custGeom>
              <a:avLst/>
              <a:gdLst>
                <a:gd name="connsiteX0" fmla="*/ 183273 w 3225796"/>
                <a:gd name="connsiteY0" fmla="*/ 1703945 h 1703944"/>
                <a:gd name="connsiteX1" fmla="*/ 114694 w 3225796"/>
                <a:gd name="connsiteY1" fmla="*/ 1409305 h 1703944"/>
                <a:gd name="connsiteX2" fmla="*/ 114694 w 3225796"/>
                <a:gd name="connsiteY2" fmla="*/ 1409305 h 1703944"/>
                <a:gd name="connsiteX3" fmla="*/ 105803 w 3225796"/>
                <a:gd name="connsiteY3" fmla="*/ 1391525 h 1703944"/>
                <a:gd name="connsiteX4" fmla="*/ 519823 w 3225796"/>
                <a:gd name="connsiteY4" fmla="*/ 105015 h 1703944"/>
                <a:gd name="connsiteX5" fmla="*/ 1657744 w 3225796"/>
                <a:gd name="connsiteY5" fmla="*/ 305675 h 1703944"/>
                <a:gd name="connsiteX6" fmla="*/ 2363863 w 3225796"/>
                <a:gd name="connsiteY6" fmla="*/ 554595 h 1703944"/>
                <a:gd name="connsiteX7" fmla="*/ 2363863 w 3225796"/>
                <a:gd name="connsiteY7" fmla="*/ 554595 h 1703944"/>
                <a:gd name="connsiteX8" fmla="*/ 3146183 w 3225796"/>
                <a:gd name="connsiteY8" fmla="*/ 933055 h 1703944"/>
                <a:gd name="connsiteX9" fmla="*/ 3075063 w 3225796"/>
                <a:gd name="connsiteY9" fmla="*/ 1703945 h 1703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25796" h="1703944">
                  <a:moveTo>
                    <a:pt x="183273" y="1703945"/>
                  </a:moveTo>
                  <a:cubicBezTo>
                    <a:pt x="201053" y="1613775"/>
                    <a:pt x="174383" y="1518525"/>
                    <a:pt x="114694" y="1409305"/>
                  </a:cubicBezTo>
                  <a:lnTo>
                    <a:pt x="114694" y="1409305"/>
                  </a:lnTo>
                  <a:cubicBezTo>
                    <a:pt x="112153" y="1404225"/>
                    <a:pt x="108344" y="1397875"/>
                    <a:pt x="105803" y="1391525"/>
                  </a:cubicBezTo>
                  <a:cubicBezTo>
                    <a:pt x="-135497" y="921625"/>
                    <a:pt x="49923" y="345045"/>
                    <a:pt x="519823" y="105015"/>
                  </a:cubicBezTo>
                  <a:cubicBezTo>
                    <a:pt x="909713" y="-95645"/>
                    <a:pt x="1369453" y="2145"/>
                    <a:pt x="1657744" y="305675"/>
                  </a:cubicBezTo>
                  <a:cubicBezTo>
                    <a:pt x="1946033" y="610475"/>
                    <a:pt x="2045094" y="618095"/>
                    <a:pt x="2363863" y="554595"/>
                  </a:cubicBezTo>
                  <a:lnTo>
                    <a:pt x="2363863" y="554595"/>
                  </a:lnTo>
                  <a:cubicBezTo>
                    <a:pt x="2672473" y="493635"/>
                    <a:pt x="2995054" y="639685"/>
                    <a:pt x="3146183" y="933055"/>
                  </a:cubicBezTo>
                  <a:cubicBezTo>
                    <a:pt x="3278263" y="1189595"/>
                    <a:pt x="3240163" y="1489315"/>
                    <a:pt x="3075063" y="1703945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32">
              <a:extLst>
                <a:ext uri="{FF2B5EF4-FFF2-40B4-BE49-F238E27FC236}">
                  <a16:creationId xmlns:a16="http://schemas.microsoft.com/office/drawing/2014/main" id="{6AAB8C48-1126-C0F8-9C5E-0FFE1A9ED6FE}"/>
                </a:ext>
              </a:extLst>
            </p:cNvPr>
            <p:cNvSpPr/>
            <p:nvPr/>
          </p:nvSpPr>
          <p:spPr>
            <a:xfrm>
              <a:off x="8747471" y="5325923"/>
              <a:ext cx="2957974" cy="1532077"/>
            </a:xfrm>
            <a:custGeom>
              <a:avLst/>
              <a:gdLst>
                <a:gd name="connsiteX0" fmla="*/ 2841279 w 2957974"/>
                <a:gd name="connsiteY0" fmla="*/ 1532078 h 1532077"/>
                <a:gd name="connsiteX1" fmla="*/ 2884459 w 2957974"/>
                <a:gd name="connsiteY1" fmla="*/ 855168 h 1532077"/>
                <a:gd name="connsiteX2" fmla="*/ 2166909 w 2957974"/>
                <a:gd name="connsiteY2" fmla="*/ 508457 h 1532077"/>
                <a:gd name="connsiteX3" fmla="*/ 2166909 w 2957974"/>
                <a:gd name="connsiteY3" fmla="*/ 508457 h 1532077"/>
                <a:gd name="connsiteX4" fmla="*/ 1519209 w 2957974"/>
                <a:gd name="connsiteY4" fmla="*/ 279857 h 1532077"/>
                <a:gd name="connsiteX5" fmla="*/ 476538 w 2957974"/>
                <a:gd name="connsiteY5" fmla="*/ 95707 h 1532077"/>
                <a:gd name="connsiteX6" fmla="*/ 96809 w 2957974"/>
                <a:gd name="connsiteY6" fmla="*/ 1275537 h 1532077"/>
                <a:gd name="connsiteX7" fmla="*/ 105698 w 2957974"/>
                <a:gd name="connsiteY7" fmla="*/ 1290778 h 1532077"/>
                <a:gd name="connsiteX8" fmla="*/ 105698 w 2957974"/>
                <a:gd name="connsiteY8" fmla="*/ 1290778 h 1532077"/>
                <a:gd name="connsiteX9" fmla="*/ 171738 w 2957974"/>
                <a:gd name="connsiteY9" fmla="*/ 1530808 h 1532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57974" h="1532077">
                  <a:moveTo>
                    <a:pt x="2841279" y="1532078"/>
                  </a:moveTo>
                  <a:cubicBezTo>
                    <a:pt x="2974629" y="1337768"/>
                    <a:pt x="3000029" y="1078687"/>
                    <a:pt x="2884459" y="855168"/>
                  </a:cubicBezTo>
                  <a:cubicBezTo>
                    <a:pt x="2746029" y="585928"/>
                    <a:pt x="2450119" y="452578"/>
                    <a:pt x="2166909" y="508457"/>
                  </a:cubicBezTo>
                  <a:lnTo>
                    <a:pt x="2166909" y="508457"/>
                  </a:lnTo>
                  <a:cubicBezTo>
                    <a:pt x="1874809" y="565607"/>
                    <a:pt x="1784638" y="559257"/>
                    <a:pt x="1519209" y="279857"/>
                  </a:cubicBezTo>
                  <a:cubicBezTo>
                    <a:pt x="1255048" y="1728"/>
                    <a:pt x="833409" y="-87172"/>
                    <a:pt x="476538" y="95707"/>
                  </a:cubicBezTo>
                  <a:cubicBezTo>
                    <a:pt x="46009" y="316687"/>
                    <a:pt x="-124171" y="845007"/>
                    <a:pt x="96809" y="1275537"/>
                  </a:cubicBezTo>
                  <a:cubicBezTo>
                    <a:pt x="99348" y="1280618"/>
                    <a:pt x="101888" y="1285697"/>
                    <a:pt x="105698" y="1290778"/>
                  </a:cubicBezTo>
                  <a:lnTo>
                    <a:pt x="105698" y="1290778"/>
                  </a:lnTo>
                  <a:cubicBezTo>
                    <a:pt x="153959" y="1379678"/>
                    <a:pt x="178088" y="1457147"/>
                    <a:pt x="171738" y="1530808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" name="Freeform 33">
              <a:extLst>
                <a:ext uri="{FF2B5EF4-FFF2-40B4-BE49-F238E27FC236}">
                  <a16:creationId xmlns:a16="http://schemas.microsoft.com/office/drawing/2014/main" id="{68991E07-C932-8B45-A634-B0401C2BB02B}"/>
                </a:ext>
              </a:extLst>
            </p:cNvPr>
            <p:cNvSpPr/>
            <p:nvPr/>
          </p:nvSpPr>
          <p:spPr>
            <a:xfrm>
              <a:off x="8842825" y="5496917"/>
              <a:ext cx="2690234" cy="1363623"/>
            </a:xfrm>
            <a:custGeom>
              <a:avLst/>
              <a:gdLst>
                <a:gd name="connsiteX0" fmla="*/ 156394 w 2690234"/>
                <a:gd name="connsiteY0" fmla="*/ 1361084 h 1363623"/>
                <a:gd name="connsiteX1" fmla="*/ 95434 w 2690234"/>
                <a:gd name="connsiteY1" fmla="*/ 1174394 h 1363623"/>
                <a:gd name="connsiteX2" fmla="*/ 95434 w 2690234"/>
                <a:gd name="connsiteY2" fmla="*/ 1174394 h 1363623"/>
                <a:gd name="connsiteX3" fmla="*/ 87814 w 2690234"/>
                <a:gd name="connsiteY3" fmla="*/ 1160424 h 1363623"/>
                <a:gd name="connsiteX4" fmla="*/ 433254 w 2690234"/>
                <a:gd name="connsiteY4" fmla="*/ 87274 h 1363623"/>
                <a:gd name="connsiteX5" fmla="*/ 1381944 w 2690234"/>
                <a:gd name="connsiteY5" fmla="*/ 254914 h 1363623"/>
                <a:gd name="connsiteX6" fmla="*/ 1971224 w 2690234"/>
                <a:gd name="connsiteY6" fmla="*/ 463193 h 1363623"/>
                <a:gd name="connsiteX7" fmla="*/ 1971224 w 2690234"/>
                <a:gd name="connsiteY7" fmla="*/ 463193 h 1363623"/>
                <a:gd name="connsiteX8" fmla="*/ 2624005 w 2690234"/>
                <a:gd name="connsiteY8" fmla="*/ 779424 h 1363623"/>
                <a:gd name="connsiteX9" fmla="*/ 2604955 w 2690234"/>
                <a:gd name="connsiteY9" fmla="*/ 1363624 h 1363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690234" h="1363623">
                  <a:moveTo>
                    <a:pt x="156394" y="1361084"/>
                  </a:moveTo>
                  <a:cubicBezTo>
                    <a:pt x="153854" y="1303934"/>
                    <a:pt x="132264" y="1241703"/>
                    <a:pt x="95434" y="1174394"/>
                  </a:cubicBezTo>
                  <a:lnTo>
                    <a:pt x="95434" y="1174394"/>
                  </a:lnTo>
                  <a:cubicBezTo>
                    <a:pt x="92894" y="1169314"/>
                    <a:pt x="90354" y="1165503"/>
                    <a:pt x="87814" y="1160424"/>
                  </a:cubicBezTo>
                  <a:cubicBezTo>
                    <a:pt x="-112846" y="767993"/>
                    <a:pt x="42094" y="287934"/>
                    <a:pt x="433254" y="87274"/>
                  </a:cubicBezTo>
                  <a:cubicBezTo>
                    <a:pt x="758374" y="-79096"/>
                    <a:pt x="1141914" y="914"/>
                    <a:pt x="1381944" y="254914"/>
                  </a:cubicBezTo>
                  <a:cubicBezTo>
                    <a:pt x="1623244" y="508914"/>
                    <a:pt x="1705794" y="515264"/>
                    <a:pt x="1971224" y="463193"/>
                  </a:cubicBezTo>
                  <a:lnTo>
                    <a:pt x="1971224" y="463193"/>
                  </a:lnTo>
                  <a:cubicBezTo>
                    <a:pt x="2227764" y="412393"/>
                    <a:pt x="2498274" y="534314"/>
                    <a:pt x="2624005" y="779424"/>
                  </a:cubicBezTo>
                  <a:cubicBezTo>
                    <a:pt x="2721794" y="971193"/>
                    <a:pt x="2707824" y="1190903"/>
                    <a:pt x="2604955" y="1363624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8" name="Freeform 34">
              <a:extLst>
                <a:ext uri="{FF2B5EF4-FFF2-40B4-BE49-F238E27FC236}">
                  <a16:creationId xmlns:a16="http://schemas.microsoft.com/office/drawing/2014/main" id="{11FF8A18-8981-6704-2556-7EC64B152654}"/>
                </a:ext>
              </a:extLst>
            </p:cNvPr>
            <p:cNvSpPr/>
            <p:nvPr/>
          </p:nvSpPr>
          <p:spPr>
            <a:xfrm>
              <a:off x="8937384" y="5666952"/>
              <a:ext cx="2424674" cy="1191048"/>
            </a:xfrm>
            <a:custGeom>
              <a:avLst/>
              <a:gdLst>
                <a:gd name="connsiteX0" fmla="*/ 136765 w 2424674"/>
                <a:gd name="connsiteY0" fmla="*/ 1191049 h 1191048"/>
                <a:gd name="connsiteX1" fmla="*/ 85965 w 2424674"/>
                <a:gd name="connsiteY1" fmla="*/ 1057699 h 1191048"/>
                <a:gd name="connsiteX2" fmla="*/ 85965 w 2424674"/>
                <a:gd name="connsiteY2" fmla="*/ 1057699 h 1191048"/>
                <a:gd name="connsiteX3" fmla="*/ 79615 w 2424674"/>
                <a:gd name="connsiteY3" fmla="*/ 1044999 h 1191048"/>
                <a:gd name="connsiteX4" fmla="*/ 390765 w 2424674"/>
                <a:gd name="connsiteY4" fmla="*/ 78529 h 1191048"/>
                <a:gd name="connsiteX5" fmla="*/ 1245475 w 2424674"/>
                <a:gd name="connsiteY5" fmla="*/ 229659 h 1191048"/>
                <a:gd name="connsiteX6" fmla="*/ 1776335 w 2424674"/>
                <a:gd name="connsiteY6" fmla="*/ 416349 h 1191048"/>
                <a:gd name="connsiteX7" fmla="*/ 1776335 w 2424674"/>
                <a:gd name="connsiteY7" fmla="*/ 416349 h 1191048"/>
                <a:gd name="connsiteX8" fmla="*/ 2364346 w 2424674"/>
                <a:gd name="connsiteY8" fmla="*/ 700829 h 1191048"/>
                <a:gd name="connsiteX9" fmla="*/ 2366885 w 2424674"/>
                <a:gd name="connsiteY9" fmla="*/ 1191049 h 1191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24674" h="1191048">
                  <a:moveTo>
                    <a:pt x="136765" y="1191049"/>
                  </a:moveTo>
                  <a:cubicBezTo>
                    <a:pt x="129146" y="1149139"/>
                    <a:pt x="111365" y="1105959"/>
                    <a:pt x="85965" y="1057699"/>
                  </a:cubicBezTo>
                  <a:lnTo>
                    <a:pt x="85965" y="1057699"/>
                  </a:lnTo>
                  <a:cubicBezTo>
                    <a:pt x="83425" y="1053889"/>
                    <a:pt x="80885" y="1048809"/>
                    <a:pt x="79615" y="1044999"/>
                  </a:cubicBezTo>
                  <a:cubicBezTo>
                    <a:pt x="-101994" y="691939"/>
                    <a:pt x="37706" y="258869"/>
                    <a:pt x="390765" y="78529"/>
                  </a:cubicBezTo>
                  <a:cubicBezTo>
                    <a:pt x="684135" y="-71331"/>
                    <a:pt x="1029575" y="1059"/>
                    <a:pt x="1245475" y="229659"/>
                  </a:cubicBezTo>
                  <a:cubicBezTo>
                    <a:pt x="1462646" y="458259"/>
                    <a:pt x="1536306" y="464609"/>
                    <a:pt x="1776335" y="416349"/>
                  </a:cubicBezTo>
                  <a:lnTo>
                    <a:pt x="1776335" y="416349"/>
                  </a:lnTo>
                  <a:cubicBezTo>
                    <a:pt x="2007475" y="370629"/>
                    <a:pt x="2251316" y="479849"/>
                    <a:pt x="2364346" y="700829"/>
                  </a:cubicBezTo>
                  <a:cubicBezTo>
                    <a:pt x="2446896" y="860849"/>
                    <a:pt x="2441816" y="1042459"/>
                    <a:pt x="2366885" y="1191049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35">
              <a:extLst>
                <a:ext uri="{FF2B5EF4-FFF2-40B4-BE49-F238E27FC236}">
                  <a16:creationId xmlns:a16="http://schemas.microsoft.com/office/drawing/2014/main" id="{4AADFCE9-6BBC-CF24-A70F-3BD3D606AA9E}"/>
                </a:ext>
              </a:extLst>
            </p:cNvPr>
            <p:cNvSpPr/>
            <p:nvPr/>
          </p:nvSpPr>
          <p:spPr>
            <a:xfrm>
              <a:off x="9030199" y="5837325"/>
              <a:ext cx="2157133" cy="1020675"/>
            </a:xfrm>
            <a:custGeom>
              <a:avLst/>
              <a:gdLst>
                <a:gd name="connsiteX0" fmla="*/ 2122941 w 2157133"/>
                <a:gd name="connsiteY0" fmla="*/ 1020675 h 1020675"/>
                <a:gd name="connsiteX1" fmla="*/ 2103891 w 2157133"/>
                <a:gd name="connsiteY1" fmla="*/ 623166 h 1020675"/>
                <a:gd name="connsiteX2" fmla="*/ 1580651 w 2157133"/>
                <a:gd name="connsiteY2" fmla="*/ 370435 h 1020675"/>
                <a:gd name="connsiteX3" fmla="*/ 1580651 w 2157133"/>
                <a:gd name="connsiteY3" fmla="*/ 370435 h 1020675"/>
                <a:gd name="connsiteX4" fmla="*/ 1108211 w 2157133"/>
                <a:gd name="connsiteY4" fmla="*/ 204066 h 1020675"/>
                <a:gd name="connsiteX5" fmla="*/ 347481 w 2157133"/>
                <a:gd name="connsiteY5" fmla="*/ 70716 h 1020675"/>
                <a:gd name="connsiteX6" fmla="*/ 70621 w 2157133"/>
                <a:gd name="connsiteY6" fmla="*/ 930506 h 1020675"/>
                <a:gd name="connsiteX7" fmla="*/ 76971 w 2157133"/>
                <a:gd name="connsiteY7" fmla="*/ 941935 h 1020675"/>
                <a:gd name="connsiteX8" fmla="*/ 76971 w 2157133"/>
                <a:gd name="connsiteY8" fmla="*/ 941935 h 1020675"/>
                <a:gd name="connsiteX9" fmla="*/ 111261 w 2157133"/>
                <a:gd name="connsiteY9" fmla="*/ 1020675 h 102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57133" h="1020675">
                  <a:moveTo>
                    <a:pt x="2122941" y="1020675"/>
                  </a:moveTo>
                  <a:cubicBezTo>
                    <a:pt x="2172471" y="896216"/>
                    <a:pt x="2169931" y="751435"/>
                    <a:pt x="2103891" y="623166"/>
                  </a:cubicBezTo>
                  <a:cubicBezTo>
                    <a:pt x="2003561" y="427585"/>
                    <a:pt x="1787661" y="329795"/>
                    <a:pt x="1580651" y="370435"/>
                  </a:cubicBezTo>
                  <a:lnTo>
                    <a:pt x="1580651" y="370435"/>
                  </a:lnTo>
                  <a:cubicBezTo>
                    <a:pt x="1368561" y="412345"/>
                    <a:pt x="1302521" y="407266"/>
                    <a:pt x="1108211" y="204066"/>
                  </a:cubicBezTo>
                  <a:cubicBezTo>
                    <a:pt x="916441" y="866"/>
                    <a:pt x="609101" y="-63905"/>
                    <a:pt x="347481" y="70716"/>
                  </a:cubicBezTo>
                  <a:cubicBezTo>
                    <a:pt x="33791" y="232005"/>
                    <a:pt x="-90669" y="616816"/>
                    <a:pt x="70621" y="930506"/>
                  </a:cubicBezTo>
                  <a:cubicBezTo>
                    <a:pt x="73161" y="934316"/>
                    <a:pt x="74431" y="938125"/>
                    <a:pt x="76971" y="941935"/>
                  </a:cubicBezTo>
                  <a:lnTo>
                    <a:pt x="76971" y="941935"/>
                  </a:lnTo>
                  <a:cubicBezTo>
                    <a:pt x="92211" y="969875"/>
                    <a:pt x="103641" y="995275"/>
                    <a:pt x="111261" y="1020675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36">
              <a:extLst>
                <a:ext uri="{FF2B5EF4-FFF2-40B4-BE49-F238E27FC236}">
                  <a16:creationId xmlns:a16="http://schemas.microsoft.com/office/drawing/2014/main" id="{09865602-FDFC-5D24-657D-1E2218A9E052}"/>
                </a:ext>
              </a:extLst>
            </p:cNvPr>
            <p:cNvSpPr/>
            <p:nvPr/>
          </p:nvSpPr>
          <p:spPr>
            <a:xfrm>
              <a:off x="9126587" y="6008234"/>
              <a:ext cx="1887626" cy="849766"/>
            </a:xfrm>
            <a:custGeom>
              <a:avLst/>
              <a:gdLst>
                <a:gd name="connsiteX0" fmla="*/ 79643 w 1887626"/>
                <a:gd name="connsiteY0" fmla="*/ 849767 h 849766"/>
                <a:gd name="connsiteX1" fmla="*/ 66943 w 1887626"/>
                <a:gd name="connsiteY1" fmla="*/ 824367 h 849766"/>
                <a:gd name="connsiteX2" fmla="*/ 66943 w 1887626"/>
                <a:gd name="connsiteY2" fmla="*/ 824367 h 849766"/>
                <a:gd name="connsiteX3" fmla="*/ 61863 w 1887626"/>
                <a:gd name="connsiteY3" fmla="*/ 814207 h 849766"/>
                <a:gd name="connsiteX4" fmla="*/ 304432 w 1887626"/>
                <a:gd name="connsiteY4" fmla="*/ 61097 h 849766"/>
                <a:gd name="connsiteX5" fmla="*/ 969913 w 1887626"/>
                <a:gd name="connsiteY5" fmla="*/ 177937 h 849766"/>
                <a:gd name="connsiteX6" fmla="*/ 1382663 w 1887626"/>
                <a:gd name="connsiteY6" fmla="*/ 323987 h 849766"/>
                <a:gd name="connsiteX7" fmla="*/ 1382663 w 1887626"/>
                <a:gd name="connsiteY7" fmla="*/ 323987 h 849766"/>
                <a:gd name="connsiteX8" fmla="*/ 1841133 w 1887626"/>
                <a:gd name="connsiteY8" fmla="*/ 546236 h 849766"/>
                <a:gd name="connsiteX9" fmla="*/ 1872883 w 1887626"/>
                <a:gd name="connsiteY9" fmla="*/ 849767 h 849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7626" h="849766">
                  <a:moveTo>
                    <a:pt x="79643" y="849767"/>
                  </a:moveTo>
                  <a:cubicBezTo>
                    <a:pt x="75832" y="842147"/>
                    <a:pt x="72023" y="833257"/>
                    <a:pt x="66943" y="824367"/>
                  </a:cubicBezTo>
                  <a:lnTo>
                    <a:pt x="66943" y="824367"/>
                  </a:lnTo>
                  <a:cubicBezTo>
                    <a:pt x="65673" y="820557"/>
                    <a:pt x="63132" y="818017"/>
                    <a:pt x="61863" y="814207"/>
                  </a:cubicBezTo>
                  <a:cubicBezTo>
                    <a:pt x="-79107" y="538617"/>
                    <a:pt x="28843" y="202067"/>
                    <a:pt x="304432" y="61097"/>
                  </a:cubicBezTo>
                  <a:cubicBezTo>
                    <a:pt x="533032" y="-55743"/>
                    <a:pt x="802273" y="1407"/>
                    <a:pt x="969913" y="177937"/>
                  </a:cubicBezTo>
                  <a:cubicBezTo>
                    <a:pt x="1138823" y="357007"/>
                    <a:pt x="1197243" y="360817"/>
                    <a:pt x="1382663" y="323987"/>
                  </a:cubicBezTo>
                  <a:lnTo>
                    <a:pt x="1382663" y="323987"/>
                  </a:lnTo>
                  <a:cubicBezTo>
                    <a:pt x="1563003" y="288426"/>
                    <a:pt x="1752233" y="373517"/>
                    <a:pt x="1841133" y="546236"/>
                  </a:cubicBezTo>
                  <a:cubicBezTo>
                    <a:pt x="1890663" y="644026"/>
                    <a:pt x="1899553" y="751976"/>
                    <a:pt x="1872883" y="849767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1" name="Freeform 37">
              <a:extLst>
                <a:ext uri="{FF2B5EF4-FFF2-40B4-BE49-F238E27FC236}">
                  <a16:creationId xmlns:a16="http://schemas.microsoft.com/office/drawing/2014/main" id="{09A97F57-F4BE-CDAD-7C94-8AB4B8C6DAE7}"/>
                </a:ext>
              </a:extLst>
            </p:cNvPr>
            <p:cNvSpPr/>
            <p:nvPr/>
          </p:nvSpPr>
          <p:spPr>
            <a:xfrm>
              <a:off x="9221601" y="6179228"/>
              <a:ext cx="1620739" cy="680042"/>
            </a:xfrm>
            <a:custGeom>
              <a:avLst/>
              <a:gdLst>
                <a:gd name="connsiteX0" fmla="*/ 43048 w 1620739"/>
                <a:gd name="connsiteY0" fmla="*/ 678773 h 680042"/>
                <a:gd name="connsiteX1" fmla="*/ 261489 w 1620739"/>
                <a:gd name="connsiteY1" fmla="*/ 52663 h 680042"/>
                <a:gd name="connsiteX2" fmla="*/ 832989 w 1620739"/>
                <a:gd name="connsiteY2" fmla="*/ 152993 h 680042"/>
                <a:gd name="connsiteX3" fmla="*/ 1187318 w 1620739"/>
                <a:gd name="connsiteY3" fmla="*/ 278723 h 680042"/>
                <a:gd name="connsiteX4" fmla="*/ 1187318 w 1620739"/>
                <a:gd name="connsiteY4" fmla="*/ 278723 h 680042"/>
                <a:gd name="connsiteX5" fmla="*/ 1581018 w 1620739"/>
                <a:gd name="connsiteY5" fmla="*/ 469223 h 680042"/>
                <a:gd name="connsiteX6" fmla="*/ 1617849 w 1620739"/>
                <a:gd name="connsiteY6" fmla="*/ 680043 h 680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20739" h="680042">
                  <a:moveTo>
                    <a:pt x="43048" y="678773"/>
                  </a:moveTo>
                  <a:cubicBezTo>
                    <a:pt x="-62361" y="446363"/>
                    <a:pt x="31618" y="169503"/>
                    <a:pt x="261489" y="52663"/>
                  </a:cubicBezTo>
                  <a:cubicBezTo>
                    <a:pt x="457068" y="-47667"/>
                    <a:pt x="688208" y="593"/>
                    <a:pt x="832989" y="152993"/>
                  </a:cubicBezTo>
                  <a:cubicBezTo>
                    <a:pt x="977768" y="306663"/>
                    <a:pt x="1027298" y="309203"/>
                    <a:pt x="1187318" y="278723"/>
                  </a:cubicBezTo>
                  <a:lnTo>
                    <a:pt x="1187318" y="278723"/>
                  </a:lnTo>
                  <a:cubicBezTo>
                    <a:pt x="1342258" y="248243"/>
                    <a:pt x="1504818" y="321903"/>
                    <a:pt x="1581018" y="469223"/>
                  </a:cubicBezTo>
                  <a:cubicBezTo>
                    <a:pt x="1615308" y="536533"/>
                    <a:pt x="1626739" y="610193"/>
                    <a:pt x="1617849" y="68004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" name="Freeform 38">
              <a:extLst>
                <a:ext uri="{FF2B5EF4-FFF2-40B4-BE49-F238E27FC236}">
                  <a16:creationId xmlns:a16="http://schemas.microsoft.com/office/drawing/2014/main" id="{A762875F-5395-3675-4377-CD5330EC0136}"/>
                </a:ext>
              </a:extLst>
            </p:cNvPr>
            <p:cNvSpPr/>
            <p:nvPr/>
          </p:nvSpPr>
          <p:spPr>
            <a:xfrm>
              <a:off x="9315733" y="6350532"/>
              <a:ext cx="1352266" cy="508737"/>
            </a:xfrm>
            <a:custGeom>
              <a:avLst/>
              <a:gdLst>
                <a:gd name="connsiteX0" fmla="*/ 1352266 w 1352266"/>
                <a:gd name="connsiteY0" fmla="*/ 507468 h 508737"/>
                <a:gd name="connsiteX1" fmla="*/ 1319247 w 1352266"/>
                <a:gd name="connsiteY1" fmla="*/ 390628 h 508737"/>
                <a:gd name="connsiteX2" fmla="*/ 991586 w 1352266"/>
                <a:gd name="connsiteY2" fmla="*/ 231878 h 508737"/>
                <a:gd name="connsiteX3" fmla="*/ 991586 w 1352266"/>
                <a:gd name="connsiteY3" fmla="*/ 231878 h 508737"/>
                <a:gd name="connsiteX4" fmla="*/ 695676 w 1352266"/>
                <a:gd name="connsiteY4" fmla="*/ 127738 h 508737"/>
                <a:gd name="connsiteX5" fmla="*/ 218157 w 1352266"/>
                <a:gd name="connsiteY5" fmla="*/ 43918 h 508737"/>
                <a:gd name="connsiteX6" fmla="*/ 14957 w 1352266"/>
                <a:gd name="connsiteY6" fmla="*/ 508738 h 508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52266" h="508737">
                  <a:moveTo>
                    <a:pt x="1352266" y="507468"/>
                  </a:moveTo>
                  <a:cubicBezTo>
                    <a:pt x="1349726" y="468098"/>
                    <a:pt x="1338297" y="427458"/>
                    <a:pt x="1319247" y="390628"/>
                  </a:cubicBezTo>
                  <a:cubicBezTo>
                    <a:pt x="1255747" y="267438"/>
                    <a:pt x="1119857" y="206478"/>
                    <a:pt x="991586" y="231878"/>
                  </a:cubicBezTo>
                  <a:lnTo>
                    <a:pt x="991586" y="231878"/>
                  </a:lnTo>
                  <a:cubicBezTo>
                    <a:pt x="858236" y="258548"/>
                    <a:pt x="816326" y="254738"/>
                    <a:pt x="695676" y="127738"/>
                  </a:cubicBezTo>
                  <a:cubicBezTo>
                    <a:pt x="575026" y="738"/>
                    <a:pt x="381986" y="-39902"/>
                    <a:pt x="218157" y="43918"/>
                  </a:cubicBezTo>
                  <a:cubicBezTo>
                    <a:pt x="45436" y="132818"/>
                    <a:pt x="-35843" y="328398"/>
                    <a:pt x="14957" y="508738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" name="Freeform 39">
              <a:extLst>
                <a:ext uri="{FF2B5EF4-FFF2-40B4-BE49-F238E27FC236}">
                  <a16:creationId xmlns:a16="http://schemas.microsoft.com/office/drawing/2014/main" id="{33C770F8-2B12-9E99-3D7E-BDB8E8C18053}"/>
                </a:ext>
              </a:extLst>
            </p:cNvPr>
            <p:cNvSpPr/>
            <p:nvPr/>
          </p:nvSpPr>
          <p:spPr>
            <a:xfrm>
              <a:off x="9410273" y="6520567"/>
              <a:ext cx="1069767" cy="337433"/>
            </a:xfrm>
            <a:custGeom>
              <a:avLst/>
              <a:gdLst>
                <a:gd name="connsiteX0" fmla="*/ 427 w 1069767"/>
                <a:gd name="connsiteY0" fmla="*/ 337433 h 337433"/>
                <a:gd name="connsiteX1" fmla="*/ 175687 w 1069767"/>
                <a:gd name="connsiteY1" fmla="*/ 35174 h 337433"/>
                <a:gd name="connsiteX2" fmla="*/ 559227 w 1069767"/>
                <a:gd name="connsiteY2" fmla="*/ 102483 h 337433"/>
                <a:gd name="connsiteX3" fmla="*/ 796717 w 1069767"/>
                <a:gd name="connsiteY3" fmla="*/ 186303 h 337433"/>
                <a:gd name="connsiteX4" fmla="*/ 796717 w 1069767"/>
                <a:gd name="connsiteY4" fmla="*/ 186303 h 337433"/>
                <a:gd name="connsiteX5" fmla="*/ 1059607 w 1069767"/>
                <a:gd name="connsiteY5" fmla="*/ 313303 h 337433"/>
                <a:gd name="connsiteX6" fmla="*/ 1069767 w 1069767"/>
                <a:gd name="connsiteY6" fmla="*/ 337433 h 337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9767" h="337433">
                  <a:moveTo>
                    <a:pt x="427" y="337433"/>
                  </a:moveTo>
                  <a:cubicBezTo>
                    <a:pt x="-5923" y="215514"/>
                    <a:pt x="58847" y="94864"/>
                    <a:pt x="175687" y="35174"/>
                  </a:cubicBezTo>
                  <a:cubicBezTo>
                    <a:pt x="306497" y="-32137"/>
                    <a:pt x="461437" y="883"/>
                    <a:pt x="559227" y="102483"/>
                  </a:cubicBezTo>
                  <a:cubicBezTo>
                    <a:pt x="657017" y="205353"/>
                    <a:pt x="690037" y="207893"/>
                    <a:pt x="796717" y="186303"/>
                  </a:cubicBezTo>
                  <a:lnTo>
                    <a:pt x="796717" y="186303"/>
                  </a:lnTo>
                  <a:cubicBezTo>
                    <a:pt x="900857" y="165983"/>
                    <a:pt x="1010077" y="215514"/>
                    <a:pt x="1059607" y="313303"/>
                  </a:cubicBezTo>
                  <a:cubicBezTo>
                    <a:pt x="1063417" y="320924"/>
                    <a:pt x="1067227" y="328543"/>
                    <a:pt x="1069767" y="337433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" name="Freeform 40">
              <a:extLst>
                <a:ext uri="{FF2B5EF4-FFF2-40B4-BE49-F238E27FC236}">
                  <a16:creationId xmlns:a16="http://schemas.microsoft.com/office/drawing/2014/main" id="{1BAE82BC-82A9-E543-7F28-89A6CEDCC0E4}"/>
                </a:ext>
              </a:extLst>
            </p:cNvPr>
            <p:cNvSpPr/>
            <p:nvPr/>
          </p:nvSpPr>
          <p:spPr>
            <a:xfrm>
              <a:off x="9517380" y="6690291"/>
              <a:ext cx="722629" cy="167709"/>
            </a:xfrm>
            <a:custGeom>
              <a:avLst/>
              <a:gdLst>
                <a:gd name="connsiteX0" fmla="*/ 722630 w 722629"/>
                <a:gd name="connsiteY0" fmla="*/ 167710 h 167709"/>
                <a:gd name="connsiteX1" fmla="*/ 586739 w 722629"/>
                <a:gd name="connsiteY1" fmla="*/ 141040 h 167709"/>
                <a:gd name="connsiteX2" fmla="*/ 586739 w 722629"/>
                <a:gd name="connsiteY2" fmla="*/ 141040 h 167709"/>
                <a:gd name="connsiteX3" fmla="*/ 407670 w 722629"/>
                <a:gd name="connsiteY3" fmla="*/ 77540 h 167709"/>
                <a:gd name="connsiteX4" fmla="*/ 119380 w 722629"/>
                <a:gd name="connsiteY4" fmla="*/ 26740 h 167709"/>
                <a:gd name="connsiteX5" fmla="*/ 0 w 722629"/>
                <a:gd name="connsiteY5" fmla="*/ 167710 h 167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2629" h="167709">
                  <a:moveTo>
                    <a:pt x="722630" y="167710"/>
                  </a:moveTo>
                  <a:cubicBezTo>
                    <a:pt x="683260" y="142310"/>
                    <a:pt x="635000" y="132150"/>
                    <a:pt x="586739" y="141040"/>
                  </a:cubicBezTo>
                  <a:lnTo>
                    <a:pt x="586739" y="141040"/>
                  </a:lnTo>
                  <a:cubicBezTo>
                    <a:pt x="505460" y="157550"/>
                    <a:pt x="481330" y="155010"/>
                    <a:pt x="407670" y="77540"/>
                  </a:cubicBezTo>
                  <a:cubicBezTo>
                    <a:pt x="335280" y="70"/>
                    <a:pt x="218439" y="-24060"/>
                    <a:pt x="119380" y="26740"/>
                  </a:cubicBezTo>
                  <a:cubicBezTo>
                    <a:pt x="59689" y="57220"/>
                    <a:pt x="19050" y="108020"/>
                    <a:pt x="0" y="167710"/>
                  </a:cubicBezTo>
                </a:path>
              </a:pathLst>
            </a:custGeom>
            <a:noFill/>
            <a:ln w="9525" cap="rnd"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5400000" scaled="1"/>
              </a:gra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" name="subhead 4">
            <a:extLst>
              <a:ext uri="{FF2B5EF4-FFF2-40B4-BE49-F238E27FC236}">
                <a16:creationId xmlns:a16="http://schemas.microsoft.com/office/drawing/2014/main" id="{37D92A0D-BC40-1DE6-AAC7-B24DC5DBD76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837142" y="1800000"/>
            <a:ext cx="2160000" cy="4102194"/>
          </a:xfrm>
          <a:prstGeom prst="roundRect">
            <a:avLst>
              <a:gd name="adj" fmla="val 3403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sz="1200" dirty="0"/>
            </a:lvl1pPr>
          </a:lstStyle>
          <a:p>
            <a:pPr lvl="0"/>
            <a:endParaRPr lang="en-US" dirty="0"/>
          </a:p>
        </p:txBody>
      </p:sp>
      <p:sp>
        <p:nvSpPr>
          <p:cNvPr id="3" name="subhead 3">
            <a:extLst>
              <a:ext uri="{FF2B5EF4-FFF2-40B4-BE49-F238E27FC236}">
                <a16:creationId xmlns:a16="http://schemas.microsoft.com/office/drawing/2014/main" id="{31561AB9-AA76-A272-34C9-BD04088525F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287997" y="1800000"/>
            <a:ext cx="2160000" cy="4102194"/>
          </a:xfrm>
          <a:prstGeom prst="roundRect">
            <a:avLst>
              <a:gd name="adj" fmla="val 3769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sz="1200" dirty="0"/>
            </a:lvl1pPr>
          </a:lstStyle>
          <a:p>
            <a:pPr lvl="0"/>
            <a:endParaRPr lang="en-US" dirty="0"/>
          </a:p>
        </p:txBody>
      </p:sp>
      <p:sp>
        <p:nvSpPr>
          <p:cNvPr id="7" name="subhead 2">
            <a:extLst>
              <a:ext uri="{FF2B5EF4-FFF2-40B4-BE49-F238E27FC236}">
                <a16:creationId xmlns:a16="http://schemas.microsoft.com/office/drawing/2014/main" id="{D51B554E-4422-0741-9FCD-C8C36F5FD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38851" y="1800000"/>
            <a:ext cx="2160000" cy="4102194"/>
          </a:xfrm>
          <a:prstGeom prst="roundRect">
            <a:avLst>
              <a:gd name="adj" fmla="val 3022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sz="1200" dirty="0"/>
            </a:lvl1pPr>
          </a:lstStyle>
          <a:p>
            <a:pPr lvl="0"/>
            <a:endParaRPr lang="en-US" dirty="0"/>
          </a:p>
        </p:txBody>
      </p:sp>
      <p:sp>
        <p:nvSpPr>
          <p:cNvPr id="9" name="subhead 1">
            <a:extLst>
              <a:ext uri="{FF2B5EF4-FFF2-40B4-BE49-F238E27FC236}">
                <a16:creationId xmlns:a16="http://schemas.microsoft.com/office/drawing/2014/main" id="{35413B2B-04BF-8FB5-7DE3-BDA7E84DA6A6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1189705" y="1800000"/>
            <a:ext cx="2160000" cy="4102194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sz="1200" dirty="0"/>
            </a:lvl1pPr>
          </a:lstStyle>
          <a:p>
            <a:pPr lvl="0"/>
            <a:endParaRPr lang="en-US" dirty="0"/>
          </a:p>
        </p:txBody>
      </p:sp>
      <p:sp>
        <p:nvSpPr>
          <p:cNvPr id="86" name="title">
            <a:extLst>
              <a:ext uri="{FF2B5EF4-FFF2-40B4-BE49-F238E27FC236}">
                <a16:creationId xmlns:a16="http://schemas.microsoft.com/office/drawing/2014/main" id="{457734AF-380A-E58A-7517-29028ECFA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sp>
        <p:nvSpPr>
          <p:cNvPr id="13" name="navigation">
            <a:extLst>
              <a:ext uri="{FF2B5EF4-FFF2-40B4-BE49-F238E27FC236}">
                <a16:creationId xmlns:a16="http://schemas.microsoft.com/office/drawing/2014/main" id="{FC2E142D-7612-701D-37F0-CDEF803D6F6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164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en-US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8602BE47-717B-A0B1-B249-E826B9D6C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138" y="6385775"/>
            <a:ext cx="288000" cy="180000"/>
          </a:xfrm>
        </p:spPr>
        <p:txBody>
          <a:bodyPr/>
          <a:lstStyle/>
          <a:p>
            <a:fld id="{3AB0EB1E-25C5-4740-9782-54CCC0C83B03}" type="slidenum">
              <a:rPr lang="en-US" smtClean="0"/>
              <a:t>‹Nr.›</a:t>
            </a:fld>
            <a:endParaRPr lang="en-US"/>
          </a:p>
        </p:txBody>
      </p:sp>
      <p:sp>
        <p:nvSpPr>
          <p:cNvPr id="10" name="footer">
            <a:extLst>
              <a:ext uri="{FF2B5EF4-FFF2-40B4-BE49-F238E27FC236}">
                <a16:creationId xmlns:a16="http://schemas.microsoft.com/office/drawing/2014/main" id="{80EF2C57-1ABF-8FF6-E159-E92370EEA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0749" y="6385775"/>
            <a:ext cx="4082389" cy="180000"/>
          </a:xfrm>
        </p:spPr>
        <p:txBody>
          <a:bodyPr/>
          <a:lstStyle/>
          <a:p>
            <a:r>
              <a:rPr lang="en-GB"/>
              <a:t>valantic layout samples Route A</a:t>
            </a:r>
            <a:endParaRPr lang="en-US" dirty="0"/>
          </a:p>
        </p:txBody>
      </p:sp>
      <p:sp>
        <p:nvSpPr>
          <p:cNvPr id="11" name="date">
            <a:extLst>
              <a:ext uri="{FF2B5EF4-FFF2-40B4-BE49-F238E27FC236}">
                <a16:creationId xmlns:a16="http://schemas.microsoft.com/office/drawing/2014/main" id="{C90FF9AC-092D-3799-F8E1-656F8324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0" y="6385775"/>
            <a:ext cx="2160000" cy="180000"/>
          </a:xfrm>
        </p:spPr>
        <p:txBody>
          <a:bodyPr/>
          <a:lstStyle/>
          <a:p>
            <a:r>
              <a:rPr lang="en-US"/>
              <a:t>April 26, 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5847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52 : endpage : 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uilloche">
            <a:extLst>
              <a:ext uri="{FF2B5EF4-FFF2-40B4-BE49-F238E27FC236}">
                <a16:creationId xmlns:a16="http://schemas.microsoft.com/office/drawing/2014/main" id="{0570AED8-5046-61C9-32C1-44515B2761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19646" y="11113"/>
            <a:ext cx="2972354" cy="6858000"/>
          </a:xfrm>
          <a:prstGeom prst="rect">
            <a:avLst/>
          </a:prstGeom>
        </p:spPr>
      </p:pic>
      <p:sp>
        <p:nvSpPr>
          <p:cNvPr id="2" name="subhead 3">
            <a:extLst>
              <a:ext uri="{FF2B5EF4-FFF2-40B4-BE49-F238E27FC236}">
                <a16:creationId xmlns:a16="http://schemas.microsoft.com/office/drawing/2014/main" id="{427EC6FA-6940-649E-FC2B-D483EA1D494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919430" y="3645850"/>
            <a:ext cx="2880000" cy="252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endParaRPr lang="de-DE"/>
          </a:p>
        </p:txBody>
      </p:sp>
      <p:sp>
        <p:nvSpPr>
          <p:cNvPr id="3" name="subhead 2">
            <a:extLst>
              <a:ext uri="{FF2B5EF4-FFF2-40B4-BE49-F238E27FC236}">
                <a16:creationId xmlns:a16="http://schemas.microsoft.com/office/drawing/2014/main" id="{C4E3C824-152F-5A73-EE7A-E0DC1DD5942A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29715" y="3645850"/>
            <a:ext cx="2880000" cy="252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endParaRPr lang="de-DE"/>
          </a:p>
        </p:txBody>
      </p:sp>
      <p:sp>
        <p:nvSpPr>
          <p:cNvPr id="7" name="subhead1">
            <a:extLst>
              <a:ext uri="{FF2B5EF4-FFF2-40B4-BE49-F238E27FC236}">
                <a16:creationId xmlns:a16="http://schemas.microsoft.com/office/drawing/2014/main" id="{7487346F-8400-ECD8-5DD5-59E9E0C10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3645850"/>
            <a:ext cx="2880000" cy="2520000"/>
          </a:xfrm>
          <a:noFill/>
        </p:spPr>
        <p:txBody>
          <a:bodyPr vert="horz" lIns="0" tIns="0" rIns="0" bIns="0" rtlCol="0">
            <a:noAutofit/>
          </a:bodyPr>
          <a:lstStyle>
            <a:lvl1pPr>
              <a:defRPr lang="en-US" dirty="0"/>
            </a:lvl1pPr>
          </a:lstStyle>
          <a:p>
            <a:pPr lvl="0"/>
            <a:endParaRPr lang="de-DE"/>
          </a:p>
        </p:txBody>
      </p:sp>
      <p:sp>
        <p:nvSpPr>
          <p:cNvPr id="57" name="title">
            <a:extLst>
              <a:ext uri="{FF2B5EF4-FFF2-40B4-BE49-F238E27FC236}">
                <a16:creationId xmlns:a16="http://schemas.microsoft.com/office/drawing/2014/main" id="{2B2872E1-DDB4-35E2-92B5-17EB99D5218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40000" y="612000"/>
            <a:ext cx="9252000" cy="2520000"/>
          </a:xfrm>
        </p:spPr>
        <p:txBody>
          <a:bodyPr anchor="b"/>
          <a:lstStyle>
            <a:lvl1pPr marL="0" indent="0">
              <a:lnSpc>
                <a:spcPts val="6200"/>
              </a:lnSpc>
              <a:buNone/>
              <a:defRPr sz="6000" b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0"/>
                </a:gra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212068B1-87A4-BAFB-4DDD-4415C8D79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138" y="6385775"/>
            <a:ext cx="288000" cy="180000"/>
          </a:xfrm>
        </p:spPr>
        <p:txBody>
          <a:bodyPr/>
          <a:lstStyle/>
          <a:p>
            <a:fld id="{3AB0EB1E-25C5-4740-9782-54CCC0C83B0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footer">
            <a:extLst>
              <a:ext uri="{FF2B5EF4-FFF2-40B4-BE49-F238E27FC236}">
                <a16:creationId xmlns:a16="http://schemas.microsoft.com/office/drawing/2014/main" id="{3F9F3325-0CC8-2A23-0DBC-CD67121B4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0749" y="6385775"/>
            <a:ext cx="4082389" cy="180000"/>
          </a:xfrm>
        </p:spPr>
        <p:txBody>
          <a:bodyPr/>
          <a:lstStyle/>
          <a:p>
            <a:r>
              <a:rPr lang="en-GB"/>
              <a:t>valantic layout samples Route A</a:t>
            </a:r>
            <a:endParaRPr lang="en-US" dirty="0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5FBE6FFA-F520-C818-3498-9AE4DAFA7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0" y="6385775"/>
            <a:ext cx="2160000" cy="180000"/>
          </a:xfrm>
        </p:spPr>
        <p:txBody>
          <a:bodyPr/>
          <a:lstStyle/>
          <a:p>
            <a:r>
              <a:rPr lang="en-US"/>
              <a:t>April 26, 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1488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53 : chart :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EA4E6AC3-01D5-9C31-52D4-0BB693B8D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459A81C-BC10-1FFD-D1F6-FB6EC1B07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2495416B-3F05-B437-A185-4B84C57A4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380974C9-7D7B-8C1A-9F87-EA6BDB823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999" y="5832000"/>
            <a:ext cx="11088000" cy="360000"/>
          </a:xfrm>
        </p:spPr>
        <p:txBody>
          <a:bodyPr anchor="b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2" name="chart">
            <a:extLst>
              <a:ext uri="{FF2B5EF4-FFF2-40B4-BE49-F238E27FC236}">
                <a16:creationId xmlns:a16="http://schemas.microsoft.com/office/drawing/2014/main" id="{0E7FF249-AE2B-F99D-1704-29F12F21612F}"/>
              </a:ext>
            </a:extLst>
          </p:cNvPr>
          <p:cNvSpPr>
            <a:spLocks noGrp="1"/>
          </p:cNvSpPr>
          <p:nvPr>
            <p:ph type="chart" sz="quarter" idx="39"/>
          </p:nvPr>
        </p:nvSpPr>
        <p:spPr>
          <a:xfrm>
            <a:off x="540000" y="1980000"/>
            <a:ext cx="11088000" cy="3780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ubhead">
            <a:extLst>
              <a:ext uri="{FF2B5EF4-FFF2-40B4-BE49-F238E27FC236}">
                <a16:creationId xmlns:a16="http://schemas.microsoft.com/office/drawing/2014/main" id="{7D5BF9EC-E9BE-BF48-E481-75AD0C1CD72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75999"/>
            <a:ext cx="1108800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5" name="navigation">
            <a:extLst>
              <a:ext uri="{FF2B5EF4-FFF2-40B4-BE49-F238E27FC236}">
                <a16:creationId xmlns:a16="http://schemas.microsoft.com/office/drawing/2014/main" id="{B89C8B69-FE7C-0370-BE07-83CA8297B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164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299243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54 : chart : source : text right 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EA4E6AC3-01D5-9C31-52D4-0BB693B8D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459A81C-BC10-1FFD-D1F6-FB6EC1B07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2495416B-3F05-B437-A185-4B84C57A4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D90B879A-93CD-B442-149F-7B0388FD5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999" y="5832000"/>
            <a:ext cx="7920000" cy="360000"/>
          </a:xfrm>
        </p:spPr>
        <p:txBody>
          <a:bodyPr anchor="b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subhead right">
            <a:extLst>
              <a:ext uri="{FF2B5EF4-FFF2-40B4-BE49-F238E27FC236}">
                <a16:creationId xmlns:a16="http://schemas.microsoft.com/office/drawing/2014/main" id="{84CE48BC-4FA2-332D-3105-E3074773CB07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761138" y="1476374"/>
            <a:ext cx="2880000" cy="4680000"/>
          </a:xfrm>
          <a:prstGeom prst="roundRect">
            <a:avLst>
              <a:gd name="adj" fmla="val 1609"/>
            </a:avLst>
          </a:prstGeom>
          <a:solidFill>
            <a:schemeClr val="bg1"/>
          </a:solidFill>
          <a:effectLst>
            <a:outerShdw blurRad="63500" algn="ctr" rotWithShape="0">
              <a:schemeClr val="accent4">
                <a:alpha val="50000"/>
              </a:schemeClr>
            </a:outerShdw>
          </a:effectLst>
        </p:spPr>
        <p:txBody>
          <a:bodyPr vert="horz" lIns="288000" tIns="396000" rIns="288000" bIns="72000" rtlCol="0">
            <a:noAutofit/>
          </a:bodyPr>
          <a:lstStyle>
            <a:lvl1pPr>
              <a:defRPr lang="en-US" sz="1200" i="0" dirty="0">
                <a:solidFill>
                  <a:schemeClr val="tx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nl-NL" noProof="0" dirty="0"/>
          </a:p>
        </p:txBody>
      </p:sp>
      <p:sp>
        <p:nvSpPr>
          <p:cNvPr id="2" name="chart">
            <a:extLst>
              <a:ext uri="{FF2B5EF4-FFF2-40B4-BE49-F238E27FC236}">
                <a16:creationId xmlns:a16="http://schemas.microsoft.com/office/drawing/2014/main" id="{0E7FF249-AE2B-F99D-1704-29F12F21612F}"/>
              </a:ext>
            </a:extLst>
          </p:cNvPr>
          <p:cNvSpPr>
            <a:spLocks noGrp="1"/>
          </p:cNvSpPr>
          <p:nvPr>
            <p:ph type="chart" sz="quarter" idx="39"/>
          </p:nvPr>
        </p:nvSpPr>
        <p:spPr>
          <a:xfrm>
            <a:off x="539750" y="1980000"/>
            <a:ext cx="7920000" cy="37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ubhead">
            <a:extLst>
              <a:ext uri="{FF2B5EF4-FFF2-40B4-BE49-F238E27FC236}">
                <a16:creationId xmlns:a16="http://schemas.microsoft.com/office/drawing/2014/main" id="{5A5BAEAC-8E7A-8141-E458-2176ADC3AC6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75999"/>
            <a:ext cx="791975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5" name="navigation">
            <a:extLst>
              <a:ext uri="{FF2B5EF4-FFF2-40B4-BE49-F238E27FC236}">
                <a16:creationId xmlns:a16="http://schemas.microsoft.com/office/drawing/2014/main" id="{EC2A70C0-2E7F-245C-49B6-08A1353177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164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61683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55 : 2 contents : 2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>
            <a:extLst>
              <a:ext uri="{FF2B5EF4-FFF2-40B4-BE49-F238E27FC236}">
                <a16:creationId xmlns:a16="http://schemas.microsoft.com/office/drawing/2014/main" id="{BC8BA2C0-FF86-7160-B605-4AFD8142A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268B1DC0-E2F4-964B-BEBC-F781A34B4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13" name="date">
            <a:extLst>
              <a:ext uri="{FF2B5EF4-FFF2-40B4-BE49-F238E27FC236}">
                <a16:creationId xmlns:a16="http://schemas.microsoft.com/office/drawing/2014/main" id="{020BFB18-B358-A527-A325-CBA53A65B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4" name="source 2">
            <a:extLst>
              <a:ext uri="{FF2B5EF4-FFF2-40B4-BE49-F238E27FC236}">
                <a16:creationId xmlns:a16="http://schemas.microsoft.com/office/drawing/2014/main" id="{6218AEF4-928C-FA23-F100-1F1CFF88F156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6419111" y="5832000"/>
            <a:ext cx="5219750" cy="360000"/>
          </a:xfrm>
        </p:spPr>
        <p:txBody>
          <a:bodyPr anchor="b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3" name="content 2">
            <a:extLst>
              <a:ext uri="{FF2B5EF4-FFF2-40B4-BE49-F238E27FC236}">
                <a16:creationId xmlns:a16="http://schemas.microsoft.com/office/drawing/2014/main" id="{77A29EE5-2B1C-3EC4-6F36-6ECBC9D69F2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419111" y="1980000"/>
            <a:ext cx="5219751" cy="378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6" name="subhead 2">
            <a:extLst>
              <a:ext uri="{FF2B5EF4-FFF2-40B4-BE49-F238E27FC236}">
                <a16:creationId xmlns:a16="http://schemas.microsoft.com/office/drawing/2014/main" id="{6B8C3375-A80B-8796-0867-330B7711A119}"/>
              </a:ext>
            </a:extLst>
          </p:cNvPr>
          <p:cNvSpPr>
            <a:spLocks noGrp="1"/>
          </p:cNvSpPr>
          <p:nvPr>
            <p:ph sz="quarter" idx="44"/>
          </p:nvPr>
        </p:nvSpPr>
        <p:spPr>
          <a:xfrm>
            <a:off x="6419111" y="1475999"/>
            <a:ext cx="5219751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9" name="source 1">
            <a:extLst>
              <a:ext uri="{FF2B5EF4-FFF2-40B4-BE49-F238E27FC236}">
                <a16:creationId xmlns:a16="http://schemas.microsoft.com/office/drawing/2014/main" id="{24DD49C3-D958-C385-9D8F-840036F3D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999" y="5832000"/>
            <a:ext cx="5219750" cy="360000"/>
          </a:xfrm>
        </p:spPr>
        <p:txBody>
          <a:bodyPr anchor="b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/>
          </a:p>
        </p:txBody>
      </p:sp>
      <p:sp>
        <p:nvSpPr>
          <p:cNvPr id="2" name="content 1">
            <a:extLst>
              <a:ext uri="{FF2B5EF4-FFF2-40B4-BE49-F238E27FC236}">
                <a16:creationId xmlns:a16="http://schemas.microsoft.com/office/drawing/2014/main" id="{AAB7126B-7125-3526-12AF-41ED6773712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980000"/>
            <a:ext cx="5219750" cy="3780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2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en-US" dirty="0"/>
          </a:p>
        </p:txBody>
      </p:sp>
      <p:sp>
        <p:nvSpPr>
          <p:cNvPr id="8" name="subhead 1">
            <a:extLst>
              <a:ext uri="{FF2B5EF4-FFF2-40B4-BE49-F238E27FC236}">
                <a16:creationId xmlns:a16="http://schemas.microsoft.com/office/drawing/2014/main" id="{6F1344B3-4025-1B1E-863A-CBC337D97961}"/>
              </a:ext>
            </a:extLst>
          </p:cNvPr>
          <p:cNvSpPr>
            <a:spLocks noGrp="1"/>
          </p:cNvSpPr>
          <p:nvPr>
            <p:ph sz="quarter" idx="45"/>
          </p:nvPr>
        </p:nvSpPr>
        <p:spPr>
          <a:xfrm>
            <a:off x="540000" y="1475999"/>
            <a:ext cx="521975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8" name="navigation">
            <a:extLst>
              <a:ext uri="{FF2B5EF4-FFF2-40B4-BE49-F238E27FC236}">
                <a16:creationId xmlns:a16="http://schemas.microsoft.com/office/drawing/2014/main" id="{01CF80BC-1755-4FA7-D69B-3E34BC02FE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164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761702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56 : 2 charts : text below :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EA4E6AC3-01D5-9C31-52D4-0BB693B8D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459A81C-BC10-1FFD-D1F6-FB6EC1B07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2495416B-3F05-B437-A185-4B84C57A4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BFE489C3-AC5B-233B-CB06-68EA68FC554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21138" y="4689474"/>
            <a:ext cx="5220000" cy="1476375"/>
          </a:xfrm>
        </p:spPr>
        <p:txBody>
          <a:bodyPr tIns="72000" rIns="1080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lang="en-US" sz="1200" b="0" kern="1200" spc="40" baseline="0" noProof="0" dirty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19" name="source 2">
            <a:extLst>
              <a:ext uri="{FF2B5EF4-FFF2-40B4-BE49-F238E27FC236}">
                <a16:creationId xmlns:a16="http://schemas.microsoft.com/office/drawing/2014/main" id="{813089E7-5D4D-1E86-F19A-DC41DB5AF29F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6422400" y="4140000"/>
            <a:ext cx="5219750" cy="360000"/>
          </a:xfrm>
        </p:spPr>
        <p:txBody>
          <a:bodyPr anchor="b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 dirty="0"/>
          </a:p>
        </p:txBody>
      </p:sp>
      <p:sp>
        <p:nvSpPr>
          <p:cNvPr id="8" name="chart 2">
            <a:extLst>
              <a:ext uri="{FF2B5EF4-FFF2-40B4-BE49-F238E27FC236}">
                <a16:creationId xmlns:a16="http://schemas.microsoft.com/office/drawing/2014/main" id="{5D00C4C4-21BC-E403-5F96-529ED4036FC3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21138" y="1980000"/>
            <a:ext cx="5220000" cy="216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subhead 2">
            <a:extLst>
              <a:ext uri="{FF2B5EF4-FFF2-40B4-BE49-F238E27FC236}">
                <a16:creationId xmlns:a16="http://schemas.microsoft.com/office/drawing/2014/main" id="{85D3ED2D-4755-DD06-09E1-CE34CC1DA03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419111" y="1475999"/>
            <a:ext cx="5219751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4A00C997-8DE1-F0F4-0296-F785F76AD2A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39750" y="4689474"/>
            <a:ext cx="5220000" cy="1476375"/>
          </a:xfrm>
        </p:spPr>
        <p:txBody>
          <a:bodyPr tIns="72000" rIns="1080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lang="en-US" sz="1200" b="0" kern="1200" spc="40" baseline="0" noProof="0" dirty="0">
                <a:solidFill>
                  <a:schemeClr val="accent1"/>
                </a:solidFill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dirty="0"/>
          </a:p>
        </p:txBody>
      </p:sp>
      <p:sp>
        <p:nvSpPr>
          <p:cNvPr id="20" name="source 1">
            <a:extLst>
              <a:ext uri="{FF2B5EF4-FFF2-40B4-BE49-F238E27FC236}">
                <a16:creationId xmlns:a16="http://schemas.microsoft.com/office/drawing/2014/main" id="{240FDEE6-F24F-97E6-15E0-2607CAC4D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999" y="4140000"/>
            <a:ext cx="5219750" cy="360000"/>
          </a:xfrm>
        </p:spPr>
        <p:txBody>
          <a:bodyPr anchor="b"/>
          <a:lstStyle>
            <a:lvl1pPr marL="0" indent="0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de-DE" dirty="0"/>
          </a:p>
        </p:txBody>
      </p:sp>
      <p:sp>
        <p:nvSpPr>
          <p:cNvPr id="2" name="chart 1">
            <a:extLst>
              <a:ext uri="{FF2B5EF4-FFF2-40B4-BE49-F238E27FC236}">
                <a16:creationId xmlns:a16="http://schemas.microsoft.com/office/drawing/2014/main" id="{0E7FF249-AE2B-F99D-1704-29F12F21612F}"/>
              </a:ext>
            </a:extLst>
          </p:cNvPr>
          <p:cNvSpPr>
            <a:spLocks noGrp="1"/>
          </p:cNvSpPr>
          <p:nvPr>
            <p:ph type="chart" sz="quarter" idx="39"/>
          </p:nvPr>
        </p:nvSpPr>
        <p:spPr>
          <a:xfrm>
            <a:off x="539750" y="1980000"/>
            <a:ext cx="5220000" cy="216000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ubhead 1">
            <a:extLst>
              <a:ext uri="{FF2B5EF4-FFF2-40B4-BE49-F238E27FC236}">
                <a16:creationId xmlns:a16="http://schemas.microsoft.com/office/drawing/2014/main" id="{702E14B4-211B-5CF7-2EAB-5D8A05F1FD3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75999"/>
            <a:ext cx="521975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21" name="navigation">
            <a:extLst>
              <a:ext uri="{FF2B5EF4-FFF2-40B4-BE49-F238E27FC236}">
                <a16:creationId xmlns:a16="http://schemas.microsoft.com/office/drawing/2014/main" id="{63D24D60-35C8-BF24-F2FD-66B841684A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164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996441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57 : 3 charts : 3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EA4E6AC3-01D5-9C31-52D4-0BB693B8D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459A81C-BC10-1FFD-D1F6-FB6EC1B07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2495416B-3F05-B437-A185-4B84C57A4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8" name="source 3">
            <a:extLst>
              <a:ext uri="{FF2B5EF4-FFF2-40B4-BE49-F238E27FC236}">
                <a16:creationId xmlns:a16="http://schemas.microsoft.com/office/drawing/2014/main" id="{A9B86154-9F01-E6BD-1946-3E625BE2DAB6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8207250" y="5832000"/>
            <a:ext cx="3420000" cy="360000"/>
          </a:xfrm>
        </p:spPr>
        <p:txBody>
          <a:bodyPr tIns="72000" anchor="b"/>
          <a:lstStyle>
            <a:lvl1pPr marL="0" inden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text styles</a:t>
            </a:r>
          </a:p>
        </p:txBody>
      </p:sp>
      <p:sp>
        <p:nvSpPr>
          <p:cNvPr id="13" name="chart 3">
            <a:extLst>
              <a:ext uri="{FF2B5EF4-FFF2-40B4-BE49-F238E27FC236}">
                <a16:creationId xmlns:a16="http://schemas.microsoft.com/office/drawing/2014/main" id="{E6E1982C-F4E0-463E-837B-F95FDE60CD91}"/>
              </a:ext>
            </a:extLst>
          </p:cNvPr>
          <p:cNvSpPr>
            <a:spLocks noGrp="1"/>
          </p:cNvSpPr>
          <p:nvPr>
            <p:ph type="chart" sz="quarter" idx="45"/>
          </p:nvPr>
        </p:nvSpPr>
        <p:spPr>
          <a:xfrm>
            <a:off x="8207250" y="1980000"/>
            <a:ext cx="3420000" cy="3780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ubhead 3">
            <a:extLst>
              <a:ext uri="{FF2B5EF4-FFF2-40B4-BE49-F238E27FC236}">
                <a16:creationId xmlns:a16="http://schemas.microsoft.com/office/drawing/2014/main" id="{5FD95769-7D9A-22A3-E703-721E42B6905A}"/>
              </a:ext>
            </a:extLst>
          </p:cNvPr>
          <p:cNvSpPr>
            <a:spLocks noGrp="1"/>
          </p:cNvSpPr>
          <p:nvPr>
            <p:ph sz="quarter" idx="48"/>
          </p:nvPr>
        </p:nvSpPr>
        <p:spPr>
          <a:xfrm>
            <a:off x="8207500" y="1440000"/>
            <a:ext cx="341975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16" name="source 2">
            <a:extLst>
              <a:ext uri="{FF2B5EF4-FFF2-40B4-BE49-F238E27FC236}">
                <a16:creationId xmlns:a16="http://schemas.microsoft.com/office/drawing/2014/main" id="{B02BB6D9-F0E4-A19C-EEC8-C7935E088A51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4373625" y="5832000"/>
            <a:ext cx="3420000" cy="360000"/>
          </a:xfrm>
        </p:spPr>
        <p:txBody>
          <a:bodyPr tIns="72000" anchor="b"/>
          <a:lstStyle>
            <a:lvl1pPr marL="0" inden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text styles</a:t>
            </a:r>
          </a:p>
        </p:txBody>
      </p:sp>
      <p:sp>
        <p:nvSpPr>
          <p:cNvPr id="12" name="chart 2">
            <a:extLst>
              <a:ext uri="{FF2B5EF4-FFF2-40B4-BE49-F238E27FC236}">
                <a16:creationId xmlns:a16="http://schemas.microsoft.com/office/drawing/2014/main" id="{E2856504-6871-5A34-BC9D-4FDE561DEFEE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4373625" y="1980000"/>
            <a:ext cx="3420000" cy="3780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ubhead 2">
            <a:extLst>
              <a:ext uri="{FF2B5EF4-FFF2-40B4-BE49-F238E27FC236}">
                <a16:creationId xmlns:a16="http://schemas.microsoft.com/office/drawing/2014/main" id="{44185BE8-DF02-ADC4-2C3F-598824C24D1F}"/>
              </a:ext>
            </a:extLst>
          </p:cNvPr>
          <p:cNvSpPr>
            <a:spLocks noGrp="1"/>
          </p:cNvSpPr>
          <p:nvPr>
            <p:ph sz="quarter" idx="47"/>
          </p:nvPr>
        </p:nvSpPr>
        <p:spPr>
          <a:xfrm>
            <a:off x="4373875" y="1475999"/>
            <a:ext cx="341975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15" name="source 1">
            <a:extLst>
              <a:ext uri="{FF2B5EF4-FFF2-40B4-BE49-F238E27FC236}">
                <a16:creationId xmlns:a16="http://schemas.microsoft.com/office/drawing/2014/main" id="{D1FB2FF4-7228-F8D7-82F5-76A79CC0726B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540000" y="5832000"/>
            <a:ext cx="3420000" cy="360000"/>
          </a:xfrm>
        </p:spPr>
        <p:txBody>
          <a:bodyPr tIns="72000" anchor="b"/>
          <a:lstStyle>
            <a:lvl1pPr marL="0" inden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text styles</a:t>
            </a:r>
          </a:p>
        </p:txBody>
      </p:sp>
      <p:sp>
        <p:nvSpPr>
          <p:cNvPr id="2" name="chart 1">
            <a:extLst>
              <a:ext uri="{FF2B5EF4-FFF2-40B4-BE49-F238E27FC236}">
                <a16:creationId xmlns:a16="http://schemas.microsoft.com/office/drawing/2014/main" id="{0E7FF249-AE2B-F99D-1704-29F12F21612F}"/>
              </a:ext>
            </a:extLst>
          </p:cNvPr>
          <p:cNvSpPr>
            <a:spLocks noGrp="1"/>
          </p:cNvSpPr>
          <p:nvPr>
            <p:ph type="chart" sz="quarter" idx="39"/>
          </p:nvPr>
        </p:nvSpPr>
        <p:spPr>
          <a:xfrm>
            <a:off x="539750" y="1980000"/>
            <a:ext cx="3420000" cy="3780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ubhead 1">
            <a:extLst>
              <a:ext uri="{FF2B5EF4-FFF2-40B4-BE49-F238E27FC236}">
                <a16:creationId xmlns:a16="http://schemas.microsoft.com/office/drawing/2014/main" id="{7FD3290A-7031-7770-9646-817B4C73918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75999"/>
            <a:ext cx="341975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20" name="navigation">
            <a:extLst>
              <a:ext uri="{FF2B5EF4-FFF2-40B4-BE49-F238E27FC236}">
                <a16:creationId xmlns:a16="http://schemas.microsoft.com/office/drawing/2014/main" id="{D358B47D-DE28-8C86-57AC-9AE9791D52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164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852555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  058 : 4 charts : 4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EA4E6AC3-01D5-9C31-52D4-0BB693B8D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459A81C-BC10-1FFD-D1F6-FB6EC1B07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2495416B-3F05-B437-A185-4B84C57A4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1" name="source 4">
            <a:extLst>
              <a:ext uri="{FF2B5EF4-FFF2-40B4-BE49-F238E27FC236}">
                <a16:creationId xmlns:a16="http://schemas.microsoft.com/office/drawing/2014/main" id="{8074E840-B84A-2781-C141-E8D84BB91E4B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6421138" y="5832000"/>
            <a:ext cx="5219750" cy="360000"/>
          </a:xfrm>
        </p:spPr>
        <p:txBody>
          <a:bodyPr tIns="72000" anchor="b"/>
          <a:lstStyle>
            <a:lvl1pPr marL="0" inden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text styles</a:t>
            </a:r>
          </a:p>
        </p:txBody>
      </p:sp>
      <p:sp>
        <p:nvSpPr>
          <p:cNvPr id="16" name="chart 4">
            <a:extLst>
              <a:ext uri="{FF2B5EF4-FFF2-40B4-BE49-F238E27FC236}">
                <a16:creationId xmlns:a16="http://schemas.microsoft.com/office/drawing/2014/main" id="{48A1718F-E6A1-2D1D-F320-0C14AC215E7A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421138" y="4472764"/>
            <a:ext cx="5220000" cy="129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ubhead 4">
            <a:extLst>
              <a:ext uri="{FF2B5EF4-FFF2-40B4-BE49-F238E27FC236}">
                <a16:creationId xmlns:a16="http://schemas.microsoft.com/office/drawing/2014/main" id="{E45627C3-1ABD-0953-C61A-51AA4E2122C1}"/>
              </a:ext>
            </a:extLst>
          </p:cNvPr>
          <p:cNvSpPr>
            <a:spLocks noGrp="1"/>
          </p:cNvSpPr>
          <p:nvPr>
            <p:ph sz="quarter" idx="48"/>
          </p:nvPr>
        </p:nvSpPr>
        <p:spPr>
          <a:xfrm>
            <a:off x="6419111" y="3960000"/>
            <a:ext cx="5219751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36" name="source 3">
            <a:extLst>
              <a:ext uri="{FF2B5EF4-FFF2-40B4-BE49-F238E27FC236}">
                <a16:creationId xmlns:a16="http://schemas.microsoft.com/office/drawing/2014/main" id="{6FD5BD2B-F446-5098-A6B3-1B0DF2978EE1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40000" y="5832000"/>
            <a:ext cx="5219750" cy="360000"/>
          </a:xfrm>
        </p:spPr>
        <p:txBody>
          <a:bodyPr tIns="72000" anchor="b"/>
          <a:lstStyle>
            <a:lvl1pPr marL="0" inden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text styles</a:t>
            </a:r>
          </a:p>
        </p:txBody>
      </p:sp>
      <p:sp>
        <p:nvSpPr>
          <p:cNvPr id="18" name="chart 3">
            <a:extLst>
              <a:ext uri="{FF2B5EF4-FFF2-40B4-BE49-F238E27FC236}">
                <a16:creationId xmlns:a16="http://schemas.microsoft.com/office/drawing/2014/main" id="{41B73787-9571-1692-E61E-A393F7C9A595}"/>
              </a:ext>
            </a:extLst>
          </p:cNvPr>
          <p:cNvSpPr>
            <a:spLocks noGrp="1"/>
          </p:cNvSpPr>
          <p:nvPr>
            <p:ph type="chart" sz="quarter" idx="47"/>
          </p:nvPr>
        </p:nvSpPr>
        <p:spPr>
          <a:xfrm>
            <a:off x="539750" y="4472764"/>
            <a:ext cx="5220000" cy="1296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ubhead 3">
            <a:extLst>
              <a:ext uri="{FF2B5EF4-FFF2-40B4-BE49-F238E27FC236}">
                <a16:creationId xmlns:a16="http://schemas.microsoft.com/office/drawing/2014/main" id="{F80DDD01-36FB-F470-E150-873B903A3323}"/>
              </a:ext>
            </a:extLst>
          </p:cNvPr>
          <p:cNvSpPr>
            <a:spLocks noGrp="1"/>
          </p:cNvSpPr>
          <p:nvPr>
            <p:ph sz="quarter" idx="49"/>
          </p:nvPr>
        </p:nvSpPr>
        <p:spPr>
          <a:xfrm>
            <a:off x="540000" y="3960000"/>
            <a:ext cx="521975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14" name="source 2">
            <a:extLst>
              <a:ext uri="{FF2B5EF4-FFF2-40B4-BE49-F238E27FC236}">
                <a16:creationId xmlns:a16="http://schemas.microsoft.com/office/drawing/2014/main" id="{68E37CDA-3260-4E68-05BF-C9019DA6301A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6421138" y="3348000"/>
            <a:ext cx="5219750" cy="360000"/>
          </a:xfrm>
        </p:spPr>
        <p:txBody>
          <a:bodyPr tIns="72000" anchor="b"/>
          <a:lstStyle>
            <a:lvl1pPr marL="0" inden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text styles</a:t>
            </a:r>
          </a:p>
        </p:txBody>
      </p:sp>
      <p:sp>
        <p:nvSpPr>
          <p:cNvPr id="8" name="chart 2">
            <a:extLst>
              <a:ext uri="{FF2B5EF4-FFF2-40B4-BE49-F238E27FC236}">
                <a16:creationId xmlns:a16="http://schemas.microsoft.com/office/drawing/2014/main" id="{5D00C4C4-21BC-E403-5F96-529ED4036FC3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21138" y="1980000"/>
            <a:ext cx="5220000" cy="1296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ubhead 2">
            <a:extLst>
              <a:ext uri="{FF2B5EF4-FFF2-40B4-BE49-F238E27FC236}">
                <a16:creationId xmlns:a16="http://schemas.microsoft.com/office/drawing/2014/main" id="{858F21A3-1754-7E4B-BF80-EAFA3BAD0A95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419111" y="1475999"/>
            <a:ext cx="5219751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15" name="source 1">
            <a:extLst>
              <a:ext uri="{FF2B5EF4-FFF2-40B4-BE49-F238E27FC236}">
                <a16:creationId xmlns:a16="http://schemas.microsoft.com/office/drawing/2014/main" id="{5B60FFDD-783E-4EE9-72B9-056E60C15987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540000" y="3348000"/>
            <a:ext cx="5219750" cy="360000"/>
          </a:xfrm>
        </p:spPr>
        <p:txBody>
          <a:bodyPr tIns="72000" anchor="b"/>
          <a:lstStyle>
            <a:lvl1pPr marL="0" indent="0"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Master text styles</a:t>
            </a:r>
          </a:p>
        </p:txBody>
      </p:sp>
      <p:sp>
        <p:nvSpPr>
          <p:cNvPr id="2" name="chart 1">
            <a:extLst>
              <a:ext uri="{FF2B5EF4-FFF2-40B4-BE49-F238E27FC236}">
                <a16:creationId xmlns:a16="http://schemas.microsoft.com/office/drawing/2014/main" id="{0E7FF249-AE2B-F99D-1704-29F12F21612F}"/>
              </a:ext>
            </a:extLst>
          </p:cNvPr>
          <p:cNvSpPr>
            <a:spLocks noGrp="1"/>
          </p:cNvSpPr>
          <p:nvPr>
            <p:ph type="chart" sz="quarter" idx="39"/>
          </p:nvPr>
        </p:nvSpPr>
        <p:spPr>
          <a:xfrm>
            <a:off x="539750" y="1980000"/>
            <a:ext cx="5220000" cy="12960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ubhead 1">
            <a:extLst>
              <a:ext uri="{FF2B5EF4-FFF2-40B4-BE49-F238E27FC236}">
                <a16:creationId xmlns:a16="http://schemas.microsoft.com/office/drawing/2014/main" id="{6648AFFC-B560-7A8C-6FD2-C5BD8D57A44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75999"/>
            <a:ext cx="521975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23" name="navigation">
            <a:extLst>
              <a:ext uri="{FF2B5EF4-FFF2-40B4-BE49-F238E27FC236}">
                <a16:creationId xmlns:a16="http://schemas.microsoft.com/office/drawing/2014/main" id="{1BF292E6-EEBC-66B0-FC89-42A86C0780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164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634077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59 : 6 charts : 6 sour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EA4E6AC3-01D5-9C31-52D4-0BB693B8D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459A81C-BC10-1FFD-D1F6-FB6EC1B07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2495416B-3F05-B437-A185-4B84C57A4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15" name="source 6">
            <a:extLst>
              <a:ext uri="{FF2B5EF4-FFF2-40B4-BE49-F238E27FC236}">
                <a16:creationId xmlns:a16="http://schemas.microsoft.com/office/drawing/2014/main" id="{8F56A5D2-C500-8DDB-E8AB-1B5D46C0FF58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>
          <a:xfrm>
            <a:off x="8208250" y="5831998"/>
            <a:ext cx="3419750" cy="360001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4">
                    <a:lumMod val="75000"/>
                  </a:schemeClr>
                </a:solidFill>
              </a:defRPr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26" name="chart 6">
            <a:extLst>
              <a:ext uri="{FF2B5EF4-FFF2-40B4-BE49-F238E27FC236}">
                <a16:creationId xmlns:a16="http://schemas.microsoft.com/office/drawing/2014/main" id="{930E671C-3071-2E3F-F5BF-0C33FDE4DF9D}"/>
              </a:ext>
            </a:extLst>
          </p:cNvPr>
          <p:cNvSpPr>
            <a:spLocks noGrp="1"/>
          </p:cNvSpPr>
          <p:nvPr>
            <p:ph type="chart" sz="quarter" idx="54"/>
          </p:nvPr>
        </p:nvSpPr>
        <p:spPr>
          <a:xfrm>
            <a:off x="8208000" y="4463624"/>
            <a:ext cx="3420000" cy="12963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ubhead 6">
            <a:extLst>
              <a:ext uri="{FF2B5EF4-FFF2-40B4-BE49-F238E27FC236}">
                <a16:creationId xmlns:a16="http://schemas.microsoft.com/office/drawing/2014/main" id="{FAAA6209-68D0-2C83-168B-DC79F5519490}"/>
              </a:ext>
            </a:extLst>
          </p:cNvPr>
          <p:cNvSpPr>
            <a:spLocks noGrp="1"/>
          </p:cNvSpPr>
          <p:nvPr>
            <p:ph sz="quarter" idx="55"/>
          </p:nvPr>
        </p:nvSpPr>
        <p:spPr>
          <a:xfrm>
            <a:off x="8208000" y="3960000"/>
            <a:ext cx="342000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14" name="source 5">
            <a:extLst>
              <a:ext uri="{FF2B5EF4-FFF2-40B4-BE49-F238E27FC236}">
                <a16:creationId xmlns:a16="http://schemas.microsoft.com/office/drawing/2014/main" id="{EABA3D9B-B762-2DDE-46B3-8190AAE57AA5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4374250" y="5831998"/>
            <a:ext cx="3419750" cy="360001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4">
                    <a:lumMod val="75000"/>
                  </a:schemeClr>
                </a:solidFill>
              </a:defRPr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16" name="chart 5">
            <a:extLst>
              <a:ext uri="{FF2B5EF4-FFF2-40B4-BE49-F238E27FC236}">
                <a16:creationId xmlns:a16="http://schemas.microsoft.com/office/drawing/2014/main" id="{48A1718F-E6A1-2D1D-F320-0C14AC215E7A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4374000" y="4463624"/>
            <a:ext cx="3420000" cy="12963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ubhead 5">
            <a:extLst>
              <a:ext uri="{FF2B5EF4-FFF2-40B4-BE49-F238E27FC236}">
                <a16:creationId xmlns:a16="http://schemas.microsoft.com/office/drawing/2014/main" id="{AB1DB39B-3426-249A-289B-836057BADA96}"/>
              </a:ext>
            </a:extLst>
          </p:cNvPr>
          <p:cNvSpPr>
            <a:spLocks noGrp="1"/>
          </p:cNvSpPr>
          <p:nvPr>
            <p:ph sz="quarter" idx="48"/>
          </p:nvPr>
        </p:nvSpPr>
        <p:spPr>
          <a:xfrm>
            <a:off x="4374000" y="3960000"/>
            <a:ext cx="342000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3" name="source 4">
            <a:extLst>
              <a:ext uri="{FF2B5EF4-FFF2-40B4-BE49-F238E27FC236}">
                <a16:creationId xmlns:a16="http://schemas.microsoft.com/office/drawing/2014/main" id="{851F35E1-02AD-CE6B-FC90-B3F9827B3019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40000" y="5831998"/>
            <a:ext cx="3419750" cy="360001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4">
                    <a:lumMod val="75000"/>
                  </a:schemeClr>
                </a:solidFill>
              </a:defRPr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18" name="chart 4">
            <a:extLst>
              <a:ext uri="{FF2B5EF4-FFF2-40B4-BE49-F238E27FC236}">
                <a16:creationId xmlns:a16="http://schemas.microsoft.com/office/drawing/2014/main" id="{41B73787-9571-1692-E61E-A393F7C9A595}"/>
              </a:ext>
            </a:extLst>
          </p:cNvPr>
          <p:cNvSpPr>
            <a:spLocks noGrp="1"/>
          </p:cNvSpPr>
          <p:nvPr>
            <p:ph type="chart" sz="quarter" idx="47"/>
          </p:nvPr>
        </p:nvSpPr>
        <p:spPr>
          <a:xfrm>
            <a:off x="539750" y="4463624"/>
            <a:ext cx="3420000" cy="1296375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ubhead 4">
            <a:extLst>
              <a:ext uri="{FF2B5EF4-FFF2-40B4-BE49-F238E27FC236}">
                <a16:creationId xmlns:a16="http://schemas.microsoft.com/office/drawing/2014/main" id="{19C3382C-9D23-42CC-0BBA-D002F90C4789}"/>
              </a:ext>
            </a:extLst>
          </p:cNvPr>
          <p:cNvSpPr>
            <a:spLocks noGrp="1"/>
          </p:cNvSpPr>
          <p:nvPr>
            <p:ph sz="quarter" idx="49"/>
          </p:nvPr>
        </p:nvSpPr>
        <p:spPr>
          <a:xfrm>
            <a:off x="540000" y="3960000"/>
            <a:ext cx="342000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34" name="source 3">
            <a:extLst>
              <a:ext uri="{FF2B5EF4-FFF2-40B4-BE49-F238E27FC236}">
                <a16:creationId xmlns:a16="http://schemas.microsoft.com/office/drawing/2014/main" id="{A14D683B-2D9F-737B-80CD-47DAEC94DD8C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>
          <a:xfrm>
            <a:off x="8208250" y="3348000"/>
            <a:ext cx="3419750" cy="360001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4">
                    <a:lumMod val="75000"/>
                  </a:schemeClr>
                </a:solidFill>
              </a:defRPr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29" name="chart 3">
            <a:extLst>
              <a:ext uri="{FF2B5EF4-FFF2-40B4-BE49-F238E27FC236}">
                <a16:creationId xmlns:a16="http://schemas.microsoft.com/office/drawing/2014/main" id="{E3C33266-60C9-BD98-9A60-D6AEE752F17B}"/>
              </a:ext>
            </a:extLst>
          </p:cNvPr>
          <p:cNvSpPr>
            <a:spLocks noGrp="1"/>
          </p:cNvSpPr>
          <p:nvPr>
            <p:ph type="chart" sz="quarter" idx="57"/>
          </p:nvPr>
        </p:nvSpPr>
        <p:spPr>
          <a:xfrm>
            <a:off x="8208000" y="1979998"/>
            <a:ext cx="3420000" cy="12963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0" name="subhead 3">
            <a:extLst>
              <a:ext uri="{FF2B5EF4-FFF2-40B4-BE49-F238E27FC236}">
                <a16:creationId xmlns:a16="http://schemas.microsoft.com/office/drawing/2014/main" id="{C0ACC6EA-93BE-FC9F-55CA-1A9F790D24A2}"/>
              </a:ext>
            </a:extLst>
          </p:cNvPr>
          <p:cNvSpPr>
            <a:spLocks noGrp="1"/>
          </p:cNvSpPr>
          <p:nvPr>
            <p:ph sz="quarter" idx="58"/>
          </p:nvPr>
        </p:nvSpPr>
        <p:spPr>
          <a:xfrm>
            <a:off x="8208000" y="1475999"/>
            <a:ext cx="342000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35" name="source 2">
            <a:extLst>
              <a:ext uri="{FF2B5EF4-FFF2-40B4-BE49-F238E27FC236}">
                <a16:creationId xmlns:a16="http://schemas.microsoft.com/office/drawing/2014/main" id="{5D3BB801-B53A-AC9D-1898-D1ABDDBC0A00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>
          <a:xfrm>
            <a:off x="4374250" y="3348000"/>
            <a:ext cx="3419750" cy="360001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4">
                    <a:lumMod val="75000"/>
                  </a:schemeClr>
                </a:solidFill>
              </a:defRPr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8" name="chart 2">
            <a:extLst>
              <a:ext uri="{FF2B5EF4-FFF2-40B4-BE49-F238E27FC236}">
                <a16:creationId xmlns:a16="http://schemas.microsoft.com/office/drawing/2014/main" id="{5D00C4C4-21BC-E403-5F96-529ED4036FC3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4374000" y="1979998"/>
            <a:ext cx="3420000" cy="12963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ubhead 2">
            <a:extLst>
              <a:ext uri="{FF2B5EF4-FFF2-40B4-BE49-F238E27FC236}">
                <a16:creationId xmlns:a16="http://schemas.microsoft.com/office/drawing/2014/main" id="{8A491A7D-7124-BF7D-B1AB-2BE064DED71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374000" y="1475999"/>
            <a:ext cx="342000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36" name="source 1">
            <a:extLst>
              <a:ext uri="{FF2B5EF4-FFF2-40B4-BE49-F238E27FC236}">
                <a16:creationId xmlns:a16="http://schemas.microsoft.com/office/drawing/2014/main" id="{46217169-63DD-96C6-3236-5CF6FA0C2A18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540000" y="3348000"/>
            <a:ext cx="3419750" cy="360001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4">
                    <a:lumMod val="75000"/>
                  </a:schemeClr>
                </a:solidFill>
              </a:defRPr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2" name="chart 1">
            <a:extLst>
              <a:ext uri="{FF2B5EF4-FFF2-40B4-BE49-F238E27FC236}">
                <a16:creationId xmlns:a16="http://schemas.microsoft.com/office/drawing/2014/main" id="{0E7FF249-AE2B-F99D-1704-29F12F21612F}"/>
              </a:ext>
            </a:extLst>
          </p:cNvPr>
          <p:cNvSpPr>
            <a:spLocks noGrp="1"/>
          </p:cNvSpPr>
          <p:nvPr>
            <p:ph type="chart" sz="quarter" idx="39"/>
          </p:nvPr>
        </p:nvSpPr>
        <p:spPr>
          <a:xfrm>
            <a:off x="539750" y="1979998"/>
            <a:ext cx="3420000" cy="129637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ubhead 1">
            <a:extLst>
              <a:ext uri="{FF2B5EF4-FFF2-40B4-BE49-F238E27FC236}">
                <a16:creationId xmlns:a16="http://schemas.microsoft.com/office/drawing/2014/main" id="{0259FA64-9654-3A55-2CD0-0FACFD7183A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0000" y="1475999"/>
            <a:ext cx="3420000" cy="504000"/>
          </a:xfrm>
          <a:prstGeom prst="rect">
            <a:avLst/>
          </a:prstGeom>
          <a:noFill/>
        </p:spPr>
        <p:txBody>
          <a:bodyPr vert="horz" lIns="0" tIns="0" rIns="108000" bIns="0" rtlCol="0">
            <a:noAutofit/>
          </a:bodyPr>
          <a:lstStyle>
            <a:lvl1pPr>
              <a:defRPr lang="en-US" sz="1400" dirty="0"/>
            </a:lvl1pPr>
            <a:lvl2pPr>
              <a:defRPr lang="en-US" sz="1200" dirty="0"/>
            </a:lvl2pPr>
            <a:lvl3pPr>
              <a:defRPr lang="en-US" sz="1200" dirty="0"/>
            </a:lvl3pPr>
            <a:lvl4pPr>
              <a:defRPr lang="en-US" sz="1200" dirty="0"/>
            </a:lvl4pPr>
            <a:lvl5pPr>
              <a:defRPr lang="nl-NL" sz="1200" noProof="0" dirty="0"/>
            </a:lvl5pPr>
            <a:lvl6pPr>
              <a:defRPr lang="nl-NL" sz="1200" noProof="0" dirty="0"/>
            </a:lvl6pPr>
            <a:lvl7pPr>
              <a:defRPr lang="nl-NL" sz="1200" noProof="0" dirty="0"/>
            </a:lvl7pPr>
            <a:lvl8pPr>
              <a:defRPr lang="nl-NL" sz="1200" noProof="0" dirty="0"/>
            </a:lvl8pPr>
            <a:lvl9pPr>
              <a:defRPr lang="nl-NL" sz="1200" noProof="0" dirty="0"/>
            </a:lvl9pPr>
          </a:lstStyle>
          <a:p>
            <a:pPr lvl="0"/>
            <a:endParaRPr lang="de-DE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20" name="navigation">
            <a:extLst>
              <a:ext uri="{FF2B5EF4-FFF2-40B4-BE49-F238E27FC236}">
                <a16:creationId xmlns:a16="http://schemas.microsoft.com/office/drawing/2014/main" id="{96F0501F-A49E-9A2B-A281-AA6DD79202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164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999754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 060 : 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">
            <a:extLst>
              <a:ext uri="{FF2B5EF4-FFF2-40B4-BE49-F238E27FC236}">
                <a16:creationId xmlns:a16="http://schemas.microsoft.com/office/drawing/2014/main" id="{EA4E6AC3-01D5-9C31-52D4-0BB693B8D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9459A81C-BC10-1FFD-D1F6-FB6EC1B07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2495416B-3F05-B437-A185-4B84C57A4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2" name="Source">
            <a:extLst>
              <a:ext uri="{FF2B5EF4-FFF2-40B4-BE49-F238E27FC236}">
                <a16:creationId xmlns:a16="http://schemas.microsoft.com/office/drawing/2014/main" id="{7C3DC195-6C25-138A-6018-E46ABBE741E0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40000" y="5831998"/>
            <a:ext cx="11124000" cy="360001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4">
                    <a:lumMod val="75000"/>
                  </a:schemeClr>
                </a:solidFill>
              </a:defRPr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9" name="table">
            <a:extLst>
              <a:ext uri="{FF2B5EF4-FFF2-40B4-BE49-F238E27FC236}">
                <a16:creationId xmlns:a16="http://schemas.microsoft.com/office/drawing/2014/main" id="{CDBF0C3F-C6C8-73BF-3E3E-7D4A763FCCE6}"/>
              </a:ext>
            </a:extLst>
          </p:cNvPr>
          <p:cNvSpPr>
            <a:spLocks noGrp="1"/>
          </p:cNvSpPr>
          <p:nvPr>
            <p:ph type="tbl" sz="quarter" idx="40"/>
          </p:nvPr>
        </p:nvSpPr>
        <p:spPr>
          <a:xfrm>
            <a:off x="540000" y="5562601"/>
            <a:ext cx="11109209" cy="247120"/>
          </a:xfrm>
        </p:spPr>
        <p:txBody>
          <a:bodyPr lIns="0" tIns="0" rIns="0" bIns="0" anchor="b" anchorCtr="0"/>
          <a:lstStyle>
            <a:lvl1pPr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92D36E5B-C594-07D8-1556-F61BAD6438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0009421" y="3824895"/>
            <a:ext cx="1080000" cy="1440000"/>
          </a:xfrm>
        </p:spPr>
        <p:txBody>
          <a:bodyPr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D9CE5412-1544-1ACC-B26C-DC64CB412F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758576" y="3824895"/>
            <a:ext cx="1080000" cy="1440000"/>
          </a:xfrm>
        </p:spPr>
        <p:txBody>
          <a:bodyPr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7E98674-0010-6A4A-2092-C2342C1C972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507731" y="3824895"/>
            <a:ext cx="1080000" cy="1440000"/>
          </a:xfrm>
        </p:spPr>
        <p:txBody>
          <a:bodyPr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226BC48-C006-A3AF-A36B-63C2D3CA6BB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56886" y="3824895"/>
            <a:ext cx="1080000" cy="1440000"/>
          </a:xfrm>
        </p:spPr>
        <p:txBody>
          <a:bodyPr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99462D85-7E35-EDFA-C68E-E4A351201D5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006041" y="3824895"/>
            <a:ext cx="1080000" cy="1440000"/>
          </a:xfrm>
        </p:spPr>
        <p:txBody>
          <a:bodyPr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5CF659D6-1CA1-113A-C4A5-BC2D1BCCDAB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755196" y="3824895"/>
            <a:ext cx="1080000" cy="1440000"/>
          </a:xfrm>
        </p:spPr>
        <p:txBody>
          <a:bodyPr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98FB9F3D-51E3-DA7A-72C1-9D9EC3D8B15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504351" y="3824895"/>
            <a:ext cx="1080000" cy="1440000"/>
          </a:xfrm>
        </p:spPr>
        <p:txBody>
          <a:bodyPr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E103DC66-EA7E-9147-FF36-842134C5C10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253506" y="3824895"/>
            <a:ext cx="1080000" cy="1440000"/>
          </a:xfrm>
        </p:spPr>
        <p:txBody>
          <a:bodyPr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cxnSp>
        <p:nvCxnSpPr>
          <p:cNvPr id="8" name="line">
            <a:extLst>
              <a:ext uri="{FF2B5EF4-FFF2-40B4-BE49-F238E27FC236}">
                <a16:creationId xmlns:a16="http://schemas.microsoft.com/office/drawing/2014/main" id="{90ADF8F4-69E2-18D8-2A65-38E33E06BD05}"/>
              </a:ext>
            </a:extLst>
          </p:cNvPr>
          <p:cNvCxnSpPr/>
          <p:nvPr/>
        </p:nvCxnSpPr>
        <p:spPr>
          <a:xfrm>
            <a:off x="550863" y="3472812"/>
            <a:ext cx="11109209" cy="0"/>
          </a:xfrm>
          <a:prstGeom prst="line">
            <a:avLst/>
          </a:prstGeom>
          <a:ln w="1905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8">
            <a:extLst>
              <a:ext uri="{FF2B5EF4-FFF2-40B4-BE49-F238E27FC236}">
                <a16:creationId xmlns:a16="http://schemas.microsoft.com/office/drawing/2014/main" id="{03C59CD8-6B8F-4E44-062C-C6CB0D46E795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0009421" y="1494445"/>
            <a:ext cx="1080000" cy="1440000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1CAE7171-408D-2DAC-8E3E-1F3F57CF23DE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8758576" y="1494445"/>
            <a:ext cx="1080000" cy="1440000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C6532634-485C-EBC5-74B9-6AD575B42BA8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7507731" y="1494445"/>
            <a:ext cx="1080000" cy="1440000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11051CCF-88A7-6245-A7ED-5E92BCF254C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256886" y="1494445"/>
            <a:ext cx="1080000" cy="1440000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35874900-7F40-5E32-DA1A-B532F6E6B573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006041" y="1494445"/>
            <a:ext cx="1080000" cy="1440000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AC0D6FC5-8114-4F86-7A13-896396BC3B4B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3755196" y="1494445"/>
            <a:ext cx="1080000" cy="1440000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51B9D552-7689-4FAE-5FF0-1E53A33BFB83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2504351" y="1494445"/>
            <a:ext cx="1080000" cy="1440000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/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9791F7F5-F90B-F440-B357-05CFDFC6E70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1253506" y="1494445"/>
            <a:ext cx="1080000" cy="1440000"/>
          </a:xfrm>
        </p:spPr>
        <p:txBody>
          <a:bodyPr anchor="b"/>
          <a:lstStyle>
            <a:lvl1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2pPr>
            <a:lvl3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3pPr>
            <a:lvl4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4pPr>
            <a:lvl5pPr>
              <a:lnSpc>
                <a:spcPts val="1000"/>
              </a:lnSpc>
              <a:spcBef>
                <a:spcPts val="300"/>
              </a:spcBef>
              <a:spcAft>
                <a:spcPts val="300"/>
              </a:spcAft>
              <a:defRPr sz="1000"/>
            </a:lvl5pPr>
          </a:lstStyle>
          <a:p>
            <a:pPr lvl="0"/>
            <a:endParaRPr lang="en-US" dirty="0"/>
          </a:p>
        </p:txBody>
      </p:sp>
      <p:sp>
        <p:nvSpPr>
          <p:cNvPr id="17" name="title">
            <a:extLst>
              <a:ext uri="{FF2B5EF4-FFF2-40B4-BE49-F238E27FC236}">
                <a16:creationId xmlns:a16="http://schemas.microsoft.com/office/drawing/2014/main" id="{7DA9AEB7-373A-2A58-CE17-39ED790C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/>
          <a:p>
            <a:endParaRPr lang="en-US" dirty="0"/>
          </a:p>
        </p:txBody>
      </p:sp>
      <p:sp>
        <p:nvSpPr>
          <p:cNvPr id="14" name="navigation">
            <a:extLst>
              <a:ext uri="{FF2B5EF4-FFF2-40B4-BE49-F238E27FC236}">
                <a16:creationId xmlns:a16="http://schemas.microsoft.com/office/drawing/2014/main" id="{832A4627-82A2-D49F-2A94-FF992344FD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164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20677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ease do not use : only guidiance placehol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7D3CCF1-660E-7AB1-06AD-93225FDD1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1484312"/>
            <a:ext cx="11088000" cy="4662751"/>
          </a:xfrm>
        </p:spPr>
        <p:txBody>
          <a:bodyPr vert="horz"/>
          <a:lstStyle>
            <a:lvl1pPr>
              <a:lnSpc>
                <a:spcPct val="100000"/>
              </a:lnSpc>
              <a:defRPr lang="de-DE" sz="11000" b="0" kern="120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10120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A  008 :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5FE9DA65-164B-6676-E7BE-8F537D3A627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30666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60" imgH="360" progId="TCLayout.ActiveDocument.1">
                  <p:embed/>
                </p:oleObj>
              </mc:Choice>
              <mc:Fallback>
                <p:oleObj name="think-cell Folie" r:id="rId3" imgW="360" imgH="36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5FE9DA65-164B-6676-E7BE-8F537D3A627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platzhalter 1">
            <a:extLst>
              <a:ext uri="{FF2B5EF4-FFF2-40B4-BE49-F238E27FC236}">
                <a16:creationId xmlns:a16="http://schemas.microsoft.com/office/drawing/2014/main" id="{DB6A8261-4764-41AD-CE73-7FD05D82EA35}"/>
              </a:ext>
            </a:extLst>
          </p:cNvPr>
          <p:cNvSpPr txBox="1">
            <a:spLocks/>
          </p:cNvSpPr>
          <p:nvPr/>
        </p:nvSpPr>
        <p:spPr>
          <a:xfrm>
            <a:off x="-5712" y="0"/>
            <a:ext cx="12197711" cy="686021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 w="19050" cap="flat" cmpd="sng" algn="ctr">
            <a:noFill/>
            <a:prstDash val="solid"/>
          </a:ln>
          <a:effectLst>
            <a:outerShdw blurRad="317500" rotWithShape="0">
              <a:scrgbClr r="0" g="0" b="0">
                <a:alpha val="20000"/>
              </a:scrgbClr>
            </a:outerShdw>
          </a:effectLst>
        </p:spPr>
        <p:txBody>
          <a:bodyPr vert="horz" lIns="540000" tIns="0" rIns="5400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chemeClr val="accent2"/>
              </a:buClr>
              <a:buSzPct val="100000"/>
              <a:buFont typeface="Verdana" panose="020B0604030504040204" pitchFamily="34" charset="0"/>
              <a:buNone/>
              <a:tabLst>
                <a:tab pos="10760075" algn="r"/>
              </a:tabLst>
              <a:defRPr lang="en-US" sz="4800" b="0" kern="1200" spc="0" baseline="0" noProof="0" dirty="0">
                <a:gradFill>
                  <a:gsLst>
                    <a:gs pos="0">
                      <a:srgbClr val="FF4B4B"/>
                    </a:gs>
                    <a:gs pos="100000">
                      <a:srgbClr val="FF744F"/>
                    </a:gs>
                  </a:gsLst>
                  <a:lin ang="18900000" scaled="0"/>
                </a:gradFill>
                <a:latin typeface="+mj-lt"/>
                <a:ea typeface="Segoe UI Black" panose="020B0A02040204020203" pitchFamily="34" charset="0"/>
                <a:cs typeface="Segoe UI Light" panose="020B0502040204020203" pitchFamily="34" charset="0"/>
              </a:defRPr>
            </a:lvl1pPr>
            <a:lvl2pPr marL="216000" indent="-216000" algn="l" defTabSz="914400" rtl="0" eaLnBrk="1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FF4B4B"/>
              </a:buClr>
              <a:buSzPct val="120000"/>
              <a:buFont typeface="Segoe UI" panose="020B0502040204020203" pitchFamily="34" charset="0"/>
              <a:buChar char="•"/>
              <a:tabLst>
                <a:tab pos="182563" algn="l"/>
              </a:tabLst>
              <a:defRPr lang="en-US" sz="14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32000" indent="-216000" algn="l" defTabSz="914400" rtl="0" eaLnBrk="1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FF4B4B"/>
              </a:buClr>
              <a:buSzPct val="120000"/>
              <a:buFont typeface="Segoe UI" panose="020B0502040204020203" pitchFamily="34" charset="0"/>
              <a:buChar char="−"/>
              <a:tabLst>
                <a:tab pos="182563" algn="l"/>
              </a:tabLst>
              <a:defRPr lang="en-US" sz="1400" b="0" kern="1200" baseline="0" noProof="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648000" indent="-216000" algn="l" defTabSz="914400" rtl="0" eaLnBrk="1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FF4B4B"/>
              </a:buClr>
              <a:buSzPct val="120000"/>
              <a:buFont typeface="Segoe UI" panose="020B0502040204020203" pitchFamily="34" charset="0"/>
              <a:buChar char="−"/>
              <a:tabLst>
                <a:tab pos="182563" algn="l"/>
              </a:tabLst>
              <a:defRPr lang="en-US" sz="1400" b="0" kern="1200" cap="none" spc="10" baseline="0" noProof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None/>
              <a:tabLst>
                <a:tab pos="182563" algn="l"/>
              </a:tabLst>
              <a:defRPr lang="en-US" sz="1400" b="0" kern="1200" spc="40" baseline="0" noProof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16000" indent="-216000" algn="l" defTabSz="914400" rtl="0" eaLnBrk="1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rabicPeriod"/>
              <a:tabLst>
                <a:tab pos="182563" algn="l"/>
              </a:tabLst>
              <a:defRPr lang="en-US" sz="1400" b="0" kern="1200" cap="none" spc="40" baseline="0" noProof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432000" indent="-216000" algn="l" defTabSz="914400" rtl="0" eaLnBrk="1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+mj-lt"/>
              <a:buAutoNum type="alphaLcPeriod"/>
              <a:tabLst>
                <a:tab pos="182563" algn="l"/>
              </a:tabLst>
              <a:defRPr lang="nl-NL" sz="1400" kern="1200" noProof="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6000" indent="-216000" algn="l" defTabSz="914400" rtl="0" eaLnBrk="1" latinLnBrk="0" hangingPunct="1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chemeClr val="tx2"/>
              </a:buClr>
              <a:buFont typeface="Wingdings 3" panose="05040102010807070707" pitchFamily="18" charset="2"/>
              <a:buChar char="g"/>
              <a:tabLst>
                <a:tab pos="182563" algn="l"/>
              </a:tabLst>
              <a:defRPr lang="nl-NL" sz="1400" kern="1200" noProof="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ts val="1800"/>
              </a:lnSpc>
              <a:spcBef>
                <a:spcPts val="600"/>
              </a:spcBef>
              <a:spcAft>
                <a:spcPts val="300"/>
              </a:spcAft>
              <a:buClr>
                <a:schemeClr val="accent4"/>
              </a:buClr>
              <a:buFontTx/>
              <a:buNone/>
              <a:tabLst>
                <a:tab pos="182563" algn="l"/>
              </a:tabLst>
              <a:defRPr lang="nl-NL" sz="1400" i="0" kern="1200" cap="all" spc="100" baseline="0" noProof="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>
                <a:srgbClr val="3C4BC8"/>
              </a:buClr>
              <a:buSzPct val="100000"/>
              <a:buFont typeface="Verdana" panose="020B0604030504040204" pitchFamily="34" charset="0"/>
              <a:buNone/>
              <a:tabLst>
                <a:tab pos="10760075" algn="r"/>
              </a:tabLst>
              <a:defRPr/>
            </a:pPr>
            <a:endParaRPr kumimoji="0" lang="de-DE" sz="48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4B4B"/>
                  </a:gs>
                  <a:gs pos="100000">
                    <a:srgbClr val="FF744F"/>
                  </a:gs>
                </a:gsLst>
                <a:lin ang="18900000" scaled="0"/>
              </a:gradFill>
              <a:effectLst/>
              <a:uLnTx/>
              <a:uFillTx/>
              <a:latin typeface="Segoe UI Semibold"/>
              <a:ea typeface="Segoe UI Black" panose="020B0A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A17B63CE-D09A-A5B2-92DE-97357DEAC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46E51A47-59B7-4679-991D-2574A84B9007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264ABE22-2F6A-7F37-B086-AE7A106AE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date">
            <a:extLst>
              <a:ext uri="{FF2B5EF4-FFF2-40B4-BE49-F238E27FC236}">
                <a16:creationId xmlns:a16="http://schemas.microsoft.com/office/drawing/2014/main" id="{7E501AC6-15A5-DC2E-289E-6EB6F31C9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B1142101-2F2A-48BA-A9B7-B32D6B2D282F}" type="datetime1">
              <a:rPr lang="de-DE" smtClean="0"/>
              <a:t>12.03.26</a:t>
            </a:fld>
            <a:endParaRPr lang="de-DE"/>
          </a:p>
        </p:txBody>
      </p:sp>
      <p:pic>
        <p:nvPicPr>
          <p:cNvPr id="4" name="Picture Placeholder 17">
            <a:extLst>
              <a:ext uri="{FF2B5EF4-FFF2-40B4-BE49-F238E27FC236}">
                <a16:creationId xmlns:a16="http://schemas.microsoft.com/office/drawing/2014/main" id="{A927E6BE-A5A3-910C-86A5-DD52E5399C2E}"/>
              </a:ext>
            </a:extLst>
          </p:cNvPr>
          <p:cNvPicPr>
            <a:picLocks noChangeAspect="1"/>
          </p:cNvPicPr>
          <p:nvPr/>
        </p:nvPicPr>
        <p:blipFill>
          <a:blip>
            <a:lum bright="100000" contrast="-4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6" r="56"/>
          <a:stretch/>
        </p:blipFill>
        <p:spPr>
          <a:xfrm>
            <a:off x="415887" y="6218848"/>
            <a:ext cx="1169231" cy="450666"/>
          </a:xfrm>
          <a:prstGeom prst="rect">
            <a:avLst/>
          </a:prstGeom>
          <a:noFill/>
        </p:spPr>
      </p:pic>
      <p:sp>
        <p:nvSpPr>
          <p:cNvPr id="6" name="title">
            <a:extLst>
              <a:ext uri="{FF2B5EF4-FFF2-40B4-BE49-F238E27FC236}">
                <a16:creationId xmlns:a16="http://schemas.microsoft.com/office/drawing/2014/main" id="{619DB47D-279C-7F2D-C862-61E4953A2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10" name="navigation">
            <a:extLst>
              <a:ext uri="{FF2B5EF4-FFF2-40B4-BE49-F238E27FC236}">
                <a16:creationId xmlns:a16="http://schemas.microsoft.com/office/drawing/2014/main" id="{A36E424E-5A0B-F94D-AB93-3859DBDDB8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11088000" cy="144000"/>
          </a:xfrm>
          <a:noFill/>
        </p:spPr>
        <p:txBody>
          <a:bodyPr vert="horz" lIns="0" tIns="0" rIns="0" bIns="0" rtlCol="0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>
                <a:tab pos="10766425" algn="r"/>
              </a:tabLst>
              <a:defRPr lang="nl-NL" sz="800" cap="all" spc="150" baseline="0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lvl="0">
              <a:lnSpc>
                <a:spcPct val="90000"/>
              </a:lnSpc>
            </a:pPr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215549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tags" Target="../tags/tag2.xml"/><Relationship Id="rId101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theme" Target="../theme/theme1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FFD6DC8-8F7C-426E-5F78-8044A96271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9"/>
            </p:custDataLst>
            <p:extLst>
              <p:ext uri="{D42A27DB-BD31-4B8C-83A1-F6EECF244321}">
                <p14:modId xmlns:p14="http://schemas.microsoft.com/office/powerpoint/2010/main" val="22309112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00" imgW="306" imgH="306" progId="TCLayout.ActiveDocument.1">
                  <p:embed/>
                </p:oleObj>
              </mc:Choice>
              <mc:Fallback>
                <p:oleObj name="think-cell Folie" r:id="rId100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FD6DC8-8F7C-426E-5F78-8044A96271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lide number">
            <a:extLst>
              <a:ext uri="{FF2B5EF4-FFF2-40B4-BE49-F238E27FC236}">
                <a16:creationId xmlns:a16="http://schemas.microsoft.com/office/drawing/2014/main" id="{1A73C806-0471-0C57-7626-9F1DB61EE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lang="en-US" sz="800" smtClean="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FA573BCF-C0F1-4720-B5E7-944FE630E67D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293B2B64-2362-45C8-9E78-5ECAAAF34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4" name="date">
            <a:extLst>
              <a:ext uri="{FF2B5EF4-FFF2-40B4-BE49-F238E27FC236}">
                <a16:creationId xmlns:a16="http://schemas.microsoft.com/office/drawing/2014/main" id="{2CC0954C-56F0-4481-AEFC-476FD5516A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" name="content">
            <a:extLst>
              <a:ext uri="{FF2B5EF4-FFF2-40B4-BE49-F238E27FC236}">
                <a16:creationId xmlns:a16="http://schemas.microsoft.com/office/drawing/2014/main" id="{061B9A90-182E-49A3-8BF5-04F322881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476000"/>
            <a:ext cx="11088000" cy="468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19B37A3-82F2-45D5-868F-F00F93F6E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22301"/>
            <a:ext cx="11088000" cy="648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nl-NL" noProof="0" dirty="0"/>
          </a:p>
        </p:txBody>
      </p:sp>
      <p:pic>
        <p:nvPicPr>
          <p:cNvPr id="7" name="valantic logo">
            <a:extLst>
              <a:ext uri="{FF2B5EF4-FFF2-40B4-BE49-F238E27FC236}">
                <a16:creationId xmlns:a16="http://schemas.microsoft.com/office/drawing/2014/main" id="{6309BDB7-3AF7-1C94-F423-ADBAF23883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415887" y="6218848"/>
            <a:ext cx="1169231" cy="45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657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65" r:id="rId1"/>
    <p:sldLayoutId id="2147484966" r:id="rId2"/>
    <p:sldLayoutId id="2147484967" r:id="rId3"/>
    <p:sldLayoutId id="2147484968" r:id="rId4"/>
    <p:sldLayoutId id="2147484969" r:id="rId5"/>
    <p:sldLayoutId id="2147484970" r:id="rId6"/>
    <p:sldLayoutId id="2147484971" r:id="rId7"/>
    <p:sldLayoutId id="2147484972" r:id="rId8"/>
    <p:sldLayoutId id="2147484973" r:id="rId9"/>
    <p:sldLayoutId id="2147484974" r:id="rId10"/>
    <p:sldLayoutId id="2147484975" r:id="rId11"/>
    <p:sldLayoutId id="2147484976" r:id="rId12"/>
    <p:sldLayoutId id="2147484977" r:id="rId13"/>
    <p:sldLayoutId id="2147484978" r:id="rId14"/>
    <p:sldLayoutId id="2147484979" r:id="rId15"/>
    <p:sldLayoutId id="2147484980" r:id="rId16"/>
    <p:sldLayoutId id="2147484981" r:id="rId17"/>
    <p:sldLayoutId id="2147484982" r:id="rId18"/>
    <p:sldLayoutId id="2147484983" r:id="rId19"/>
    <p:sldLayoutId id="2147484984" r:id="rId20"/>
    <p:sldLayoutId id="2147484985" r:id="rId21"/>
    <p:sldLayoutId id="2147484986" r:id="rId22"/>
    <p:sldLayoutId id="2147484987" r:id="rId23"/>
    <p:sldLayoutId id="2147484988" r:id="rId24"/>
    <p:sldLayoutId id="2147484989" r:id="rId25"/>
    <p:sldLayoutId id="2147484990" r:id="rId26"/>
    <p:sldLayoutId id="2147484991" r:id="rId27"/>
    <p:sldLayoutId id="2147484992" r:id="rId28"/>
    <p:sldLayoutId id="2147484993" r:id="rId29"/>
    <p:sldLayoutId id="2147484994" r:id="rId30"/>
    <p:sldLayoutId id="2147484995" r:id="rId31"/>
    <p:sldLayoutId id="2147484996" r:id="rId32"/>
    <p:sldLayoutId id="2147484997" r:id="rId33"/>
    <p:sldLayoutId id="2147484998" r:id="rId34"/>
    <p:sldLayoutId id="2147484999" r:id="rId35"/>
    <p:sldLayoutId id="2147485000" r:id="rId36"/>
    <p:sldLayoutId id="2147485001" r:id="rId37"/>
    <p:sldLayoutId id="2147485002" r:id="rId38"/>
    <p:sldLayoutId id="2147485003" r:id="rId39"/>
    <p:sldLayoutId id="2147485004" r:id="rId40"/>
    <p:sldLayoutId id="2147485005" r:id="rId41"/>
    <p:sldLayoutId id="2147485006" r:id="rId42"/>
    <p:sldLayoutId id="2147485007" r:id="rId43"/>
    <p:sldLayoutId id="2147485008" r:id="rId44"/>
    <p:sldLayoutId id="2147485009" r:id="rId45"/>
    <p:sldLayoutId id="2147485010" r:id="rId46"/>
    <p:sldLayoutId id="2147485011" r:id="rId47"/>
    <p:sldLayoutId id="2147485012" r:id="rId48"/>
    <p:sldLayoutId id="2147485013" r:id="rId49"/>
    <p:sldLayoutId id="2147485014" r:id="rId50"/>
    <p:sldLayoutId id="2147485015" r:id="rId51"/>
    <p:sldLayoutId id="2147485016" r:id="rId52"/>
    <p:sldLayoutId id="2147485017" r:id="rId53"/>
    <p:sldLayoutId id="2147485018" r:id="rId54"/>
    <p:sldLayoutId id="2147485019" r:id="rId55"/>
    <p:sldLayoutId id="2147485020" r:id="rId56"/>
    <p:sldLayoutId id="2147485021" r:id="rId57"/>
    <p:sldLayoutId id="2147485022" r:id="rId58"/>
    <p:sldLayoutId id="2147485023" r:id="rId59"/>
    <p:sldLayoutId id="2147485024" r:id="rId60"/>
    <p:sldLayoutId id="2147485025" r:id="rId61"/>
    <p:sldLayoutId id="2147485026" r:id="rId62"/>
    <p:sldLayoutId id="2147485027" r:id="rId63"/>
    <p:sldLayoutId id="2147485028" r:id="rId64"/>
    <p:sldLayoutId id="2147485029" r:id="rId65"/>
    <p:sldLayoutId id="2147485030" r:id="rId66"/>
    <p:sldLayoutId id="2147485031" r:id="rId67"/>
    <p:sldLayoutId id="2147485032" r:id="rId68"/>
    <p:sldLayoutId id="2147485033" r:id="rId69"/>
    <p:sldLayoutId id="2147485034" r:id="rId70"/>
    <p:sldLayoutId id="2147485035" r:id="rId71"/>
    <p:sldLayoutId id="2147485036" r:id="rId72"/>
    <p:sldLayoutId id="2147485037" r:id="rId73"/>
    <p:sldLayoutId id="2147485038" r:id="rId74"/>
    <p:sldLayoutId id="2147485039" r:id="rId75"/>
    <p:sldLayoutId id="2147485040" r:id="rId76"/>
    <p:sldLayoutId id="2147485041" r:id="rId77"/>
    <p:sldLayoutId id="2147485042" r:id="rId78"/>
    <p:sldLayoutId id="2147485043" r:id="rId79"/>
    <p:sldLayoutId id="2147485044" r:id="rId80"/>
    <p:sldLayoutId id="2147485045" r:id="rId81"/>
    <p:sldLayoutId id="2147485046" r:id="rId82"/>
    <p:sldLayoutId id="2147485047" r:id="rId83"/>
    <p:sldLayoutId id="2147485048" r:id="rId84"/>
    <p:sldLayoutId id="2147485049" r:id="rId85"/>
    <p:sldLayoutId id="2147485050" r:id="rId86"/>
    <p:sldLayoutId id="2147485051" r:id="rId87"/>
    <p:sldLayoutId id="2147485052" r:id="rId88"/>
    <p:sldLayoutId id="2147485053" r:id="rId89"/>
    <p:sldLayoutId id="2147485054" r:id="rId90"/>
    <p:sldLayoutId id="2147485055" r:id="rId91"/>
    <p:sldLayoutId id="2147485056" r:id="rId92"/>
    <p:sldLayoutId id="2147485057" r:id="rId93"/>
    <p:sldLayoutId id="2147485058" r:id="rId94"/>
    <p:sldLayoutId id="2147485059" r:id="rId95"/>
    <p:sldLayoutId id="2147485060" r:id="rId96"/>
    <p:sldLayoutId id="2147485061" r:id="rId97"/>
  </p:sldLayoutIdLst>
  <p:hf hdr="0"/>
  <p:txStyles>
    <p:titleStyle>
      <a:lvl1pPr algn="l" defTabSz="914400" rtl="0" eaLnBrk="1" latinLnBrk="0" hangingPunct="1">
        <a:lnSpc>
          <a:spcPts val="2800"/>
        </a:lnSpc>
        <a:spcBef>
          <a:spcPct val="0"/>
        </a:spcBef>
        <a:buNone/>
        <a:tabLst>
          <a:tab pos="11031538" algn="r"/>
        </a:tabLst>
        <a:defRPr sz="2400" b="0" kern="1200" spc="0" baseline="0">
          <a:solidFill>
            <a:schemeClr val="tx1"/>
          </a:solidFill>
          <a:latin typeface="Segoe UI Light" panose="020B0502040204020203" pitchFamily="34" charset="0"/>
          <a:ea typeface="Segoe UI Black" panose="020B0A02040204020203" pitchFamily="34" charset="0"/>
          <a:cs typeface="Segoe UI Light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ts val="1800"/>
        </a:lnSpc>
        <a:spcBef>
          <a:spcPts val="300"/>
        </a:spcBef>
        <a:spcAft>
          <a:spcPts val="300"/>
        </a:spcAft>
        <a:buClr>
          <a:schemeClr val="accent2"/>
        </a:buClr>
        <a:buSzPct val="100000"/>
        <a:buFont typeface="Verdana" panose="020B0604030504040204" pitchFamily="34" charset="0"/>
        <a:buNone/>
        <a:tabLst>
          <a:tab pos="182563" algn="l"/>
        </a:tabLst>
        <a:defRPr lang="en-US" sz="1400" b="0" kern="1200" baseline="0" noProof="0" dirty="0">
          <a:solidFill>
            <a:schemeClr val="tx2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ts val="1800"/>
        </a:lnSpc>
        <a:spcBef>
          <a:spcPts val="300"/>
        </a:spcBef>
        <a:spcAft>
          <a:spcPts val="300"/>
        </a:spcAft>
        <a:buClr>
          <a:srgbClr val="FF4B4B"/>
        </a:buClr>
        <a:buSzPct val="120000"/>
        <a:buFont typeface="Segoe UI" panose="020B0502040204020203" pitchFamily="34" charset="0"/>
        <a:buChar char="•"/>
        <a:tabLst>
          <a:tab pos="182563" algn="l"/>
        </a:tabLst>
        <a:defRPr lang="en-US" sz="1400" kern="1200" dirty="0">
          <a:solidFill>
            <a:schemeClr val="tx2"/>
          </a:solidFill>
          <a:latin typeface="+mn-lt"/>
          <a:ea typeface="+mn-ea"/>
          <a:cs typeface="+mn-cs"/>
        </a:defRPr>
      </a:lvl2pPr>
      <a:lvl3pPr marL="432000" indent="-216000" algn="l" defTabSz="914400" rtl="0" eaLnBrk="1" latinLnBrk="0" hangingPunct="1">
        <a:lnSpc>
          <a:spcPts val="1800"/>
        </a:lnSpc>
        <a:spcBef>
          <a:spcPts val="300"/>
        </a:spcBef>
        <a:spcAft>
          <a:spcPts val="300"/>
        </a:spcAft>
        <a:buClr>
          <a:srgbClr val="FF4B4B"/>
        </a:buClr>
        <a:buSzPct val="120000"/>
        <a:buFont typeface="Segoe UI" panose="020B0502040204020203" pitchFamily="34" charset="0"/>
        <a:buChar char="‒"/>
        <a:tabLst>
          <a:tab pos="182563" algn="l"/>
        </a:tabLst>
        <a:defRPr lang="en-US" sz="1400" b="0" kern="1200" baseline="0" noProof="0" dirty="0" smtClean="0">
          <a:solidFill>
            <a:schemeClr val="tx2"/>
          </a:solidFill>
          <a:latin typeface="+mn-lt"/>
          <a:ea typeface="+mn-ea"/>
          <a:cs typeface="+mn-cs"/>
        </a:defRPr>
      </a:lvl3pPr>
      <a:lvl4pPr marL="648000" indent="-216000" algn="l" defTabSz="914400" rtl="0" eaLnBrk="1" latinLnBrk="0" hangingPunct="1">
        <a:lnSpc>
          <a:spcPts val="1800"/>
        </a:lnSpc>
        <a:spcBef>
          <a:spcPts val="300"/>
        </a:spcBef>
        <a:spcAft>
          <a:spcPts val="300"/>
        </a:spcAft>
        <a:buClr>
          <a:srgbClr val="FF4B4B"/>
        </a:buClr>
        <a:buSzPct val="120000"/>
        <a:buFont typeface="Segoe UI" panose="020B0502040204020203" pitchFamily="34" charset="0"/>
        <a:buChar char="−"/>
        <a:tabLst>
          <a:tab pos="182563" algn="l"/>
        </a:tabLst>
        <a:defRPr lang="en-US" sz="1400" b="0" kern="1200" cap="none" spc="10" baseline="0" noProof="0" dirty="0">
          <a:solidFill>
            <a:schemeClr val="tx1"/>
          </a:solidFill>
          <a:latin typeface="+mn-lt"/>
          <a:ea typeface="+mn-ea"/>
          <a:cs typeface="Segoe UI Light" panose="020B0502040204020203" pitchFamily="34" charset="0"/>
        </a:defRPr>
      </a:lvl4pPr>
      <a:lvl5pPr marL="0" indent="0" algn="l" defTabSz="914400" rtl="0" eaLnBrk="1" latinLnBrk="0" hangingPunct="1">
        <a:lnSpc>
          <a:spcPct val="110000"/>
        </a:lnSpc>
        <a:spcBef>
          <a:spcPts val="600"/>
        </a:spcBef>
        <a:spcAft>
          <a:spcPts val="300"/>
        </a:spcAft>
        <a:buFont typeface="Arial" panose="020B0604020202020204" pitchFamily="34" charset="0"/>
        <a:buNone/>
        <a:tabLst>
          <a:tab pos="182563" algn="l"/>
        </a:tabLst>
        <a:defRPr lang="en-US" sz="1400" b="0" kern="1200" spc="40" baseline="0" noProof="0" dirty="0">
          <a:solidFill>
            <a:schemeClr val="accent1"/>
          </a:solidFill>
          <a:latin typeface="Segoe UI Semibold" panose="020B0702040204020203" pitchFamily="34" charset="0"/>
          <a:ea typeface="+mn-ea"/>
          <a:cs typeface="Segoe UI Semibold" panose="020B0702040204020203" pitchFamily="34" charset="0"/>
        </a:defRPr>
      </a:lvl5pPr>
      <a:lvl6pPr marL="216000" indent="-216000" algn="l" defTabSz="914400" rtl="0" eaLnBrk="1" latinLnBrk="0" hangingPunct="1">
        <a:lnSpc>
          <a:spcPts val="1800"/>
        </a:lnSpc>
        <a:spcBef>
          <a:spcPts val="300"/>
        </a:spcBef>
        <a:spcAft>
          <a:spcPts val="300"/>
        </a:spcAft>
        <a:buClr>
          <a:schemeClr val="accent1"/>
        </a:buClr>
        <a:buFont typeface="+mj-lt"/>
        <a:buAutoNum type="arabicPeriod"/>
        <a:tabLst>
          <a:tab pos="182563" algn="l"/>
        </a:tabLst>
        <a:defRPr lang="en-US" sz="1400" b="0" kern="1200" cap="none" spc="40" baseline="0" noProof="0" dirty="0">
          <a:solidFill>
            <a:schemeClr val="tx1"/>
          </a:solidFill>
          <a:latin typeface="+mn-lt"/>
          <a:ea typeface="Segoe UI Black" panose="020B0A02040204020203" pitchFamily="34" charset="0"/>
          <a:cs typeface="Segoe UI Light" panose="020B0502040204020203" pitchFamily="34" charset="0"/>
        </a:defRPr>
      </a:lvl6pPr>
      <a:lvl7pPr marL="432000" indent="-216000" algn="l" defTabSz="914400" rtl="0" eaLnBrk="1" latinLnBrk="0" hangingPunct="1">
        <a:lnSpc>
          <a:spcPts val="1800"/>
        </a:lnSpc>
        <a:spcBef>
          <a:spcPts val="300"/>
        </a:spcBef>
        <a:spcAft>
          <a:spcPts val="300"/>
        </a:spcAft>
        <a:buClr>
          <a:schemeClr val="accent1"/>
        </a:buClr>
        <a:buFont typeface="+mj-lt"/>
        <a:buAutoNum type="alphaLcPeriod"/>
        <a:tabLst>
          <a:tab pos="182563" algn="l"/>
        </a:tabLst>
        <a:defRPr lang="nl-NL" sz="1400" kern="1200" noProof="0" dirty="0">
          <a:solidFill>
            <a:schemeClr val="tx2"/>
          </a:solidFill>
          <a:latin typeface="+mn-lt"/>
          <a:ea typeface="+mn-ea"/>
          <a:cs typeface="+mn-cs"/>
        </a:defRPr>
      </a:lvl7pPr>
      <a:lvl8pPr marL="216000" indent="-216000" algn="l" defTabSz="914400" rtl="0" eaLnBrk="1" latinLnBrk="0" hangingPunct="1">
        <a:lnSpc>
          <a:spcPts val="1800"/>
        </a:lnSpc>
        <a:spcBef>
          <a:spcPts val="300"/>
        </a:spcBef>
        <a:spcAft>
          <a:spcPts val="300"/>
        </a:spcAft>
        <a:buClr>
          <a:schemeClr val="tx2"/>
        </a:buClr>
        <a:buFont typeface="Wingdings 3" panose="05040102010807070707" pitchFamily="18" charset="2"/>
        <a:buChar char="g"/>
        <a:tabLst>
          <a:tab pos="182563" algn="l"/>
        </a:tabLst>
        <a:defRPr lang="nl-NL" sz="1400" kern="1200" noProof="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ts val="1800"/>
        </a:lnSpc>
        <a:spcBef>
          <a:spcPts val="600"/>
        </a:spcBef>
        <a:spcAft>
          <a:spcPts val="300"/>
        </a:spcAft>
        <a:buClr>
          <a:schemeClr val="accent4"/>
        </a:buClr>
        <a:buFontTx/>
        <a:buNone/>
        <a:tabLst>
          <a:tab pos="182563" algn="l"/>
        </a:tabLst>
        <a:defRPr lang="nl-NL" sz="1400" i="0" kern="1200" cap="all" spc="100" baseline="0" noProof="0" dirty="0" smtClean="0">
          <a:solidFill>
            <a:schemeClr val="tx1"/>
          </a:solidFill>
          <a:latin typeface="Segoe UI Semibold" panose="020B0702040204020203" pitchFamily="34" charset="0"/>
          <a:ea typeface="+mn-ea"/>
          <a:cs typeface="Segoe UI Semibold" panose="020B0702040204020203" pitchFamily="34" charset="0"/>
        </a:defRPr>
      </a:lvl9pPr>
    </p:bodyStyle>
    <p:otherStyle>
      <a:defPPr>
        <a:defRPr lang="nl-NL"/>
      </a:defPPr>
      <a:lvl1pPr marL="0" algn="l" defTabSz="9144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47">
          <p15:clr>
            <a:srgbClr val="F26B43"/>
          </p15:clr>
        </p15:guide>
        <p15:guide id="33" orient="horz" pos="391">
          <p15:clr>
            <a:srgbClr val="5ACBF0"/>
          </p15:clr>
        </p15:guide>
        <p15:guide id="35" orient="horz" pos="935">
          <p15:clr>
            <a:srgbClr val="F26B43"/>
          </p15:clr>
        </p15:guide>
        <p15:guide id="36" pos="7333">
          <p15:clr>
            <a:srgbClr val="F26B43"/>
          </p15:clr>
        </p15:guide>
        <p15:guide id="37" orient="horz" pos="3884">
          <p15:clr>
            <a:srgbClr val="F26B43"/>
          </p15:clr>
        </p15:guide>
        <p15:guide id="38" orient="horz" pos="4320">
          <p15:clr>
            <a:srgbClr val="F26B43"/>
          </p15:clr>
        </p15:guide>
        <p15:guide id="39" orient="horz" pos="2954">
          <p15:clr>
            <a:srgbClr val="F26B43"/>
          </p15:clr>
        </p15:guide>
        <p15:guide id="40" orient="horz" pos="125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7.xml"/><Relationship Id="rId6" Type="http://schemas.openxmlformats.org/officeDocument/2006/relationships/image" Target="../media/image14.svg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3DCFDB7-82D9-7E4E-D5DD-667BE54613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6377755"/>
            <a:ext cx="6120000" cy="900000"/>
          </a:xfrm>
        </p:spPr>
        <p:txBody>
          <a:bodyPr/>
          <a:lstStyle/>
          <a:p>
            <a:r>
              <a:rPr lang="en-US" dirty="0" err="1"/>
              <a:t>valantic</a:t>
            </a:r>
            <a:r>
              <a:rPr lang="en-US" dirty="0"/>
              <a:t> DAA </a:t>
            </a:r>
            <a:r>
              <a:rPr lang="en-US" dirty="0" err="1"/>
              <a:t>Acadamy</a:t>
            </a:r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A3C7E215-3D80-C09C-0AE2-28FDA7080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1631114"/>
            <a:ext cx="6120000" cy="1745544"/>
          </a:xfrm>
        </p:spPr>
        <p:txBody>
          <a:bodyPr vert="horz" anchor="b"/>
          <a:lstStyle/>
          <a:p>
            <a:r>
              <a:rPr lang="de-DE" sz="4400" b="1" dirty="0" err="1"/>
              <a:t>LLMOps</a:t>
            </a:r>
            <a:r>
              <a:rPr lang="de-DE" sz="4400" dirty="0"/>
              <a:t> Spotlight</a:t>
            </a:r>
            <a:endParaRPr lang="en-US" sz="4400" dirty="0"/>
          </a:p>
        </p:txBody>
      </p:sp>
      <p:pic>
        <p:nvPicPr>
          <p:cNvPr id="1026" name="Picture 2" descr="MLflow: Eine Plattform für den Machine Learning Lifecycle">
            <a:extLst>
              <a:ext uri="{FF2B5EF4-FFF2-40B4-BE49-F238E27FC236}">
                <a16:creationId xmlns:a16="http://schemas.microsoft.com/office/drawing/2014/main" id="{A3BC1159-D943-2B88-CEBB-5E6D94F6A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91" y="3863460"/>
            <a:ext cx="1303137" cy="651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Grafik 2" descr="Ein Bild, das Schrift, Grafiken, weiß, Logo enthält.&#10;&#10;KI-generierte Inhalte können fehlerhaft sein.">
            <a:extLst>
              <a:ext uri="{FF2B5EF4-FFF2-40B4-BE49-F238E27FC236}">
                <a16:creationId xmlns:a16="http://schemas.microsoft.com/office/drawing/2014/main" id="{F09349E5-0F1B-EE26-86E8-4EBC2B8B17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6498" y="3875530"/>
            <a:ext cx="2504472" cy="651570"/>
          </a:xfrm>
          <a:prstGeom prst="rect">
            <a:avLst/>
          </a:prstGeom>
        </p:spPr>
      </p:pic>
      <p:pic>
        <p:nvPicPr>
          <p:cNvPr id="1028" name="Picture 4" descr="AWS Marketplace: LiteLLM">
            <a:extLst>
              <a:ext uri="{FF2B5EF4-FFF2-40B4-BE49-F238E27FC236}">
                <a16:creationId xmlns:a16="http://schemas.microsoft.com/office/drawing/2014/main" id="{C15B396C-CB79-4E81-8200-C18A26AE3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3709" y="3960261"/>
            <a:ext cx="1586291" cy="482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4263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0190A-CC7F-E3A2-02B1-CC3FFBA9C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</p:spPr>
        <p:txBody>
          <a:bodyPr/>
          <a:lstStyle/>
          <a:p>
            <a:fld id="{D7B5DC5B-6873-43DB-ADC7-B15ACCE0DFD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EE4FF3-1AAB-F897-AC0C-79AD72EA2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0749" y="6379200"/>
            <a:ext cx="4082389" cy="180000"/>
          </a:xfrm>
        </p:spPr>
        <p:txBody>
          <a:bodyPr/>
          <a:lstStyle/>
          <a:p>
            <a:r>
              <a:rPr lang="en-US"/>
              <a:t>valantic layout samples Route A</a:t>
            </a:r>
            <a:endParaRPr lang="nl-NL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B7C34D-6386-21B4-CE9D-67E8FD524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</p:spPr>
        <p:txBody>
          <a:bodyPr/>
          <a:lstStyle/>
          <a:p>
            <a:r>
              <a:rPr lang="en-US"/>
              <a:t>April 26, 2024</a:t>
            </a:r>
            <a:endParaRPr lang="nl-NL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95E14A7-6C8C-A4C8-E930-58444C4C8B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00" y="396000"/>
            <a:ext cx="7164000" cy="144000"/>
          </a:xfrm>
        </p:spPr>
        <p:txBody>
          <a:bodyPr/>
          <a:lstStyle/>
          <a:p>
            <a:r>
              <a:rPr lang="en-GB" dirty="0" err="1"/>
              <a:t>Valantic</a:t>
            </a:r>
            <a:r>
              <a:rPr lang="en-GB" dirty="0"/>
              <a:t> DAA </a:t>
            </a:r>
            <a:r>
              <a:rPr lang="en-GB" dirty="0" err="1"/>
              <a:t>Acadamy</a:t>
            </a:r>
            <a:r>
              <a:rPr lang="en-GB" dirty="0"/>
              <a:t> : </a:t>
            </a:r>
            <a:r>
              <a:rPr lang="en-GB" dirty="0" err="1"/>
              <a:t>LLMOps</a:t>
            </a:r>
            <a:r>
              <a:rPr lang="en-GB" dirty="0"/>
              <a:t> Spotlight</a:t>
            </a:r>
            <a:endParaRPr lang="en-US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7B76890-B77D-D6F5-325C-D5333E4E6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1443" y="1140790"/>
            <a:ext cx="7761873" cy="4305781"/>
          </a:xfr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de-DE" sz="5400" b="1" dirty="0" err="1"/>
              <a:t>You</a:t>
            </a:r>
            <a:r>
              <a:rPr lang="de-DE" sz="5400" b="1" dirty="0"/>
              <a:t> </a:t>
            </a:r>
            <a:r>
              <a:rPr lang="de-DE" sz="5400" b="1" dirty="0" err="1"/>
              <a:t>can‘t</a:t>
            </a:r>
            <a:r>
              <a:rPr lang="de-DE" sz="5400" b="1" dirty="0"/>
              <a:t> </a:t>
            </a:r>
            <a:r>
              <a:rPr lang="de-DE" sz="5400" b="1" dirty="0" err="1"/>
              <a:t>improve</a:t>
            </a:r>
            <a:r>
              <a:rPr lang="de-DE" sz="5400" b="1" dirty="0"/>
              <a:t> </a:t>
            </a:r>
            <a:br>
              <a:rPr lang="de-DE" sz="5400" b="1" dirty="0"/>
            </a:br>
            <a:r>
              <a:rPr lang="de-DE" sz="5400" b="1" dirty="0" err="1"/>
              <a:t>what</a:t>
            </a:r>
            <a:r>
              <a:rPr lang="de-DE" sz="5400" b="1" dirty="0"/>
              <a:t> </a:t>
            </a:r>
            <a:r>
              <a:rPr lang="de-DE" sz="5400" b="1" dirty="0" err="1"/>
              <a:t>you</a:t>
            </a:r>
            <a:r>
              <a:rPr lang="de-DE" sz="5400" b="1" dirty="0"/>
              <a:t> </a:t>
            </a:r>
            <a:r>
              <a:rPr lang="de-DE" sz="5400" b="1" dirty="0" err="1"/>
              <a:t>don‘t</a:t>
            </a:r>
            <a:r>
              <a:rPr lang="de-DE" sz="5400" b="1" dirty="0"/>
              <a:t> </a:t>
            </a:r>
            <a:r>
              <a:rPr lang="de-DE" sz="5400" b="1" dirty="0" err="1"/>
              <a:t>measure</a:t>
            </a:r>
            <a:r>
              <a:rPr lang="de-DE" sz="54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6168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75B43-17D4-FA75-9111-13AA6D36A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E4E8BF-76AC-037F-8AA9-97CEB3BF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 AI Cycle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7A74D9-3DB7-ED46-DF93-E8FD9A6525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 err="1"/>
              <a:t>Valantic</a:t>
            </a:r>
            <a:r>
              <a:rPr lang="en-GB" dirty="0"/>
              <a:t> DAA </a:t>
            </a:r>
            <a:r>
              <a:rPr lang="en-GB" dirty="0" err="1"/>
              <a:t>Acadamy</a:t>
            </a:r>
            <a:r>
              <a:rPr lang="en-GB" dirty="0"/>
              <a:t> : </a:t>
            </a:r>
            <a:r>
              <a:rPr lang="en-GB" dirty="0" err="1"/>
              <a:t>LLMOps</a:t>
            </a:r>
            <a:r>
              <a:rPr lang="en-GB" dirty="0"/>
              <a:t> Spotlight</a:t>
            </a:r>
            <a:endParaRPr lang="en-US" dirty="0"/>
          </a:p>
        </p:txBody>
      </p:sp>
      <p:sp>
        <p:nvSpPr>
          <p:cNvPr id="39" name="slide number">
            <a:extLst>
              <a:ext uri="{FF2B5EF4-FFF2-40B4-BE49-F238E27FC236}">
                <a16:creationId xmlns:a16="http://schemas.microsoft.com/office/drawing/2014/main" id="{CFCEDC7A-10DE-B205-8296-2043AEE9D49E}"/>
              </a:ext>
            </a:extLst>
          </p:cNvPr>
          <p:cNvSpPr txBox="1">
            <a:spLocks/>
          </p:cNvSpPr>
          <p:nvPr/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defPPr>
              <a:defRPr lang="en-DE"/>
            </a:defPPr>
            <a:lvl1pPr marL="0" algn="r" defTabSz="914400" rtl="0" eaLnBrk="1" latinLnBrk="0" hangingPunct="1">
              <a:defRPr lang="en-GB" sz="800" kern="1200" smtClean="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E51A47-59B7-4679-991D-2574A84B9007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15E0374-16FF-1813-EC76-0D673E5C5A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138" y="6379200"/>
            <a:ext cx="288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 lang="en-GB" smtClean="0"/>
            </a:lvl1pPr>
          </a:lstStyle>
          <a:p>
            <a:fld id="{46E51A47-59B7-4679-991D-2574A84B9007}" type="slidenum">
              <a:rPr lang="de-DE" smtClean="0"/>
              <a:t>3</a:t>
            </a:fld>
            <a:endParaRPr lang="de-DE"/>
          </a:p>
        </p:txBody>
      </p:sp>
      <p:sp>
        <p:nvSpPr>
          <p:cNvPr id="10" name="date">
            <a:extLst>
              <a:ext uri="{FF2B5EF4-FFF2-40B4-BE49-F238E27FC236}">
                <a16:creationId xmlns:a16="http://schemas.microsoft.com/office/drawing/2014/main" id="{65AC4FDE-37F6-D85F-6287-3BD65C429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0000" y="6379200"/>
            <a:ext cx="2160000" cy="1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8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3DF42300-562B-47A5-8D06-D30D14934A56}" type="datetime1">
              <a:rPr lang="de-DE" smtClean="0"/>
              <a:t>12.03.26</a:t>
            </a:fld>
            <a:endParaRPr lang="de-DE"/>
          </a:p>
        </p:txBody>
      </p:sp>
      <p:sp>
        <p:nvSpPr>
          <p:cNvPr id="91" name="TextBox 51">
            <a:extLst>
              <a:ext uri="{FF2B5EF4-FFF2-40B4-BE49-F238E27FC236}">
                <a16:creationId xmlns:a16="http://schemas.microsoft.com/office/drawing/2014/main" id="{88645855-A74E-51F6-5A15-FA3F0059DD7E}"/>
              </a:ext>
            </a:extLst>
          </p:cNvPr>
          <p:cNvSpPr txBox="1"/>
          <p:nvPr/>
        </p:nvSpPr>
        <p:spPr>
          <a:xfrm>
            <a:off x="5004915" y="6394981"/>
            <a:ext cx="6094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900"/>
              <a:t>mit der etablierten CRISP-DM Methode</a:t>
            </a:r>
            <a:endParaRPr lang="en-US" sz="900"/>
          </a:p>
        </p:txBody>
      </p:sp>
      <p:sp>
        <p:nvSpPr>
          <p:cNvPr id="92" name="TextBox 51">
            <a:extLst>
              <a:ext uri="{FF2B5EF4-FFF2-40B4-BE49-F238E27FC236}">
                <a16:creationId xmlns:a16="http://schemas.microsoft.com/office/drawing/2014/main" id="{D2972D46-2E48-841B-3CA8-EF7B8078C829}"/>
              </a:ext>
            </a:extLst>
          </p:cNvPr>
          <p:cNvSpPr txBox="1"/>
          <p:nvPr/>
        </p:nvSpPr>
        <p:spPr>
          <a:xfrm>
            <a:off x="5157315" y="6390624"/>
            <a:ext cx="60944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de-DE" sz="900">
                <a:solidFill>
                  <a:schemeClr val="bg1"/>
                </a:solidFill>
              </a:rPr>
              <a:t>mit der etablierten CRISP-DM Methode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2" name="Textfeld 254">
            <a:extLst>
              <a:ext uri="{FF2B5EF4-FFF2-40B4-BE49-F238E27FC236}">
                <a16:creationId xmlns:a16="http://schemas.microsoft.com/office/drawing/2014/main" id="{80F161E8-2E19-A52F-7041-2BCE4EDF3B53}"/>
              </a:ext>
            </a:extLst>
          </p:cNvPr>
          <p:cNvSpPr txBox="1"/>
          <p:nvPr/>
        </p:nvSpPr>
        <p:spPr bwMode="gray">
          <a:xfrm>
            <a:off x="983432" y="4049746"/>
            <a:ext cx="297001" cy="1036526"/>
          </a:xfrm>
          <a:prstGeom prst="rect">
            <a:avLst/>
          </a:prstGeom>
          <a:solidFill>
            <a:schemeClr val="accent5"/>
          </a:solidFill>
        </p:spPr>
        <p:txBody>
          <a:bodyPr vert="vert270" wrap="none" lIns="0" tIns="0" rIns="0" bIns="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</a:pPr>
            <a:r>
              <a:rPr lang="en-US" sz="9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5%</a:t>
            </a:r>
          </a:p>
        </p:txBody>
      </p:sp>
      <p:sp>
        <p:nvSpPr>
          <p:cNvPr id="12" name="Textfeld 255">
            <a:extLst>
              <a:ext uri="{FF2B5EF4-FFF2-40B4-BE49-F238E27FC236}">
                <a16:creationId xmlns:a16="http://schemas.microsoft.com/office/drawing/2014/main" id="{1C8EAA83-5230-4412-548F-47D853A7D61D}"/>
              </a:ext>
            </a:extLst>
          </p:cNvPr>
          <p:cNvSpPr txBox="1"/>
          <p:nvPr/>
        </p:nvSpPr>
        <p:spPr bwMode="gray">
          <a:xfrm>
            <a:off x="983432" y="5127158"/>
            <a:ext cx="297001" cy="1036526"/>
          </a:xfrm>
          <a:prstGeom prst="rect">
            <a:avLst/>
          </a:prstGeom>
          <a:solidFill>
            <a:schemeClr val="accent4"/>
          </a:solidFill>
        </p:spPr>
        <p:txBody>
          <a:bodyPr vert="vert270" wrap="none" lIns="0" tIns="0" rIns="0" bIns="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</a:pPr>
            <a:r>
              <a:rPr lang="en-US" sz="9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10%</a:t>
            </a:r>
          </a:p>
        </p:txBody>
      </p:sp>
      <p:sp>
        <p:nvSpPr>
          <p:cNvPr id="21" name="Textfeld 257">
            <a:extLst>
              <a:ext uri="{FF2B5EF4-FFF2-40B4-BE49-F238E27FC236}">
                <a16:creationId xmlns:a16="http://schemas.microsoft.com/office/drawing/2014/main" id="{4874DBF6-F2B5-B7C0-A94F-2C83B15AEDC7}"/>
              </a:ext>
            </a:extLst>
          </p:cNvPr>
          <p:cNvSpPr txBox="1"/>
          <p:nvPr/>
        </p:nvSpPr>
        <p:spPr bwMode="gray">
          <a:xfrm>
            <a:off x="983432" y="2768279"/>
            <a:ext cx="293948" cy="1240581"/>
          </a:xfrm>
          <a:prstGeom prst="rect">
            <a:avLst/>
          </a:prstGeom>
          <a:solidFill>
            <a:schemeClr val="accent6"/>
          </a:solidFill>
        </p:spPr>
        <p:txBody>
          <a:bodyPr vert="vert270" wrap="none" lIns="0" tIns="0" rIns="0" bIns="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</a:pPr>
            <a:r>
              <a:rPr lang="en-US" sz="9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30% </a:t>
            </a:r>
          </a:p>
        </p:txBody>
      </p:sp>
      <p:sp>
        <p:nvSpPr>
          <p:cNvPr id="22" name="Textfeld 257">
            <a:extLst>
              <a:ext uri="{FF2B5EF4-FFF2-40B4-BE49-F238E27FC236}">
                <a16:creationId xmlns:a16="http://schemas.microsoft.com/office/drawing/2014/main" id="{9A76F80C-D22F-F689-BC6C-0BF1BAB659A7}"/>
              </a:ext>
            </a:extLst>
          </p:cNvPr>
          <p:cNvSpPr txBox="1"/>
          <p:nvPr/>
        </p:nvSpPr>
        <p:spPr bwMode="gray">
          <a:xfrm>
            <a:off x="983432" y="1486812"/>
            <a:ext cx="293948" cy="124058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vert270" wrap="none" lIns="0" tIns="0" rIns="0" bIns="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</a:pPr>
            <a:r>
              <a:rPr lang="en-US" sz="900">
                <a:solidFill>
                  <a:schemeClr val="bg1"/>
                </a:solidFill>
                <a:cs typeface="Segoe UI" panose="020B0502040204020203" pitchFamily="34" charset="0"/>
              </a:rPr>
              <a:t>5</a:t>
            </a:r>
            <a:r>
              <a:rPr lang="en-US" sz="9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% </a:t>
            </a:r>
          </a:p>
        </p:txBody>
      </p:sp>
      <p:sp>
        <p:nvSpPr>
          <p:cNvPr id="24" name="Prozess 23">
            <a:extLst>
              <a:ext uri="{FF2B5EF4-FFF2-40B4-BE49-F238E27FC236}">
                <a16:creationId xmlns:a16="http://schemas.microsoft.com/office/drawing/2014/main" id="{85FC5F2C-06F9-B720-EF7F-979EDDCA2156}"/>
              </a:ext>
            </a:extLst>
          </p:cNvPr>
          <p:cNvSpPr/>
          <p:nvPr/>
        </p:nvSpPr>
        <p:spPr>
          <a:xfrm>
            <a:off x="1414890" y="1486812"/>
            <a:ext cx="2545147" cy="1256338"/>
          </a:xfrm>
          <a:prstGeom prst="flowChartProcess">
            <a:avLst/>
          </a:prstGeom>
          <a:noFill/>
          <a:ln w="9525" cap="flat">
            <a:noFill/>
            <a:prstDash val="solid"/>
            <a:miter/>
          </a:ln>
        </p:spPr>
        <p:txBody>
          <a:bodyPr lIns="0" tIns="0" rIns="0" bIns="0" rtlCol="0" anchor="ctr" anchorCtr="0"/>
          <a:lstStyle/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  <a:cs typeface="Segoe UI" panose="020B0502040204020203" pitchFamily="34" charset="0"/>
              </a:rPr>
              <a:t>Lean Business Case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  <a:cs typeface="Segoe UI" panose="020B0502040204020203" pitchFamily="34" charset="0"/>
              </a:rPr>
              <a:t>Deployment in </a:t>
            </a:r>
            <a:r>
              <a:rPr lang="en-US" sz="1200" err="1">
                <a:solidFill>
                  <a:schemeClr val="bg1"/>
                </a:solidFill>
                <a:cs typeface="Segoe UI" panose="020B0502040204020203" pitchFamily="34" charset="0"/>
              </a:rPr>
              <a:t>Shadowmode</a:t>
            </a:r>
            <a:endParaRPr lang="en-US" sz="1200">
              <a:solidFill>
                <a:schemeClr val="bg1"/>
              </a:solidFill>
              <a:cs typeface="Segoe UI" panose="020B0502040204020203" pitchFamily="34" charset="0"/>
            </a:endParaRP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  <a:cs typeface="Segoe UI" panose="020B0502040204020203" pitchFamily="34" charset="0"/>
              </a:rPr>
              <a:t>Historical Simulation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  <a:cs typeface="Segoe UI" panose="020B0502040204020203" pitchFamily="34" charset="0"/>
              </a:rPr>
              <a:t>Monitor Business Impact</a:t>
            </a:r>
            <a:endParaRPr lang="de-DE" sz="1200" b="1" i="0" noProof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29" name="Prozess 28">
            <a:extLst>
              <a:ext uri="{FF2B5EF4-FFF2-40B4-BE49-F238E27FC236}">
                <a16:creationId xmlns:a16="http://schemas.microsoft.com/office/drawing/2014/main" id="{B1CC944C-B382-D3B8-048A-45B8C5330F57}"/>
              </a:ext>
            </a:extLst>
          </p:cNvPr>
          <p:cNvSpPr/>
          <p:nvPr/>
        </p:nvSpPr>
        <p:spPr>
          <a:xfrm>
            <a:off x="1398654" y="2768279"/>
            <a:ext cx="2545147" cy="1240581"/>
          </a:xfrm>
          <a:prstGeom prst="flowChartProcess">
            <a:avLst/>
          </a:prstGeom>
          <a:noFill/>
          <a:ln w="9525" cap="flat">
            <a:noFill/>
            <a:prstDash val="solid"/>
            <a:miter/>
          </a:ln>
        </p:spPr>
        <p:txBody>
          <a:bodyPr lIns="0" tIns="0" rIns="0" bIns="0" rtlCol="0" anchor="ctr" anchorCtr="0"/>
          <a:lstStyle/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  <a:cs typeface="Segoe UI" panose="020B0502040204020203" pitchFamily="34" charset="0"/>
              </a:rPr>
              <a:t>Plan technical solution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  <a:cs typeface="Segoe UI" panose="020B0502040204020203" pitchFamily="34" charset="0"/>
              </a:rPr>
              <a:t>Build technical solution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  <a:cs typeface="Segoe UI" panose="020B0502040204020203" pitchFamily="34" charset="0"/>
              </a:rPr>
              <a:t>Integrate technical solution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  <a:cs typeface="Segoe UI" panose="020B0502040204020203" pitchFamily="34" charset="0"/>
              </a:rPr>
              <a:t>Deploys technical solution</a:t>
            </a:r>
            <a:endParaRPr lang="de-DE" sz="1200">
              <a:solidFill>
                <a:schemeClr val="bg1"/>
              </a:solidFill>
            </a:endParaRPr>
          </a:p>
        </p:txBody>
      </p:sp>
      <p:sp>
        <p:nvSpPr>
          <p:cNvPr id="30" name="Prozess 29">
            <a:extLst>
              <a:ext uri="{FF2B5EF4-FFF2-40B4-BE49-F238E27FC236}">
                <a16:creationId xmlns:a16="http://schemas.microsoft.com/office/drawing/2014/main" id="{AC324E70-A1EC-4662-E99C-024CD4EF8BD6}"/>
              </a:ext>
            </a:extLst>
          </p:cNvPr>
          <p:cNvSpPr/>
          <p:nvPr/>
        </p:nvSpPr>
        <p:spPr>
          <a:xfrm>
            <a:off x="1414890" y="4049746"/>
            <a:ext cx="2545147" cy="1036526"/>
          </a:xfrm>
          <a:prstGeom prst="flowChartProcess">
            <a:avLst/>
          </a:prstGeom>
          <a:noFill/>
          <a:ln w="9525" cap="flat">
            <a:noFill/>
            <a:prstDash val="solid"/>
            <a:miter/>
          </a:ln>
        </p:spPr>
        <p:txBody>
          <a:bodyPr lIns="0" tIns="0" rIns="0" bIns="0" rtlCol="0" anchor="ctr" anchorCtr="0"/>
          <a:lstStyle/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  <a:cs typeface="Segoe UI" panose="020B0502040204020203" pitchFamily="34" charset="0"/>
              </a:rPr>
              <a:t>Evaluate the results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  <a:cs typeface="Segoe UI" panose="020B0502040204020203" pitchFamily="34" charset="0"/>
              </a:rPr>
              <a:t>Review the process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  <a:cs typeface="Segoe UI" panose="020B0502040204020203" pitchFamily="34" charset="0"/>
              </a:rPr>
              <a:t>Determine the next steps</a:t>
            </a:r>
            <a:endParaRPr lang="de-DE" sz="1200">
              <a:solidFill>
                <a:schemeClr val="bg1"/>
              </a:solidFill>
            </a:endParaRPr>
          </a:p>
        </p:txBody>
      </p:sp>
      <p:sp>
        <p:nvSpPr>
          <p:cNvPr id="31" name="Prozess 30">
            <a:extLst>
              <a:ext uri="{FF2B5EF4-FFF2-40B4-BE49-F238E27FC236}">
                <a16:creationId xmlns:a16="http://schemas.microsoft.com/office/drawing/2014/main" id="{F55BE0D7-9FFC-3246-47C0-71A696D6894A}"/>
              </a:ext>
            </a:extLst>
          </p:cNvPr>
          <p:cNvSpPr/>
          <p:nvPr/>
        </p:nvSpPr>
        <p:spPr>
          <a:xfrm>
            <a:off x="1398653" y="5136917"/>
            <a:ext cx="2545147" cy="1036527"/>
          </a:xfrm>
          <a:prstGeom prst="flowChartProcess">
            <a:avLst/>
          </a:prstGeom>
          <a:noFill/>
          <a:ln w="9525" cap="flat">
            <a:noFill/>
            <a:prstDash val="solid"/>
            <a:miter/>
          </a:ln>
        </p:spPr>
        <p:txBody>
          <a:bodyPr lIns="0" tIns="0" rIns="0" bIns="0" rtlCol="0" anchor="ctr" anchorCtr="0"/>
          <a:lstStyle/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  <a:cs typeface="Segoe UI" panose="020B0502040204020203" pitchFamily="34" charset="0"/>
              </a:rPr>
              <a:t>Select modeling technique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  <a:cs typeface="Segoe UI" panose="020B0502040204020203" pitchFamily="34" charset="0"/>
              </a:rPr>
              <a:t>Build model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>
                <a:solidFill>
                  <a:schemeClr val="bg1"/>
                </a:solidFill>
                <a:cs typeface="Segoe UI" panose="020B0502040204020203" pitchFamily="34" charset="0"/>
              </a:rPr>
              <a:t>Assess model</a:t>
            </a:r>
            <a:endParaRPr lang="de-DE" sz="1200" i="0" noProof="0"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35" name="Textfeld 255">
            <a:extLst>
              <a:ext uri="{FF2B5EF4-FFF2-40B4-BE49-F238E27FC236}">
                <a16:creationId xmlns:a16="http://schemas.microsoft.com/office/drawing/2014/main" id="{E5E0B6ED-72B2-60BD-931A-ECD0A652E8C1}"/>
              </a:ext>
            </a:extLst>
          </p:cNvPr>
          <p:cNvSpPr txBox="1"/>
          <p:nvPr/>
        </p:nvSpPr>
        <p:spPr bwMode="gray">
          <a:xfrm>
            <a:off x="11185716" y="1812511"/>
            <a:ext cx="297001" cy="1080000"/>
          </a:xfrm>
          <a:prstGeom prst="rect">
            <a:avLst/>
          </a:prstGeom>
          <a:solidFill>
            <a:schemeClr val="accent1"/>
          </a:solidFill>
        </p:spPr>
        <p:txBody>
          <a:bodyPr vert="vert" wrap="none" lIns="0" tIns="0" rIns="0" bIns="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</a:pPr>
            <a:r>
              <a:rPr lang="en-US" sz="9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10%</a:t>
            </a:r>
          </a:p>
        </p:txBody>
      </p:sp>
      <p:sp>
        <p:nvSpPr>
          <p:cNvPr id="36" name="Prozess 35">
            <a:extLst>
              <a:ext uri="{FF2B5EF4-FFF2-40B4-BE49-F238E27FC236}">
                <a16:creationId xmlns:a16="http://schemas.microsoft.com/office/drawing/2014/main" id="{F8AB4A25-15C9-FC6C-FCFA-4EF23B700D92}"/>
              </a:ext>
            </a:extLst>
          </p:cNvPr>
          <p:cNvSpPr/>
          <p:nvPr/>
        </p:nvSpPr>
        <p:spPr>
          <a:xfrm>
            <a:off x="8500737" y="1803946"/>
            <a:ext cx="2545147" cy="1080000"/>
          </a:xfrm>
          <a:prstGeom prst="flowChartProcess">
            <a:avLst/>
          </a:prstGeom>
          <a:noFill/>
          <a:ln w="9525" cap="flat">
            <a:noFill/>
            <a:prstDash val="solid"/>
            <a:miter/>
          </a:ln>
        </p:spPr>
        <p:txBody>
          <a:bodyPr lIns="0" tIns="0" rIns="0" bIns="0" rtlCol="0" anchor="ctr" anchorCtr="0"/>
          <a:lstStyle/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Gather background information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Accessing the situation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Determine data science goals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Plan the project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37" name="Textfeld 257">
            <a:extLst>
              <a:ext uri="{FF2B5EF4-FFF2-40B4-BE49-F238E27FC236}">
                <a16:creationId xmlns:a16="http://schemas.microsoft.com/office/drawing/2014/main" id="{7E3207A5-DB10-BD81-940A-F9812652EA17}"/>
              </a:ext>
            </a:extLst>
          </p:cNvPr>
          <p:cNvSpPr txBox="1"/>
          <p:nvPr/>
        </p:nvSpPr>
        <p:spPr bwMode="gray">
          <a:xfrm>
            <a:off x="11188769" y="2948083"/>
            <a:ext cx="293948" cy="1351254"/>
          </a:xfrm>
          <a:prstGeom prst="rect">
            <a:avLst/>
          </a:prstGeom>
          <a:solidFill>
            <a:schemeClr val="accent2"/>
          </a:solidFill>
        </p:spPr>
        <p:txBody>
          <a:bodyPr vert="vert" wrap="none" lIns="0" tIns="0" rIns="0" bIns="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</a:pPr>
            <a:r>
              <a:rPr lang="en-US" sz="9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15% </a:t>
            </a:r>
          </a:p>
        </p:txBody>
      </p:sp>
      <p:sp>
        <p:nvSpPr>
          <p:cNvPr id="38" name="Textfeld 257">
            <a:extLst>
              <a:ext uri="{FF2B5EF4-FFF2-40B4-BE49-F238E27FC236}">
                <a16:creationId xmlns:a16="http://schemas.microsoft.com/office/drawing/2014/main" id="{EA8473BE-E2FA-F63D-433C-9C6F935C076C}"/>
              </a:ext>
            </a:extLst>
          </p:cNvPr>
          <p:cNvSpPr txBox="1"/>
          <p:nvPr/>
        </p:nvSpPr>
        <p:spPr bwMode="gray">
          <a:xfrm>
            <a:off x="11188769" y="4354909"/>
            <a:ext cx="293948" cy="1351254"/>
          </a:xfrm>
          <a:prstGeom prst="rect">
            <a:avLst/>
          </a:prstGeom>
          <a:solidFill>
            <a:schemeClr val="accent3"/>
          </a:solidFill>
        </p:spPr>
        <p:txBody>
          <a:bodyPr vert="vert" wrap="none" lIns="0" tIns="0" rIns="0" bIns="0" rtlCol="0" anchor="ctr">
            <a:noAutofit/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</a:pPr>
            <a:r>
              <a:rPr lang="en-US" sz="9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25% </a:t>
            </a:r>
          </a:p>
        </p:txBody>
      </p:sp>
      <p:sp>
        <p:nvSpPr>
          <p:cNvPr id="40" name="Prozess 39">
            <a:extLst>
              <a:ext uri="{FF2B5EF4-FFF2-40B4-BE49-F238E27FC236}">
                <a16:creationId xmlns:a16="http://schemas.microsoft.com/office/drawing/2014/main" id="{1EEADD94-F176-DF06-8DDB-2A398445FDF3}"/>
              </a:ext>
            </a:extLst>
          </p:cNvPr>
          <p:cNvSpPr/>
          <p:nvPr/>
        </p:nvSpPr>
        <p:spPr>
          <a:xfrm>
            <a:off x="8500737" y="2948083"/>
            <a:ext cx="2545147" cy="1341737"/>
          </a:xfrm>
          <a:prstGeom prst="flowChartProcess">
            <a:avLst/>
          </a:prstGeom>
          <a:noFill/>
          <a:ln w="9525" cap="flat">
            <a:noFill/>
            <a:prstDash val="solid"/>
            <a:miter/>
          </a:ln>
        </p:spPr>
        <p:txBody>
          <a:bodyPr lIns="0" tIns="0" rIns="0" bIns="0" rtlCol="0" anchor="ctr" anchorCtr="0"/>
          <a:lstStyle/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Collect initial data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Describe data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Explore data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Verify data quality</a:t>
            </a:r>
            <a:endParaRPr lang="de-DE" sz="1200" dirty="0">
              <a:solidFill>
                <a:schemeClr val="bg1"/>
              </a:solidFill>
            </a:endParaRPr>
          </a:p>
        </p:txBody>
      </p:sp>
      <p:sp>
        <p:nvSpPr>
          <p:cNvPr id="41" name="Prozess 40">
            <a:extLst>
              <a:ext uri="{FF2B5EF4-FFF2-40B4-BE49-F238E27FC236}">
                <a16:creationId xmlns:a16="http://schemas.microsoft.com/office/drawing/2014/main" id="{1AB8DA74-01D3-9933-F157-33B08B1D9592}"/>
              </a:ext>
            </a:extLst>
          </p:cNvPr>
          <p:cNvSpPr/>
          <p:nvPr/>
        </p:nvSpPr>
        <p:spPr>
          <a:xfrm>
            <a:off x="8500737" y="4364426"/>
            <a:ext cx="2545147" cy="1341737"/>
          </a:xfrm>
          <a:prstGeom prst="flowChartProcess">
            <a:avLst/>
          </a:prstGeom>
          <a:noFill/>
          <a:ln w="9525" cap="flat">
            <a:noFill/>
            <a:prstDash val="solid"/>
            <a:miter/>
          </a:ln>
        </p:spPr>
        <p:txBody>
          <a:bodyPr lIns="0" tIns="0" rIns="0" bIns="0" rtlCol="0" anchor="ctr" anchorCtr="0"/>
          <a:lstStyle/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Select right Data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Clean data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Extend data</a:t>
            </a:r>
          </a:p>
          <a:p>
            <a:pPr marL="457200" indent="-385200">
              <a:spcBef>
                <a:spcPts val="200"/>
              </a:spcBef>
              <a:spcAft>
                <a:spcPts val="200"/>
              </a:spcAft>
              <a:buClr>
                <a:schemeClr val="bg1"/>
              </a:buClr>
              <a:buFont typeface="Wingdings" panose="05000000000000000000" pitchFamily="2" charset="2"/>
              <a:buChar char="§"/>
            </a:pPr>
            <a:r>
              <a:rPr lang="en-US" sz="1200" dirty="0">
                <a:solidFill>
                  <a:schemeClr val="bg1"/>
                </a:solidFill>
                <a:cs typeface="Segoe UI" panose="020B0502040204020203" pitchFamily="34" charset="0"/>
              </a:rPr>
              <a:t>Format data</a:t>
            </a:r>
            <a:endParaRPr lang="de-DE" sz="1200" dirty="0">
              <a:solidFill>
                <a:schemeClr val="bg1"/>
              </a:solidFill>
            </a:endParaRPr>
          </a:p>
        </p:txBody>
      </p:sp>
      <p:grpSp>
        <p:nvGrpSpPr>
          <p:cNvPr id="42" name="Gruppieren 41">
            <a:extLst>
              <a:ext uri="{FF2B5EF4-FFF2-40B4-BE49-F238E27FC236}">
                <a16:creationId xmlns:a16="http://schemas.microsoft.com/office/drawing/2014/main" id="{A29B3252-A15E-D9F7-ACBB-91AF38250B4D}"/>
              </a:ext>
            </a:extLst>
          </p:cNvPr>
          <p:cNvGrpSpPr/>
          <p:nvPr/>
        </p:nvGrpSpPr>
        <p:grpSpPr>
          <a:xfrm>
            <a:off x="3281563" y="1734352"/>
            <a:ext cx="5910781" cy="4148051"/>
            <a:chOff x="3066964" y="1734352"/>
            <a:chExt cx="5910781" cy="4148051"/>
          </a:xfrm>
        </p:grpSpPr>
        <p:grpSp>
          <p:nvGrpSpPr>
            <p:cNvPr id="56" name="Gruppieren 55">
              <a:extLst>
                <a:ext uri="{FF2B5EF4-FFF2-40B4-BE49-F238E27FC236}">
                  <a16:creationId xmlns:a16="http://schemas.microsoft.com/office/drawing/2014/main" id="{A4F1A085-B806-E6EF-5616-1251B330DFCD}"/>
                </a:ext>
              </a:extLst>
            </p:cNvPr>
            <p:cNvGrpSpPr/>
            <p:nvPr/>
          </p:nvGrpSpPr>
          <p:grpSpPr>
            <a:xfrm>
              <a:off x="3066964" y="1734352"/>
              <a:ext cx="5910781" cy="4148051"/>
              <a:chOff x="2393633" y="1224492"/>
              <a:chExt cx="7477760" cy="4868333"/>
            </a:xfrm>
          </p:grpSpPr>
          <p:graphicFrame>
            <p:nvGraphicFramePr>
              <p:cNvPr id="117" name="Diagramm 116">
                <a:extLst>
                  <a:ext uri="{FF2B5EF4-FFF2-40B4-BE49-F238E27FC236}">
                    <a16:creationId xmlns:a16="http://schemas.microsoft.com/office/drawing/2014/main" id="{6A7C0263-6046-5D79-1D0F-02B5DBE63C2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417997770"/>
                  </p:ext>
                </p:extLst>
              </p:nvPr>
            </p:nvGraphicFramePr>
            <p:xfrm>
              <a:off x="2393633" y="1224492"/>
              <a:ext cx="7477760" cy="4868333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A5A46882-314B-8BA8-AD86-487F1F7748FE}"/>
                  </a:ext>
                </a:extLst>
              </p:cNvPr>
              <p:cNvSpPr/>
              <p:nvPr/>
            </p:nvSpPr>
            <p:spPr>
              <a:xfrm>
                <a:off x="5130000" y="2668658"/>
                <a:ext cx="1980000" cy="1807238"/>
              </a:xfrm>
              <a:prstGeom prst="ellipse">
                <a:avLst/>
              </a:pr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lIns="360000" tIns="432000" rIns="72000" bIns="36000" rtlCol="0" anchor="t" anchorCtr="0"/>
              <a:lstStyle/>
              <a:p>
                <a:pPr algn="l">
                  <a:spcBef>
                    <a:spcPts val="600"/>
                  </a:spcBef>
                  <a:spcAft>
                    <a:spcPts val="600"/>
                  </a:spcAft>
                </a:pPr>
                <a:endParaRPr lang="de-DE" sz="1600" b="1" i="0" err="1">
                  <a:solidFill>
                    <a:schemeClr val="bg1"/>
                  </a:solidFill>
                  <a:effectLst/>
                  <a:latin typeface="+mj-lt"/>
                </a:endParaRPr>
              </a:p>
            </p:txBody>
          </p:sp>
        </p:grpSp>
        <p:grpSp>
          <p:nvGrpSpPr>
            <p:cNvPr id="61" name="Business Understanding Icon">
              <a:extLst>
                <a:ext uri="{FF2B5EF4-FFF2-40B4-BE49-F238E27FC236}">
                  <a16:creationId xmlns:a16="http://schemas.microsoft.com/office/drawing/2014/main" id="{2EB1A965-2169-578C-518A-C7482B983A2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28287" y="2539753"/>
              <a:ext cx="454393" cy="402610"/>
              <a:chOff x="2738438" y="1573211"/>
              <a:chExt cx="4448175" cy="3971928"/>
            </a:xfrm>
          </p:grpSpPr>
          <p:sp>
            <p:nvSpPr>
              <p:cNvPr id="101" name="Rectangle 12">
                <a:extLst>
                  <a:ext uri="{FF2B5EF4-FFF2-40B4-BE49-F238E27FC236}">
                    <a16:creationId xmlns:a16="http://schemas.microsoft.com/office/drawing/2014/main" id="{66FD2FD7-6250-F4EC-4F25-CC4ACED4D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1137" y="3178175"/>
                <a:ext cx="206376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2" name="Rectangle 13" hidden="1">
                <a:extLst>
                  <a:ext uri="{FF2B5EF4-FFF2-40B4-BE49-F238E27FC236}">
                    <a16:creationId xmlns:a16="http://schemas.microsoft.com/office/drawing/2014/main" id="{264F6AA4-844B-96EA-4CF5-A666386F72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3928" y="2401885"/>
                <a:ext cx="573088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3" name="Rectangle 14">
                <a:extLst>
                  <a:ext uri="{FF2B5EF4-FFF2-40B4-BE49-F238E27FC236}">
                    <a16:creationId xmlns:a16="http://schemas.microsoft.com/office/drawing/2014/main" id="{B92A9087-4FE5-BCE7-117F-18F96A5CD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3928" y="2724151"/>
                <a:ext cx="573088" cy="160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4" name="Rectangle 15">
                <a:extLst>
                  <a:ext uri="{FF2B5EF4-FFF2-40B4-BE49-F238E27FC236}">
                    <a16:creationId xmlns:a16="http://schemas.microsoft.com/office/drawing/2014/main" id="{56BA1E25-0254-8537-BEC4-A4E6E6C87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3928" y="3062288"/>
                <a:ext cx="573088" cy="16351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5" name="Rectangle 16">
                <a:extLst>
                  <a:ext uri="{FF2B5EF4-FFF2-40B4-BE49-F238E27FC236}">
                    <a16:creationId xmlns:a16="http://schemas.microsoft.com/office/drawing/2014/main" id="{4C560B85-A735-0965-4C6E-F2546FA412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33928" y="3417887"/>
                <a:ext cx="573088" cy="16192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6" name="Rectangle 17">
                <a:extLst>
                  <a:ext uri="{FF2B5EF4-FFF2-40B4-BE49-F238E27FC236}">
                    <a16:creationId xmlns:a16="http://schemas.microsoft.com/office/drawing/2014/main" id="{FF2CFACC-C2BD-9D68-33C5-AF1B3A2CD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1137" y="2501900"/>
                <a:ext cx="206376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7" name="Rectangle 18">
                <a:extLst>
                  <a:ext uri="{FF2B5EF4-FFF2-40B4-BE49-F238E27FC236}">
                    <a16:creationId xmlns:a16="http://schemas.microsoft.com/office/drawing/2014/main" id="{78214C2F-9ADD-24AE-65C3-24DCDD2827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1137" y="2281238"/>
                <a:ext cx="206376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8" name="Rectangle 19">
                <a:extLst>
                  <a:ext uri="{FF2B5EF4-FFF2-40B4-BE49-F238E27FC236}">
                    <a16:creationId xmlns:a16="http://schemas.microsoft.com/office/drawing/2014/main" id="{3B9DDB47-173B-25B7-6FF3-A60905450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1137" y="2724151"/>
                <a:ext cx="206376" cy="16033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9" name="Rectangle 20">
                <a:extLst>
                  <a:ext uri="{FF2B5EF4-FFF2-40B4-BE49-F238E27FC236}">
                    <a16:creationId xmlns:a16="http://schemas.microsoft.com/office/drawing/2014/main" id="{4A848DB6-15D9-3BE7-47DB-62E3ACF72B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1137" y="2941638"/>
                <a:ext cx="206376" cy="1651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0" name="Rectangle 21">
                <a:extLst>
                  <a:ext uri="{FF2B5EF4-FFF2-40B4-BE49-F238E27FC236}">
                    <a16:creationId xmlns:a16="http://schemas.microsoft.com/office/drawing/2014/main" id="{D045B6C6-8E40-A440-47D1-AFC8234CDE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21137" y="3417887"/>
                <a:ext cx="206376" cy="16192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1" name="Rectangle 22">
                <a:extLst>
                  <a:ext uri="{FF2B5EF4-FFF2-40B4-BE49-F238E27FC236}">
                    <a16:creationId xmlns:a16="http://schemas.microsoft.com/office/drawing/2014/main" id="{55E8C2D4-6536-0E17-3944-794B51F0B1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6587" y="2803526"/>
                <a:ext cx="165099" cy="18732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2" name="Rectangle 23">
                <a:extLst>
                  <a:ext uri="{FF2B5EF4-FFF2-40B4-BE49-F238E27FC236}">
                    <a16:creationId xmlns:a16="http://schemas.microsoft.com/office/drawing/2014/main" id="{2B560ED5-2656-198C-61A9-EFD598BBB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6587" y="2532062"/>
                <a:ext cx="165099" cy="1698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3" name="Rectangle 24">
                <a:extLst>
                  <a:ext uri="{FF2B5EF4-FFF2-40B4-BE49-F238E27FC236}">
                    <a16:creationId xmlns:a16="http://schemas.microsoft.com/office/drawing/2014/main" id="{6DCB6A3E-A61D-DC6D-065F-373163B96F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6587" y="3090862"/>
                <a:ext cx="165099" cy="16986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4" name="Rectangle 25">
                <a:extLst>
                  <a:ext uri="{FF2B5EF4-FFF2-40B4-BE49-F238E27FC236}">
                    <a16:creationId xmlns:a16="http://schemas.microsoft.com/office/drawing/2014/main" id="{CF3B663E-0C9D-B6FD-B7AA-93CFFDA3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6587" y="3448050"/>
                <a:ext cx="165099" cy="16827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5" name="Freeform 26">
                <a:extLst>
                  <a:ext uri="{FF2B5EF4-FFF2-40B4-BE49-F238E27FC236}">
                    <a16:creationId xmlns:a16="http://schemas.microsoft.com/office/drawing/2014/main" id="{12D97ADF-27FA-1A2A-F71A-763309F4FAD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36978" y="1573211"/>
                <a:ext cx="2432051" cy="2347913"/>
              </a:xfrm>
              <a:custGeom>
                <a:avLst/>
                <a:gdLst>
                  <a:gd name="T0" fmla="*/ 488 w 1532"/>
                  <a:gd name="T1" fmla="*/ 1479 h 1479"/>
                  <a:gd name="T2" fmla="*/ 1129 w 1532"/>
                  <a:gd name="T3" fmla="*/ 1479 h 1479"/>
                  <a:gd name="T4" fmla="*/ 1181 w 1532"/>
                  <a:gd name="T5" fmla="*/ 1479 h 1479"/>
                  <a:gd name="T6" fmla="*/ 1532 w 1532"/>
                  <a:gd name="T7" fmla="*/ 1479 h 1479"/>
                  <a:gd name="T8" fmla="*/ 1532 w 1532"/>
                  <a:gd name="T9" fmla="*/ 415 h 1479"/>
                  <a:gd name="T10" fmla="*/ 1469 w 1532"/>
                  <a:gd name="T11" fmla="*/ 415 h 1479"/>
                  <a:gd name="T12" fmla="*/ 1469 w 1532"/>
                  <a:gd name="T13" fmla="*/ 205 h 1479"/>
                  <a:gd name="T14" fmla="*/ 1105 w 1532"/>
                  <a:gd name="T15" fmla="*/ 205 h 1479"/>
                  <a:gd name="T16" fmla="*/ 1105 w 1532"/>
                  <a:gd name="T17" fmla="*/ 170 h 1479"/>
                  <a:gd name="T18" fmla="*/ 968 w 1532"/>
                  <a:gd name="T19" fmla="*/ 170 h 1479"/>
                  <a:gd name="T20" fmla="*/ 968 w 1532"/>
                  <a:gd name="T21" fmla="*/ 0 h 1479"/>
                  <a:gd name="T22" fmla="*/ 651 w 1532"/>
                  <a:gd name="T23" fmla="*/ 0 h 1479"/>
                  <a:gd name="T24" fmla="*/ 651 w 1532"/>
                  <a:gd name="T25" fmla="*/ 170 h 1479"/>
                  <a:gd name="T26" fmla="*/ 512 w 1532"/>
                  <a:gd name="T27" fmla="*/ 170 h 1479"/>
                  <a:gd name="T28" fmla="*/ 512 w 1532"/>
                  <a:gd name="T29" fmla="*/ 231 h 1479"/>
                  <a:gd name="T30" fmla="*/ 0 w 1532"/>
                  <a:gd name="T31" fmla="*/ 231 h 1479"/>
                  <a:gd name="T32" fmla="*/ 0 w 1532"/>
                  <a:gd name="T33" fmla="*/ 1479 h 1479"/>
                  <a:gd name="T34" fmla="*/ 437 w 1532"/>
                  <a:gd name="T35" fmla="*/ 1479 h 1479"/>
                  <a:gd name="T36" fmla="*/ 488 w 1532"/>
                  <a:gd name="T37" fmla="*/ 1479 h 1479"/>
                  <a:gd name="T38" fmla="*/ 1077 w 1532"/>
                  <a:gd name="T39" fmla="*/ 1375 h 1479"/>
                  <a:gd name="T40" fmla="*/ 540 w 1532"/>
                  <a:gd name="T41" fmla="*/ 1375 h 1479"/>
                  <a:gd name="T42" fmla="*/ 540 w 1532"/>
                  <a:gd name="T43" fmla="*/ 498 h 1479"/>
                  <a:gd name="T44" fmla="*/ 540 w 1532"/>
                  <a:gd name="T45" fmla="*/ 444 h 1479"/>
                  <a:gd name="T46" fmla="*/ 1077 w 1532"/>
                  <a:gd name="T47" fmla="*/ 444 h 1479"/>
                  <a:gd name="T48" fmla="*/ 1077 w 1532"/>
                  <a:gd name="T49" fmla="*/ 1375 h 1479"/>
                  <a:gd name="T50" fmla="*/ 1429 w 1532"/>
                  <a:gd name="T51" fmla="*/ 1375 h 1479"/>
                  <a:gd name="T52" fmla="*/ 1181 w 1532"/>
                  <a:gd name="T53" fmla="*/ 1375 h 1479"/>
                  <a:gd name="T54" fmla="*/ 1181 w 1532"/>
                  <a:gd name="T55" fmla="*/ 517 h 1479"/>
                  <a:gd name="T56" fmla="*/ 1429 w 1532"/>
                  <a:gd name="T57" fmla="*/ 517 h 1479"/>
                  <a:gd name="T58" fmla="*/ 1429 w 1532"/>
                  <a:gd name="T59" fmla="*/ 1375 h 1479"/>
                  <a:gd name="T60" fmla="*/ 1365 w 1532"/>
                  <a:gd name="T61" fmla="*/ 309 h 1479"/>
                  <a:gd name="T62" fmla="*/ 1365 w 1532"/>
                  <a:gd name="T63" fmla="*/ 415 h 1479"/>
                  <a:gd name="T64" fmla="*/ 1181 w 1532"/>
                  <a:gd name="T65" fmla="*/ 415 h 1479"/>
                  <a:gd name="T66" fmla="*/ 1181 w 1532"/>
                  <a:gd name="T67" fmla="*/ 340 h 1479"/>
                  <a:gd name="T68" fmla="*/ 1105 w 1532"/>
                  <a:gd name="T69" fmla="*/ 340 h 1479"/>
                  <a:gd name="T70" fmla="*/ 1105 w 1532"/>
                  <a:gd name="T71" fmla="*/ 309 h 1479"/>
                  <a:gd name="T72" fmla="*/ 1365 w 1532"/>
                  <a:gd name="T73" fmla="*/ 309 h 1479"/>
                  <a:gd name="T74" fmla="*/ 753 w 1532"/>
                  <a:gd name="T75" fmla="*/ 101 h 1479"/>
                  <a:gd name="T76" fmla="*/ 864 w 1532"/>
                  <a:gd name="T77" fmla="*/ 101 h 1479"/>
                  <a:gd name="T78" fmla="*/ 864 w 1532"/>
                  <a:gd name="T79" fmla="*/ 170 h 1479"/>
                  <a:gd name="T80" fmla="*/ 753 w 1532"/>
                  <a:gd name="T81" fmla="*/ 170 h 1479"/>
                  <a:gd name="T82" fmla="*/ 753 w 1532"/>
                  <a:gd name="T83" fmla="*/ 101 h 1479"/>
                  <a:gd name="T84" fmla="*/ 616 w 1532"/>
                  <a:gd name="T85" fmla="*/ 274 h 1479"/>
                  <a:gd name="T86" fmla="*/ 651 w 1532"/>
                  <a:gd name="T87" fmla="*/ 274 h 1479"/>
                  <a:gd name="T88" fmla="*/ 968 w 1532"/>
                  <a:gd name="T89" fmla="*/ 274 h 1479"/>
                  <a:gd name="T90" fmla="*/ 1003 w 1532"/>
                  <a:gd name="T91" fmla="*/ 274 h 1479"/>
                  <a:gd name="T92" fmla="*/ 1003 w 1532"/>
                  <a:gd name="T93" fmla="*/ 340 h 1479"/>
                  <a:gd name="T94" fmla="*/ 616 w 1532"/>
                  <a:gd name="T95" fmla="*/ 340 h 1479"/>
                  <a:gd name="T96" fmla="*/ 616 w 1532"/>
                  <a:gd name="T97" fmla="*/ 274 h 1479"/>
                  <a:gd name="T98" fmla="*/ 103 w 1532"/>
                  <a:gd name="T99" fmla="*/ 1375 h 1479"/>
                  <a:gd name="T100" fmla="*/ 103 w 1532"/>
                  <a:gd name="T101" fmla="*/ 335 h 1479"/>
                  <a:gd name="T102" fmla="*/ 437 w 1532"/>
                  <a:gd name="T103" fmla="*/ 335 h 1479"/>
                  <a:gd name="T104" fmla="*/ 437 w 1532"/>
                  <a:gd name="T105" fmla="*/ 340 h 1479"/>
                  <a:gd name="T106" fmla="*/ 437 w 1532"/>
                  <a:gd name="T107" fmla="*/ 498 h 1479"/>
                  <a:gd name="T108" fmla="*/ 437 w 1532"/>
                  <a:gd name="T109" fmla="*/ 1375 h 1479"/>
                  <a:gd name="T110" fmla="*/ 103 w 1532"/>
                  <a:gd name="T111" fmla="*/ 1375 h 1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532" h="1479">
                    <a:moveTo>
                      <a:pt x="488" y="1479"/>
                    </a:moveTo>
                    <a:lnTo>
                      <a:pt x="1129" y="1479"/>
                    </a:lnTo>
                    <a:lnTo>
                      <a:pt x="1181" y="1479"/>
                    </a:lnTo>
                    <a:lnTo>
                      <a:pt x="1532" y="1479"/>
                    </a:lnTo>
                    <a:lnTo>
                      <a:pt x="1532" y="415"/>
                    </a:lnTo>
                    <a:lnTo>
                      <a:pt x="1469" y="415"/>
                    </a:lnTo>
                    <a:lnTo>
                      <a:pt x="1469" y="205"/>
                    </a:lnTo>
                    <a:lnTo>
                      <a:pt x="1105" y="205"/>
                    </a:lnTo>
                    <a:lnTo>
                      <a:pt x="1105" y="170"/>
                    </a:lnTo>
                    <a:lnTo>
                      <a:pt x="968" y="170"/>
                    </a:lnTo>
                    <a:lnTo>
                      <a:pt x="968" y="0"/>
                    </a:lnTo>
                    <a:lnTo>
                      <a:pt x="651" y="0"/>
                    </a:lnTo>
                    <a:lnTo>
                      <a:pt x="651" y="170"/>
                    </a:lnTo>
                    <a:lnTo>
                      <a:pt x="512" y="170"/>
                    </a:lnTo>
                    <a:lnTo>
                      <a:pt x="512" y="231"/>
                    </a:lnTo>
                    <a:lnTo>
                      <a:pt x="0" y="231"/>
                    </a:lnTo>
                    <a:lnTo>
                      <a:pt x="0" y="1479"/>
                    </a:lnTo>
                    <a:lnTo>
                      <a:pt x="437" y="1479"/>
                    </a:lnTo>
                    <a:lnTo>
                      <a:pt x="488" y="1479"/>
                    </a:lnTo>
                    <a:close/>
                    <a:moveTo>
                      <a:pt x="1077" y="1375"/>
                    </a:moveTo>
                    <a:lnTo>
                      <a:pt x="540" y="1375"/>
                    </a:lnTo>
                    <a:lnTo>
                      <a:pt x="540" y="498"/>
                    </a:lnTo>
                    <a:lnTo>
                      <a:pt x="540" y="444"/>
                    </a:lnTo>
                    <a:lnTo>
                      <a:pt x="1077" y="444"/>
                    </a:lnTo>
                    <a:lnTo>
                      <a:pt x="1077" y="1375"/>
                    </a:lnTo>
                    <a:close/>
                    <a:moveTo>
                      <a:pt x="1429" y="1375"/>
                    </a:moveTo>
                    <a:lnTo>
                      <a:pt x="1181" y="1375"/>
                    </a:lnTo>
                    <a:lnTo>
                      <a:pt x="1181" y="517"/>
                    </a:lnTo>
                    <a:lnTo>
                      <a:pt x="1429" y="517"/>
                    </a:lnTo>
                    <a:lnTo>
                      <a:pt x="1429" y="1375"/>
                    </a:lnTo>
                    <a:close/>
                    <a:moveTo>
                      <a:pt x="1365" y="309"/>
                    </a:moveTo>
                    <a:lnTo>
                      <a:pt x="1365" y="415"/>
                    </a:lnTo>
                    <a:lnTo>
                      <a:pt x="1181" y="415"/>
                    </a:lnTo>
                    <a:lnTo>
                      <a:pt x="1181" y="340"/>
                    </a:lnTo>
                    <a:lnTo>
                      <a:pt x="1105" y="340"/>
                    </a:lnTo>
                    <a:lnTo>
                      <a:pt x="1105" y="309"/>
                    </a:lnTo>
                    <a:lnTo>
                      <a:pt x="1365" y="309"/>
                    </a:lnTo>
                    <a:close/>
                    <a:moveTo>
                      <a:pt x="753" y="101"/>
                    </a:moveTo>
                    <a:lnTo>
                      <a:pt x="864" y="101"/>
                    </a:lnTo>
                    <a:lnTo>
                      <a:pt x="864" y="170"/>
                    </a:lnTo>
                    <a:lnTo>
                      <a:pt x="753" y="170"/>
                    </a:lnTo>
                    <a:lnTo>
                      <a:pt x="753" y="101"/>
                    </a:lnTo>
                    <a:close/>
                    <a:moveTo>
                      <a:pt x="616" y="274"/>
                    </a:moveTo>
                    <a:lnTo>
                      <a:pt x="651" y="274"/>
                    </a:lnTo>
                    <a:lnTo>
                      <a:pt x="968" y="274"/>
                    </a:lnTo>
                    <a:lnTo>
                      <a:pt x="1003" y="274"/>
                    </a:lnTo>
                    <a:lnTo>
                      <a:pt x="1003" y="340"/>
                    </a:lnTo>
                    <a:lnTo>
                      <a:pt x="616" y="340"/>
                    </a:lnTo>
                    <a:lnTo>
                      <a:pt x="616" y="274"/>
                    </a:lnTo>
                    <a:close/>
                    <a:moveTo>
                      <a:pt x="103" y="1375"/>
                    </a:moveTo>
                    <a:lnTo>
                      <a:pt x="103" y="335"/>
                    </a:lnTo>
                    <a:lnTo>
                      <a:pt x="437" y="335"/>
                    </a:lnTo>
                    <a:lnTo>
                      <a:pt x="437" y="340"/>
                    </a:lnTo>
                    <a:lnTo>
                      <a:pt x="437" y="498"/>
                    </a:lnTo>
                    <a:lnTo>
                      <a:pt x="437" y="1375"/>
                    </a:lnTo>
                    <a:lnTo>
                      <a:pt x="103" y="13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16" name="Freeform 27">
                <a:extLst>
                  <a:ext uri="{FF2B5EF4-FFF2-40B4-BE49-F238E27FC236}">
                    <a16:creationId xmlns:a16="http://schemas.microsoft.com/office/drawing/2014/main" id="{20A5A621-21C4-B0CB-8FE7-CEF971B616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38438" y="4279902"/>
                <a:ext cx="4448175" cy="1265237"/>
              </a:xfrm>
              <a:custGeom>
                <a:avLst/>
                <a:gdLst>
                  <a:gd name="T0" fmla="*/ 1164 w 1186"/>
                  <a:gd name="T1" fmla="*/ 144 h 337"/>
                  <a:gd name="T2" fmla="*/ 1123 w 1186"/>
                  <a:gd name="T3" fmla="*/ 144 h 337"/>
                  <a:gd name="T4" fmla="*/ 1123 w 1186"/>
                  <a:gd name="T5" fmla="*/ 22 h 337"/>
                  <a:gd name="T6" fmla="*/ 1101 w 1186"/>
                  <a:gd name="T7" fmla="*/ 0 h 337"/>
                  <a:gd name="T8" fmla="*/ 90 w 1186"/>
                  <a:gd name="T9" fmla="*/ 0 h 337"/>
                  <a:gd name="T10" fmla="*/ 68 w 1186"/>
                  <a:gd name="T11" fmla="*/ 22 h 337"/>
                  <a:gd name="T12" fmla="*/ 68 w 1186"/>
                  <a:gd name="T13" fmla="*/ 144 h 337"/>
                  <a:gd name="T14" fmla="*/ 22 w 1186"/>
                  <a:gd name="T15" fmla="*/ 144 h 337"/>
                  <a:gd name="T16" fmla="*/ 0 w 1186"/>
                  <a:gd name="T17" fmla="*/ 166 h 337"/>
                  <a:gd name="T18" fmla="*/ 0 w 1186"/>
                  <a:gd name="T19" fmla="*/ 315 h 337"/>
                  <a:gd name="T20" fmla="*/ 22 w 1186"/>
                  <a:gd name="T21" fmla="*/ 337 h 337"/>
                  <a:gd name="T22" fmla="*/ 171 w 1186"/>
                  <a:gd name="T23" fmla="*/ 337 h 337"/>
                  <a:gd name="T24" fmla="*/ 193 w 1186"/>
                  <a:gd name="T25" fmla="*/ 315 h 337"/>
                  <a:gd name="T26" fmla="*/ 193 w 1186"/>
                  <a:gd name="T27" fmla="*/ 166 h 337"/>
                  <a:gd name="T28" fmla="*/ 171 w 1186"/>
                  <a:gd name="T29" fmla="*/ 144 h 337"/>
                  <a:gd name="T30" fmla="*/ 111 w 1186"/>
                  <a:gd name="T31" fmla="*/ 144 h 337"/>
                  <a:gd name="T32" fmla="*/ 111 w 1186"/>
                  <a:gd name="T33" fmla="*/ 44 h 337"/>
                  <a:gd name="T34" fmla="*/ 578 w 1186"/>
                  <a:gd name="T35" fmla="*/ 44 h 337"/>
                  <a:gd name="T36" fmla="*/ 578 w 1186"/>
                  <a:gd name="T37" fmla="*/ 144 h 337"/>
                  <a:gd name="T38" fmla="*/ 518 w 1186"/>
                  <a:gd name="T39" fmla="*/ 144 h 337"/>
                  <a:gd name="T40" fmla="*/ 497 w 1186"/>
                  <a:gd name="T41" fmla="*/ 166 h 337"/>
                  <a:gd name="T42" fmla="*/ 497 w 1186"/>
                  <a:gd name="T43" fmla="*/ 315 h 337"/>
                  <a:gd name="T44" fmla="*/ 518 w 1186"/>
                  <a:gd name="T45" fmla="*/ 337 h 337"/>
                  <a:gd name="T46" fmla="*/ 667 w 1186"/>
                  <a:gd name="T47" fmla="*/ 337 h 337"/>
                  <a:gd name="T48" fmla="*/ 689 w 1186"/>
                  <a:gd name="T49" fmla="*/ 315 h 337"/>
                  <a:gd name="T50" fmla="*/ 689 w 1186"/>
                  <a:gd name="T51" fmla="*/ 166 h 337"/>
                  <a:gd name="T52" fmla="*/ 667 w 1186"/>
                  <a:gd name="T53" fmla="*/ 144 h 337"/>
                  <a:gd name="T54" fmla="*/ 622 w 1186"/>
                  <a:gd name="T55" fmla="*/ 144 h 337"/>
                  <a:gd name="T56" fmla="*/ 622 w 1186"/>
                  <a:gd name="T57" fmla="*/ 44 h 337"/>
                  <a:gd name="T58" fmla="*/ 1079 w 1186"/>
                  <a:gd name="T59" fmla="*/ 44 h 337"/>
                  <a:gd name="T60" fmla="*/ 1079 w 1186"/>
                  <a:gd name="T61" fmla="*/ 144 h 337"/>
                  <a:gd name="T62" fmla="*/ 1011 w 1186"/>
                  <a:gd name="T63" fmla="*/ 144 h 337"/>
                  <a:gd name="T64" fmla="*/ 989 w 1186"/>
                  <a:gd name="T65" fmla="*/ 166 h 337"/>
                  <a:gd name="T66" fmla="*/ 989 w 1186"/>
                  <a:gd name="T67" fmla="*/ 315 h 337"/>
                  <a:gd name="T68" fmla="*/ 1011 w 1186"/>
                  <a:gd name="T69" fmla="*/ 337 h 337"/>
                  <a:gd name="T70" fmla="*/ 1164 w 1186"/>
                  <a:gd name="T71" fmla="*/ 337 h 337"/>
                  <a:gd name="T72" fmla="*/ 1186 w 1186"/>
                  <a:gd name="T73" fmla="*/ 315 h 337"/>
                  <a:gd name="T74" fmla="*/ 1186 w 1186"/>
                  <a:gd name="T75" fmla="*/ 166 h 337"/>
                  <a:gd name="T76" fmla="*/ 1164 w 1186"/>
                  <a:gd name="T77" fmla="*/ 144 h 337"/>
                  <a:gd name="T78" fmla="*/ 149 w 1186"/>
                  <a:gd name="T79" fmla="*/ 293 h 337"/>
                  <a:gd name="T80" fmla="*/ 44 w 1186"/>
                  <a:gd name="T81" fmla="*/ 293 h 337"/>
                  <a:gd name="T82" fmla="*/ 44 w 1186"/>
                  <a:gd name="T83" fmla="*/ 188 h 337"/>
                  <a:gd name="T84" fmla="*/ 149 w 1186"/>
                  <a:gd name="T85" fmla="*/ 188 h 337"/>
                  <a:gd name="T86" fmla="*/ 149 w 1186"/>
                  <a:gd name="T87" fmla="*/ 293 h 337"/>
                  <a:gd name="T88" fmla="*/ 646 w 1186"/>
                  <a:gd name="T89" fmla="*/ 293 h 337"/>
                  <a:gd name="T90" fmla="*/ 540 w 1186"/>
                  <a:gd name="T91" fmla="*/ 293 h 337"/>
                  <a:gd name="T92" fmla="*/ 540 w 1186"/>
                  <a:gd name="T93" fmla="*/ 188 h 337"/>
                  <a:gd name="T94" fmla="*/ 646 w 1186"/>
                  <a:gd name="T95" fmla="*/ 188 h 337"/>
                  <a:gd name="T96" fmla="*/ 646 w 1186"/>
                  <a:gd name="T97" fmla="*/ 293 h 337"/>
                  <a:gd name="T98" fmla="*/ 1142 w 1186"/>
                  <a:gd name="T99" fmla="*/ 293 h 337"/>
                  <a:gd name="T100" fmla="*/ 1032 w 1186"/>
                  <a:gd name="T101" fmla="*/ 293 h 337"/>
                  <a:gd name="T102" fmla="*/ 1032 w 1186"/>
                  <a:gd name="T103" fmla="*/ 188 h 337"/>
                  <a:gd name="T104" fmla="*/ 1142 w 1186"/>
                  <a:gd name="T105" fmla="*/ 188 h 337"/>
                  <a:gd name="T106" fmla="*/ 1142 w 1186"/>
                  <a:gd name="T107" fmla="*/ 293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186" h="337">
                    <a:moveTo>
                      <a:pt x="1164" y="144"/>
                    </a:moveTo>
                    <a:cubicBezTo>
                      <a:pt x="1123" y="144"/>
                      <a:pt x="1123" y="144"/>
                      <a:pt x="1123" y="144"/>
                    </a:cubicBezTo>
                    <a:cubicBezTo>
                      <a:pt x="1123" y="22"/>
                      <a:pt x="1123" y="22"/>
                      <a:pt x="1123" y="22"/>
                    </a:cubicBezTo>
                    <a:cubicBezTo>
                      <a:pt x="1123" y="10"/>
                      <a:pt x="1113" y="0"/>
                      <a:pt x="1101" y="0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77" y="0"/>
                      <a:pt x="68" y="10"/>
                      <a:pt x="68" y="22"/>
                    </a:cubicBezTo>
                    <a:cubicBezTo>
                      <a:pt x="68" y="144"/>
                      <a:pt x="68" y="144"/>
                      <a:pt x="68" y="144"/>
                    </a:cubicBezTo>
                    <a:cubicBezTo>
                      <a:pt x="22" y="144"/>
                      <a:pt x="22" y="144"/>
                      <a:pt x="22" y="144"/>
                    </a:cubicBezTo>
                    <a:cubicBezTo>
                      <a:pt x="10" y="144"/>
                      <a:pt x="0" y="154"/>
                      <a:pt x="0" y="166"/>
                    </a:cubicBezTo>
                    <a:cubicBezTo>
                      <a:pt x="0" y="315"/>
                      <a:pt x="0" y="315"/>
                      <a:pt x="0" y="315"/>
                    </a:cubicBezTo>
                    <a:cubicBezTo>
                      <a:pt x="0" y="327"/>
                      <a:pt x="10" y="337"/>
                      <a:pt x="22" y="337"/>
                    </a:cubicBezTo>
                    <a:cubicBezTo>
                      <a:pt x="171" y="337"/>
                      <a:pt x="171" y="337"/>
                      <a:pt x="171" y="337"/>
                    </a:cubicBezTo>
                    <a:cubicBezTo>
                      <a:pt x="183" y="337"/>
                      <a:pt x="193" y="327"/>
                      <a:pt x="193" y="315"/>
                    </a:cubicBezTo>
                    <a:cubicBezTo>
                      <a:pt x="193" y="166"/>
                      <a:pt x="193" y="166"/>
                      <a:pt x="193" y="166"/>
                    </a:cubicBezTo>
                    <a:cubicBezTo>
                      <a:pt x="193" y="154"/>
                      <a:pt x="183" y="144"/>
                      <a:pt x="171" y="144"/>
                    </a:cubicBezTo>
                    <a:cubicBezTo>
                      <a:pt x="111" y="144"/>
                      <a:pt x="111" y="144"/>
                      <a:pt x="111" y="144"/>
                    </a:cubicBezTo>
                    <a:cubicBezTo>
                      <a:pt x="111" y="44"/>
                      <a:pt x="111" y="44"/>
                      <a:pt x="111" y="44"/>
                    </a:cubicBezTo>
                    <a:cubicBezTo>
                      <a:pt x="578" y="44"/>
                      <a:pt x="578" y="44"/>
                      <a:pt x="578" y="44"/>
                    </a:cubicBezTo>
                    <a:cubicBezTo>
                      <a:pt x="578" y="144"/>
                      <a:pt x="578" y="144"/>
                      <a:pt x="578" y="144"/>
                    </a:cubicBezTo>
                    <a:cubicBezTo>
                      <a:pt x="518" y="144"/>
                      <a:pt x="518" y="144"/>
                      <a:pt x="518" y="144"/>
                    </a:cubicBezTo>
                    <a:cubicBezTo>
                      <a:pt x="506" y="144"/>
                      <a:pt x="497" y="154"/>
                      <a:pt x="497" y="166"/>
                    </a:cubicBezTo>
                    <a:cubicBezTo>
                      <a:pt x="497" y="315"/>
                      <a:pt x="497" y="315"/>
                      <a:pt x="497" y="315"/>
                    </a:cubicBezTo>
                    <a:cubicBezTo>
                      <a:pt x="497" y="327"/>
                      <a:pt x="506" y="337"/>
                      <a:pt x="518" y="337"/>
                    </a:cubicBezTo>
                    <a:cubicBezTo>
                      <a:pt x="667" y="337"/>
                      <a:pt x="667" y="337"/>
                      <a:pt x="667" y="337"/>
                    </a:cubicBezTo>
                    <a:cubicBezTo>
                      <a:pt x="680" y="337"/>
                      <a:pt x="689" y="327"/>
                      <a:pt x="689" y="315"/>
                    </a:cubicBezTo>
                    <a:cubicBezTo>
                      <a:pt x="689" y="166"/>
                      <a:pt x="689" y="166"/>
                      <a:pt x="689" y="166"/>
                    </a:cubicBezTo>
                    <a:cubicBezTo>
                      <a:pt x="689" y="154"/>
                      <a:pt x="680" y="144"/>
                      <a:pt x="667" y="144"/>
                    </a:cubicBezTo>
                    <a:cubicBezTo>
                      <a:pt x="622" y="144"/>
                      <a:pt x="622" y="144"/>
                      <a:pt x="622" y="144"/>
                    </a:cubicBezTo>
                    <a:cubicBezTo>
                      <a:pt x="622" y="44"/>
                      <a:pt x="622" y="44"/>
                      <a:pt x="622" y="44"/>
                    </a:cubicBezTo>
                    <a:cubicBezTo>
                      <a:pt x="1079" y="44"/>
                      <a:pt x="1079" y="44"/>
                      <a:pt x="1079" y="44"/>
                    </a:cubicBezTo>
                    <a:cubicBezTo>
                      <a:pt x="1079" y="144"/>
                      <a:pt x="1079" y="144"/>
                      <a:pt x="1079" y="144"/>
                    </a:cubicBezTo>
                    <a:cubicBezTo>
                      <a:pt x="1011" y="144"/>
                      <a:pt x="1011" y="144"/>
                      <a:pt x="1011" y="144"/>
                    </a:cubicBezTo>
                    <a:cubicBezTo>
                      <a:pt x="998" y="144"/>
                      <a:pt x="989" y="154"/>
                      <a:pt x="989" y="166"/>
                    </a:cubicBezTo>
                    <a:cubicBezTo>
                      <a:pt x="989" y="315"/>
                      <a:pt x="989" y="315"/>
                      <a:pt x="989" y="315"/>
                    </a:cubicBezTo>
                    <a:cubicBezTo>
                      <a:pt x="989" y="327"/>
                      <a:pt x="998" y="337"/>
                      <a:pt x="1011" y="337"/>
                    </a:cubicBezTo>
                    <a:cubicBezTo>
                      <a:pt x="1164" y="337"/>
                      <a:pt x="1164" y="337"/>
                      <a:pt x="1164" y="337"/>
                    </a:cubicBezTo>
                    <a:cubicBezTo>
                      <a:pt x="1176" y="337"/>
                      <a:pt x="1186" y="327"/>
                      <a:pt x="1186" y="315"/>
                    </a:cubicBezTo>
                    <a:cubicBezTo>
                      <a:pt x="1186" y="166"/>
                      <a:pt x="1186" y="166"/>
                      <a:pt x="1186" y="166"/>
                    </a:cubicBezTo>
                    <a:cubicBezTo>
                      <a:pt x="1186" y="154"/>
                      <a:pt x="1176" y="144"/>
                      <a:pt x="1164" y="144"/>
                    </a:cubicBezTo>
                    <a:close/>
                    <a:moveTo>
                      <a:pt x="149" y="293"/>
                    </a:moveTo>
                    <a:cubicBezTo>
                      <a:pt x="44" y="293"/>
                      <a:pt x="44" y="293"/>
                      <a:pt x="44" y="293"/>
                    </a:cubicBezTo>
                    <a:cubicBezTo>
                      <a:pt x="44" y="188"/>
                      <a:pt x="44" y="188"/>
                      <a:pt x="44" y="188"/>
                    </a:cubicBezTo>
                    <a:cubicBezTo>
                      <a:pt x="149" y="188"/>
                      <a:pt x="149" y="188"/>
                      <a:pt x="149" y="188"/>
                    </a:cubicBezTo>
                    <a:lnTo>
                      <a:pt x="149" y="293"/>
                    </a:lnTo>
                    <a:close/>
                    <a:moveTo>
                      <a:pt x="646" y="293"/>
                    </a:moveTo>
                    <a:cubicBezTo>
                      <a:pt x="540" y="293"/>
                      <a:pt x="540" y="293"/>
                      <a:pt x="540" y="293"/>
                    </a:cubicBezTo>
                    <a:cubicBezTo>
                      <a:pt x="540" y="188"/>
                      <a:pt x="540" y="188"/>
                      <a:pt x="540" y="188"/>
                    </a:cubicBezTo>
                    <a:cubicBezTo>
                      <a:pt x="646" y="188"/>
                      <a:pt x="646" y="188"/>
                      <a:pt x="646" y="188"/>
                    </a:cubicBezTo>
                    <a:lnTo>
                      <a:pt x="646" y="293"/>
                    </a:lnTo>
                    <a:close/>
                    <a:moveTo>
                      <a:pt x="1142" y="293"/>
                    </a:moveTo>
                    <a:cubicBezTo>
                      <a:pt x="1032" y="293"/>
                      <a:pt x="1032" y="293"/>
                      <a:pt x="1032" y="293"/>
                    </a:cubicBezTo>
                    <a:cubicBezTo>
                      <a:pt x="1032" y="188"/>
                      <a:pt x="1032" y="188"/>
                      <a:pt x="1032" y="188"/>
                    </a:cubicBezTo>
                    <a:cubicBezTo>
                      <a:pt x="1142" y="188"/>
                      <a:pt x="1142" y="188"/>
                      <a:pt x="1142" y="188"/>
                    </a:cubicBezTo>
                    <a:lnTo>
                      <a:pt x="1142" y="29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pic>
          <p:nvPicPr>
            <p:cNvPr id="62" name="Data Preparation Icon">
              <a:extLst>
                <a:ext uri="{FF2B5EF4-FFF2-40B4-BE49-F238E27FC236}">
                  <a16:creationId xmlns:a16="http://schemas.microsoft.com/office/drawing/2014/main" id="{71321284-15F1-FE71-64D5-919B02FBDB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77942" y="4693336"/>
              <a:ext cx="354571" cy="342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63" name="Data Understanding Icon">
              <a:extLst>
                <a:ext uri="{FF2B5EF4-FFF2-40B4-BE49-F238E27FC236}">
                  <a16:creationId xmlns:a16="http://schemas.microsoft.com/office/drawing/2014/main" id="{78FF7EE5-D591-B4BC-8E49-91130BD768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244798" y="3597996"/>
              <a:ext cx="332025" cy="420761"/>
              <a:chOff x="3516311" y="1579563"/>
              <a:chExt cx="2951159" cy="3698877"/>
            </a:xfrm>
          </p:grpSpPr>
          <p:sp>
            <p:nvSpPr>
              <p:cNvPr id="95" name="Freeform 30">
                <a:extLst>
                  <a:ext uri="{FF2B5EF4-FFF2-40B4-BE49-F238E27FC236}">
                    <a16:creationId xmlns:a16="http://schemas.microsoft.com/office/drawing/2014/main" id="{CD6B0DFD-54C4-5D1E-C55B-843D642A92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63996" y="3024189"/>
                <a:ext cx="2403474" cy="2254251"/>
              </a:xfrm>
              <a:custGeom>
                <a:avLst/>
                <a:gdLst>
                  <a:gd name="T0" fmla="*/ 613 w 641"/>
                  <a:gd name="T1" fmla="*/ 327 h 601"/>
                  <a:gd name="T2" fmla="*/ 566 w 641"/>
                  <a:gd name="T3" fmla="*/ 232 h 601"/>
                  <a:gd name="T4" fmla="*/ 446 w 641"/>
                  <a:gd name="T5" fmla="*/ 293 h 601"/>
                  <a:gd name="T6" fmla="*/ 458 w 641"/>
                  <a:gd name="T7" fmla="*/ 376 h 601"/>
                  <a:gd name="T8" fmla="*/ 438 w 641"/>
                  <a:gd name="T9" fmla="*/ 457 h 601"/>
                  <a:gd name="T10" fmla="*/ 413 w 641"/>
                  <a:gd name="T11" fmla="*/ 540 h 601"/>
                  <a:gd name="T12" fmla="*/ 247 w 641"/>
                  <a:gd name="T13" fmla="*/ 544 h 601"/>
                  <a:gd name="T14" fmla="*/ 165 w 641"/>
                  <a:gd name="T15" fmla="*/ 520 h 601"/>
                  <a:gd name="T16" fmla="*/ 163 w 641"/>
                  <a:gd name="T17" fmla="*/ 269 h 601"/>
                  <a:gd name="T18" fmla="*/ 263 w 641"/>
                  <a:gd name="T19" fmla="*/ 225 h 601"/>
                  <a:gd name="T20" fmla="*/ 329 w 641"/>
                  <a:gd name="T21" fmla="*/ 66 h 601"/>
                  <a:gd name="T22" fmla="*/ 358 w 641"/>
                  <a:gd name="T23" fmla="*/ 52 h 601"/>
                  <a:gd name="T24" fmla="*/ 378 w 641"/>
                  <a:gd name="T25" fmla="*/ 192 h 601"/>
                  <a:gd name="T26" fmla="*/ 375 w 641"/>
                  <a:gd name="T27" fmla="*/ 268 h 601"/>
                  <a:gd name="T28" fmla="*/ 280 w 641"/>
                  <a:gd name="T29" fmla="*/ 442 h 601"/>
                  <a:gd name="T30" fmla="*/ 412 w 641"/>
                  <a:gd name="T31" fmla="*/ 210 h 601"/>
                  <a:gd name="T32" fmla="*/ 422 w 641"/>
                  <a:gd name="T33" fmla="*/ 133 h 601"/>
                  <a:gd name="T34" fmla="*/ 319 w 641"/>
                  <a:gd name="T35" fmla="*/ 8 h 601"/>
                  <a:gd name="T36" fmla="*/ 292 w 641"/>
                  <a:gd name="T37" fmla="*/ 66 h 601"/>
                  <a:gd name="T38" fmla="*/ 180 w 641"/>
                  <a:gd name="T39" fmla="*/ 232 h 601"/>
                  <a:gd name="T40" fmla="*/ 163 w 641"/>
                  <a:gd name="T41" fmla="*/ 191 h 601"/>
                  <a:gd name="T42" fmla="*/ 0 w 641"/>
                  <a:gd name="T43" fmla="*/ 581 h 601"/>
                  <a:gd name="T44" fmla="*/ 163 w 641"/>
                  <a:gd name="T45" fmla="*/ 557 h 601"/>
                  <a:gd name="T46" fmla="*/ 183 w 641"/>
                  <a:gd name="T47" fmla="*/ 562 h 601"/>
                  <a:gd name="T48" fmla="*/ 431 w 641"/>
                  <a:gd name="T49" fmla="*/ 581 h 601"/>
                  <a:gd name="T50" fmla="*/ 516 w 641"/>
                  <a:gd name="T51" fmla="*/ 601 h 601"/>
                  <a:gd name="T52" fmla="*/ 576 w 641"/>
                  <a:gd name="T53" fmla="*/ 512 h 601"/>
                  <a:gd name="T54" fmla="*/ 617 w 641"/>
                  <a:gd name="T55" fmla="*/ 422 h 601"/>
                  <a:gd name="T56" fmla="*/ 125 w 641"/>
                  <a:gd name="T57" fmla="*/ 544 h 601"/>
                  <a:gd name="T58" fmla="*/ 37 w 641"/>
                  <a:gd name="T59" fmla="*/ 228 h 601"/>
                  <a:gd name="T60" fmla="*/ 125 w 641"/>
                  <a:gd name="T61" fmla="*/ 544 h 601"/>
                  <a:gd name="T62" fmla="*/ 518 w 641"/>
                  <a:gd name="T63" fmla="*/ 354 h 601"/>
                  <a:gd name="T64" fmla="*/ 581 w 641"/>
                  <a:gd name="T65" fmla="*/ 354 h 601"/>
                  <a:gd name="T66" fmla="*/ 581 w 641"/>
                  <a:gd name="T67" fmla="*/ 398 h 601"/>
                  <a:gd name="T68" fmla="*/ 495 w 641"/>
                  <a:gd name="T69" fmla="*/ 376 h 601"/>
                  <a:gd name="T70" fmla="*/ 566 w 641"/>
                  <a:gd name="T71" fmla="*/ 269 h 601"/>
                  <a:gd name="T72" fmla="*/ 566 w 641"/>
                  <a:gd name="T73" fmla="*/ 317 h 601"/>
                  <a:gd name="T74" fmla="*/ 505 w 641"/>
                  <a:gd name="T75" fmla="*/ 317 h 601"/>
                  <a:gd name="T76" fmla="*/ 505 w 641"/>
                  <a:gd name="T77" fmla="*/ 269 h 601"/>
                  <a:gd name="T78" fmla="*/ 474 w 641"/>
                  <a:gd name="T79" fmla="*/ 564 h 601"/>
                  <a:gd name="T80" fmla="*/ 474 w 641"/>
                  <a:gd name="T81" fmla="*/ 516 h 601"/>
                  <a:gd name="T82" fmla="*/ 495 w 641"/>
                  <a:gd name="T83" fmla="*/ 516 h 601"/>
                  <a:gd name="T84" fmla="*/ 539 w 641"/>
                  <a:gd name="T85" fmla="*/ 516 h 601"/>
                  <a:gd name="T86" fmla="*/ 516 w 641"/>
                  <a:gd name="T87" fmla="*/ 564 h 601"/>
                  <a:gd name="T88" fmla="*/ 497 w 641"/>
                  <a:gd name="T89" fmla="*/ 479 h 601"/>
                  <a:gd name="T90" fmla="*/ 497 w 641"/>
                  <a:gd name="T91" fmla="*/ 435 h 601"/>
                  <a:gd name="T92" fmla="*/ 517 w 641"/>
                  <a:gd name="T93" fmla="*/ 435 h 601"/>
                  <a:gd name="T94" fmla="*/ 580 w 641"/>
                  <a:gd name="T95" fmla="*/ 435 h 601"/>
                  <a:gd name="T96" fmla="*/ 558 w 641"/>
                  <a:gd name="T97" fmla="*/ 479 h 6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41" h="601">
                    <a:moveTo>
                      <a:pt x="641" y="376"/>
                    </a:moveTo>
                    <a:cubicBezTo>
                      <a:pt x="641" y="357"/>
                      <a:pt x="629" y="338"/>
                      <a:pt x="613" y="327"/>
                    </a:cubicBezTo>
                    <a:cubicBezTo>
                      <a:pt x="620" y="317"/>
                      <a:pt x="625" y="305"/>
                      <a:pt x="625" y="293"/>
                    </a:cubicBezTo>
                    <a:cubicBezTo>
                      <a:pt x="625" y="261"/>
                      <a:pt x="596" y="232"/>
                      <a:pt x="566" y="232"/>
                    </a:cubicBezTo>
                    <a:cubicBezTo>
                      <a:pt x="505" y="232"/>
                      <a:pt x="505" y="232"/>
                      <a:pt x="505" y="232"/>
                    </a:cubicBezTo>
                    <a:cubicBezTo>
                      <a:pt x="475" y="232"/>
                      <a:pt x="446" y="261"/>
                      <a:pt x="446" y="293"/>
                    </a:cubicBezTo>
                    <a:cubicBezTo>
                      <a:pt x="446" y="312"/>
                      <a:pt x="456" y="330"/>
                      <a:pt x="471" y="341"/>
                    </a:cubicBezTo>
                    <a:cubicBezTo>
                      <a:pt x="463" y="351"/>
                      <a:pt x="458" y="363"/>
                      <a:pt x="458" y="376"/>
                    </a:cubicBezTo>
                    <a:cubicBezTo>
                      <a:pt x="458" y="387"/>
                      <a:pt x="462" y="397"/>
                      <a:pt x="468" y="407"/>
                    </a:cubicBezTo>
                    <a:cubicBezTo>
                      <a:pt x="451" y="417"/>
                      <a:pt x="438" y="437"/>
                      <a:pt x="438" y="457"/>
                    </a:cubicBezTo>
                    <a:cubicBezTo>
                      <a:pt x="438" y="467"/>
                      <a:pt x="441" y="478"/>
                      <a:pt x="447" y="487"/>
                    </a:cubicBezTo>
                    <a:cubicBezTo>
                      <a:pt x="428" y="497"/>
                      <a:pt x="413" y="518"/>
                      <a:pt x="413" y="540"/>
                    </a:cubicBezTo>
                    <a:cubicBezTo>
                      <a:pt x="413" y="541"/>
                      <a:pt x="414" y="543"/>
                      <a:pt x="414" y="544"/>
                    </a:cubicBezTo>
                    <a:cubicBezTo>
                      <a:pt x="247" y="544"/>
                      <a:pt x="247" y="544"/>
                      <a:pt x="247" y="544"/>
                    </a:cubicBezTo>
                    <a:cubicBezTo>
                      <a:pt x="218" y="544"/>
                      <a:pt x="213" y="540"/>
                      <a:pt x="209" y="535"/>
                    </a:cubicBezTo>
                    <a:cubicBezTo>
                      <a:pt x="200" y="527"/>
                      <a:pt x="191" y="520"/>
                      <a:pt x="165" y="520"/>
                    </a:cubicBezTo>
                    <a:cubicBezTo>
                      <a:pt x="163" y="520"/>
                      <a:pt x="163" y="520"/>
                      <a:pt x="163" y="520"/>
                    </a:cubicBezTo>
                    <a:cubicBezTo>
                      <a:pt x="163" y="269"/>
                      <a:pt x="163" y="269"/>
                      <a:pt x="163" y="269"/>
                    </a:cubicBezTo>
                    <a:cubicBezTo>
                      <a:pt x="191" y="269"/>
                      <a:pt x="191" y="269"/>
                      <a:pt x="191" y="269"/>
                    </a:cubicBezTo>
                    <a:cubicBezTo>
                      <a:pt x="263" y="225"/>
                      <a:pt x="263" y="225"/>
                      <a:pt x="263" y="225"/>
                    </a:cubicBezTo>
                    <a:cubicBezTo>
                      <a:pt x="268" y="221"/>
                      <a:pt x="268" y="221"/>
                      <a:pt x="268" y="221"/>
                    </a:cubicBezTo>
                    <a:cubicBezTo>
                      <a:pt x="299" y="181"/>
                      <a:pt x="329" y="134"/>
                      <a:pt x="329" y="66"/>
                    </a:cubicBezTo>
                    <a:cubicBezTo>
                      <a:pt x="331" y="43"/>
                      <a:pt x="331" y="43"/>
                      <a:pt x="331" y="43"/>
                    </a:cubicBezTo>
                    <a:cubicBezTo>
                      <a:pt x="338" y="41"/>
                      <a:pt x="350" y="42"/>
                      <a:pt x="358" y="52"/>
                    </a:cubicBezTo>
                    <a:cubicBezTo>
                      <a:pt x="377" y="76"/>
                      <a:pt x="385" y="92"/>
                      <a:pt x="385" y="133"/>
                    </a:cubicBezTo>
                    <a:cubicBezTo>
                      <a:pt x="385" y="162"/>
                      <a:pt x="381" y="180"/>
                      <a:pt x="378" y="192"/>
                    </a:cubicBezTo>
                    <a:cubicBezTo>
                      <a:pt x="376" y="198"/>
                      <a:pt x="375" y="204"/>
                      <a:pt x="375" y="209"/>
                    </a:cubicBezTo>
                    <a:cubicBezTo>
                      <a:pt x="375" y="268"/>
                      <a:pt x="375" y="268"/>
                      <a:pt x="375" y="268"/>
                    </a:cubicBezTo>
                    <a:cubicBezTo>
                      <a:pt x="350" y="346"/>
                      <a:pt x="318" y="388"/>
                      <a:pt x="267" y="407"/>
                    </a:cubicBezTo>
                    <a:cubicBezTo>
                      <a:pt x="280" y="442"/>
                      <a:pt x="280" y="442"/>
                      <a:pt x="280" y="442"/>
                    </a:cubicBezTo>
                    <a:cubicBezTo>
                      <a:pt x="360" y="412"/>
                      <a:pt x="392" y="338"/>
                      <a:pt x="411" y="276"/>
                    </a:cubicBezTo>
                    <a:cubicBezTo>
                      <a:pt x="412" y="210"/>
                      <a:pt x="412" y="210"/>
                      <a:pt x="412" y="210"/>
                    </a:cubicBezTo>
                    <a:cubicBezTo>
                      <a:pt x="412" y="207"/>
                      <a:pt x="413" y="204"/>
                      <a:pt x="414" y="200"/>
                    </a:cubicBezTo>
                    <a:cubicBezTo>
                      <a:pt x="417" y="188"/>
                      <a:pt x="422" y="166"/>
                      <a:pt x="422" y="133"/>
                    </a:cubicBezTo>
                    <a:cubicBezTo>
                      <a:pt x="422" y="82"/>
                      <a:pt x="410" y="57"/>
                      <a:pt x="387" y="29"/>
                    </a:cubicBezTo>
                    <a:cubicBezTo>
                      <a:pt x="370" y="8"/>
                      <a:pt x="342" y="0"/>
                      <a:pt x="319" y="8"/>
                    </a:cubicBezTo>
                    <a:cubicBezTo>
                      <a:pt x="302" y="14"/>
                      <a:pt x="292" y="28"/>
                      <a:pt x="292" y="46"/>
                    </a:cubicBezTo>
                    <a:cubicBezTo>
                      <a:pt x="292" y="66"/>
                      <a:pt x="292" y="66"/>
                      <a:pt x="292" y="66"/>
                    </a:cubicBezTo>
                    <a:cubicBezTo>
                      <a:pt x="292" y="118"/>
                      <a:pt x="271" y="156"/>
                      <a:pt x="240" y="195"/>
                    </a:cubicBezTo>
                    <a:cubicBezTo>
                      <a:pt x="180" y="232"/>
                      <a:pt x="180" y="232"/>
                      <a:pt x="180" y="232"/>
                    </a:cubicBezTo>
                    <a:cubicBezTo>
                      <a:pt x="163" y="232"/>
                      <a:pt x="163" y="232"/>
                      <a:pt x="163" y="232"/>
                    </a:cubicBezTo>
                    <a:cubicBezTo>
                      <a:pt x="163" y="191"/>
                      <a:pt x="163" y="191"/>
                      <a:pt x="163" y="191"/>
                    </a:cubicBezTo>
                    <a:cubicBezTo>
                      <a:pt x="0" y="191"/>
                      <a:pt x="0" y="191"/>
                      <a:pt x="0" y="191"/>
                    </a:cubicBezTo>
                    <a:cubicBezTo>
                      <a:pt x="0" y="581"/>
                      <a:pt x="0" y="581"/>
                      <a:pt x="0" y="581"/>
                    </a:cubicBezTo>
                    <a:cubicBezTo>
                      <a:pt x="163" y="581"/>
                      <a:pt x="163" y="581"/>
                      <a:pt x="163" y="581"/>
                    </a:cubicBezTo>
                    <a:cubicBezTo>
                      <a:pt x="163" y="557"/>
                      <a:pt x="163" y="557"/>
                      <a:pt x="163" y="557"/>
                    </a:cubicBezTo>
                    <a:cubicBezTo>
                      <a:pt x="165" y="557"/>
                      <a:pt x="165" y="557"/>
                      <a:pt x="165" y="557"/>
                    </a:cubicBezTo>
                    <a:cubicBezTo>
                      <a:pt x="178" y="557"/>
                      <a:pt x="180" y="558"/>
                      <a:pt x="183" y="562"/>
                    </a:cubicBezTo>
                    <a:cubicBezTo>
                      <a:pt x="194" y="572"/>
                      <a:pt x="206" y="581"/>
                      <a:pt x="247" y="581"/>
                    </a:cubicBezTo>
                    <a:cubicBezTo>
                      <a:pt x="431" y="581"/>
                      <a:pt x="431" y="581"/>
                      <a:pt x="431" y="581"/>
                    </a:cubicBezTo>
                    <a:cubicBezTo>
                      <a:pt x="442" y="593"/>
                      <a:pt x="458" y="601"/>
                      <a:pt x="474" y="601"/>
                    </a:cubicBezTo>
                    <a:cubicBezTo>
                      <a:pt x="516" y="601"/>
                      <a:pt x="516" y="601"/>
                      <a:pt x="516" y="601"/>
                    </a:cubicBezTo>
                    <a:cubicBezTo>
                      <a:pt x="547" y="601"/>
                      <a:pt x="576" y="572"/>
                      <a:pt x="576" y="540"/>
                    </a:cubicBezTo>
                    <a:cubicBezTo>
                      <a:pt x="576" y="512"/>
                      <a:pt x="576" y="512"/>
                      <a:pt x="576" y="512"/>
                    </a:cubicBezTo>
                    <a:cubicBezTo>
                      <a:pt x="599" y="504"/>
                      <a:pt x="617" y="481"/>
                      <a:pt x="617" y="457"/>
                    </a:cubicBezTo>
                    <a:cubicBezTo>
                      <a:pt x="617" y="422"/>
                      <a:pt x="617" y="422"/>
                      <a:pt x="617" y="422"/>
                    </a:cubicBezTo>
                    <a:cubicBezTo>
                      <a:pt x="631" y="410"/>
                      <a:pt x="641" y="393"/>
                      <a:pt x="641" y="376"/>
                    </a:cubicBezTo>
                    <a:close/>
                    <a:moveTo>
                      <a:pt x="125" y="544"/>
                    </a:moveTo>
                    <a:cubicBezTo>
                      <a:pt x="37" y="544"/>
                      <a:pt x="37" y="544"/>
                      <a:pt x="37" y="544"/>
                    </a:cubicBezTo>
                    <a:cubicBezTo>
                      <a:pt x="37" y="228"/>
                      <a:pt x="37" y="228"/>
                      <a:pt x="37" y="228"/>
                    </a:cubicBezTo>
                    <a:cubicBezTo>
                      <a:pt x="125" y="228"/>
                      <a:pt x="125" y="228"/>
                      <a:pt x="125" y="228"/>
                    </a:cubicBezTo>
                    <a:lnTo>
                      <a:pt x="125" y="544"/>
                    </a:lnTo>
                    <a:close/>
                    <a:moveTo>
                      <a:pt x="495" y="376"/>
                    </a:moveTo>
                    <a:cubicBezTo>
                      <a:pt x="495" y="366"/>
                      <a:pt x="508" y="354"/>
                      <a:pt x="518" y="354"/>
                    </a:cubicBezTo>
                    <a:cubicBezTo>
                      <a:pt x="566" y="354"/>
                      <a:pt x="566" y="354"/>
                      <a:pt x="566" y="354"/>
                    </a:cubicBezTo>
                    <a:cubicBezTo>
                      <a:pt x="581" y="354"/>
                      <a:pt x="581" y="354"/>
                      <a:pt x="581" y="354"/>
                    </a:cubicBezTo>
                    <a:cubicBezTo>
                      <a:pt x="591" y="354"/>
                      <a:pt x="604" y="366"/>
                      <a:pt x="604" y="376"/>
                    </a:cubicBezTo>
                    <a:cubicBezTo>
                      <a:pt x="604" y="386"/>
                      <a:pt x="591" y="398"/>
                      <a:pt x="581" y="398"/>
                    </a:cubicBezTo>
                    <a:cubicBezTo>
                      <a:pt x="518" y="398"/>
                      <a:pt x="518" y="398"/>
                      <a:pt x="518" y="398"/>
                    </a:cubicBezTo>
                    <a:cubicBezTo>
                      <a:pt x="508" y="398"/>
                      <a:pt x="495" y="386"/>
                      <a:pt x="495" y="376"/>
                    </a:cubicBezTo>
                    <a:close/>
                    <a:moveTo>
                      <a:pt x="505" y="269"/>
                    </a:moveTo>
                    <a:cubicBezTo>
                      <a:pt x="566" y="269"/>
                      <a:pt x="566" y="269"/>
                      <a:pt x="566" y="269"/>
                    </a:cubicBezTo>
                    <a:cubicBezTo>
                      <a:pt x="576" y="269"/>
                      <a:pt x="588" y="282"/>
                      <a:pt x="588" y="293"/>
                    </a:cubicBezTo>
                    <a:cubicBezTo>
                      <a:pt x="588" y="304"/>
                      <a:pt x="576" y="317"/>
                      <a:pt x="566" y="317"/>
                    </a:cubicBezTo>
                    <a:cubicBezTo>
                      <a:pt x="518" y="317"/>
                      <a:pt x="518" y="317"/>
                      <a:pt x="518" y="317"/>
                    </a:cubicBezTo>
                    <a:cubicBezTo>
                      <a:pt x="505" y="317"/>
                      <a:pt x="505" y="317"/>
                      <a:pt x="505" y="317"/>
                    </a:cubicBezTo>
                    <a:cubicBezTo>
                      <a:pt x="495" y="317"/>
                      <a:pt x="483" y="304"/>
                      <a:pt x="483" y="293"/>
                    </a:cubicBezTo>
                    <a:cubicBezTo>
                      <a:pt x="483" y="282"/>
                      <a:pt x="495" y="269"/>
                      <a:pt x="505" y="269"/>
                    </a:cubicBezTo>
                    <a:close/>
                    <a:moveTo>
                      <a:pt x="516" y="564"/>
                    </a:moveTo>
                    <a:cubicBezTo>
                      <a:pt x="474" y="564"/>
                      <a:pt x="474" y="564"/>
                      <a:pt x="474" y="564"/>
                    </a:cubicBezTo>
                    <a:cubicBezTo>
                      <a:pt x="463" y="564"/>
                      <a:pt x="450" y="551"/>
                      <a:pt x="450" y="540"/>
                    </a:cubicBezTo>
                    <a:cubicBezTo>
                      <a:pt x="450" y="529"/>
                      <a:pt x="463" y="516"/>
                      <a:pt x="474" y="516"/>
                    </a:cubicBezTo>
                    <a:cubicBezTo>
                      <a:pt x="495" y="516"/>
                      <a:pt x="495" y="516"/>
                      <a:pt x="495" y="516"/>
                    </a:cubicBezTo>
                    <a:cubicBezTo>
                      <a:pt x="495" y="516"/>
                      <a:pt x="495" y="516"/>
                      <a:pt x="495" y="516"/>
                    </a:cubicBezTo>
                    <a:cubicBezTo>
                      <a:pt x="495" y="516"/>
                      <a:pt x="496" y="516"/>
                      <a:pt x="497" y="516"/>
                    </a:cubicBezTo>
                    <a:cubicBezTo>
                      <a:pt x="539" y="516"/>
                      <a:pt x="539" y="516"/>
                      <a:pt x="539" y="516"/>
                    </a:cubicBezTo>
                    <a:cubicBezTo>
                      <a:pt x="539" y="540"/>
                      <a:pt x="539" y="540"/>
                      <a:pt x="539" y="540"/>
                    </a:cubicBezTo>
                    <a:cubicBezTo>
                      <a:pt x="539" y="551"/>
                      <a:pt x="526" y="564"/>
                      <a:pt x="516" y="564"/>
                    </a:cubicBezTo>
                    <a:close/>
                    <a:moveTo>
                      <a:pt x="558" y="479"/>
                    </a:moveTo>
                    <a:cubicBezTo>
                      <a:pt x="497" y="479"/>
                      <a:pt x="497" y="479"/>
                      <a:pt x="497" y="479"/>
                    </a:cubicBezTo>
                    <a:cubicBezTo>
                      <a:pt x="487" y="479"/>
                      <a:pt x="475" y="467"/>
                      <a:pt x="475" y="457"/>
                    </a:cubicBezTo>
                    <a:cubicBezTo>
                      <a:pt x="475" y="447"/>
                      <a:pt x="487" y="435"/>
                      <a:pt x="497" y="435"/>
                    </a:cubicBezTo>
                    <a:cubicBezTo>
                      <a:pt x="517" y="435"/>
                      <a:pt x="517" y="435"/>
                      <a:pt x="517" y="435"/>
                    </a:cubicBezTo>
                    <a:cubicBezTo>
                      <a:pt x="517" y="435"/>
                      <a:pt x="517" y="435"/>
                      <a:pt x="517" y="435"/>
                    </a:cubicBezTo>
                    <a:cubicBezTo>
                      <a:pt x="518" y="435"/>
                      <a:pt x="518" y="435"/>
                      <a:pt x="518" y="435"/>
                    </a:cubicBezTo>
                    <a:cubicBezTo>
                      <a:pt x="580" y="435"/>
                      <a:pt x="580" y="435"/>
                      <a:pt x="580" y="435"/>
                    </a:cubicBezTo>
                    <a:cubicBezTo>
                      <a:pt x="580" y="457"/>
                      <a:pt x="580" y="457"/>
                      <a:pt x="580" y="457"/>
                    </a:cubicBezTo>
                    <a:cubicBezTo>
                      <a:pt x="580" y="467"/>
                      <a:pt x="568" y="479"/>
                      <a:pt x="558" y="47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6" name="Rectangle 31">
                <a:extLst>
                  <a:ext uri="{FF2B5EF4-FFF2-40B4-BE49-F238E27FC236}">
                    <a16:creationId xmlns:a16="http://schemas.microsoft.com/office/drawing/2014/main" id="{399009BF-347B-5252-6AC5-BC78EEBCBA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285" y="2355851"/>
                <a:ext cx="1249362" cy="13969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7" name="Rectangle 32">
                <a:extLst>
                  <a:ext uri="{FF2B5EF4-FFF2-40B4-BE49-F238E27FC236}">
                    <a16:creationId xmlns:a16="http://schemas.microsoft.com/office/drawing/2014/main" id="{C8F6C51F-6E66-12A6-B5B2-AF12E0CD4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285" y="2659062"/>
                <a:ext cx="1249362" cy="13969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8" name="Rectangle 33">
                <a:extLst>
                  <a:ext uri="{FF2B5EF4-FFF2-40B4-BE49-F238E27FC236}">
                    <a16:creationId xmlns:a16="http://schemas.microsoft.com/office/drawing/2014/main" id="{7CD56578-4324-29D3-9601-84AE516BD6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5285" y="2963864"/>
                <a:ext cx="627063" cy="13811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9" name="Freeform 34">
                <a:extLst>
                  <a:ext uri="{FF2B5EF4-FFF2-40B4-BE49-F238E27FC236}">
                    <a16:creationId xmlns:a16="http://schemas.microsoft.com/office/drawing/2014/main" id="{299D5D51-51DF-5AFA-9BA8-C9F461A22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6311" y="1579563"/>
                <a:ext cx="2632074" cy="3533779"/>
              </a:xfrm>
              <a:custGeom>
                <a:avLst/>
                <a:gdLst>
                  <a:gd name="T0" fmla="*/ 87 w 1658"/>
                  <a:gd name="T1" fmla="*/ 87 h 2226"/>
                  <a:gd name="T2" fmla="*/ 1351 w 1658"/>
                  <a:gd name="T3" fmla="*/ 87 h 2226"/>
                  <a:gd name="T4" fmla="*/ 1571 w 1658"/>
                  <a:gd name="T5" fmla="*/ 307 h 2226"/>
                  <a:gd name="T6" fmla="*/ 1571 w 1658"/>
                  <a:gd name="T7" fmla="*/ 1356 h 2226"/>
                  <a:gd name="T8" fmla="*/ 1658 w 1658"/>
                  <a:gd name="T9" fmla="*/ 1356 h 2226"/>
                  <a:gd name="T10" fmla="*/ 1658 w 1658"/>
                  <a:gd name="T11" fmla="*/ 269 h 2226"/>
                  <a:gd name="T12" fmla="*/ 1386 w 1658"/>
                  <a:gd name="T13" fmla="*/ 0 h 2226"/>
                  <a:gd name="T14" fmla="*/ 0 w 1658"/>
                  <a:gd name="T15" fmla="*/ 0 h 2226"/>
                  <a:gd name="T16" fmla="*/ 0 w 1658"/>
                  <a:gd name="T17" fmla="*/ 2226 h 2226"/>
                  <a:gd name="T18" fmla="*/ 238 w 1658"/>
                  <a:gd name="T19" fmla="*/ 2226 h 2226"/>
                  <a:gd name="T20" fmla="*/ 238 w 1658"/>
                  <a:gd name="T21" fmla="*/ 2138 h 2226"/>
                  <a:gd name="T22" fmla="*/ 87 w 1658"/>
                  <a:gd name="T23" fmla="*/ 2138 h 2226"/>
                  <a:gd name="T24" fmla="*/ 87 w 1658"/>
                  <a:gd name="T25" fmla="*/ 87 h 2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58" h="2226">
                    <a:moveTo>
                      <a:pt x="87" y="87"/>
                    </a:moveTo>
                    <a:lnTo>
                      <a:pt x="1351" y="87"/>
                    </a:lnTo>
                    <a:lnTo>
                      <a:pt x="1571" y="307"/>
                    </a:lnTo>
                    <a:lnTo>
                      <a:pt x="1571" y="1356"/>
                    </a:lnTo>
                    <a:lnTo>
                      <a:pt x="1658" y="1356"/>
                    </a:lnTo>
                    <a:lnTo>
                      <a:pt x="1658" y="269"/>
                    </a:lnTo>
                    <a:lnTo>
                      <a:pt x="1386" y="0"/>
                    </a:lnTo>
                    <a:lnTo>
                      <a:pt x="0" y="0"/>
                    </a:lnTo>
                    <a:lnTo>
                      <a:pt x="0" y="2226"/>
                    </a:lnTo>
                    <a:lnTo>
                      <a:pt x="238" y="2226"/>
                    </a:lnTo>
                    <a:lnTo>
                      <a:pt x="238" y="2138"/>
                    </a:lnTo>
                    <a:lnTo>
                      <a:pt x="87" y="2138"/>
                    </a:lnTo>
                    <a:lnTo>
                      <a:pt x="87" y="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0" name="Freeform 35" hidden="1">
                <a:extLst>
                  <a:ext uri="{FF2B5EF4-FFF2-40B4-BE49-F238E27FC236}">
                    <a16:creationId xmlns:a16="http://schemas.microsoft.com/office/drawing/2014/main" id="{A9909893-A96E-3A4C-1351-EE2A2FD4A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1486" y="1800227"/>
                <a:ext cx="376235" cy="376238"/>
              </a:xfrm>
              <a:custGeom>
                <a:avLst/>
                <a:gdLst>
                  <a:gd name="T0" fmla="*/ 0 w 237"/>
                  <a:gd name="T1" fmla="*/ 0 h 237"/>
                  <a:gd name="T2" fmla="*/ 0 w 237"/>
                  <a:gd name="T3" fmla="*/ 237 h 237"/>
                  <a:gd name="T4" fmla="*/ 237 w 237"/>
                  <a:gd name="T5" fmla="*/ 237 h 237"/>
                  <a:gd name="T6" fmla="*/ 237 w 237"/>
                  <a:gd name="T7" fmla="*/ 149 h 237"/>
                  <a:gd name="T8" fmla="*/ 88 w 237"/>
                  <a:gd name="T9" fmla="*/ 149 h 237"/>
                  <a:gd name="T10" fmla="*/ 88 w 237"/>
                  <a:gd name="T11" fmla="*/ 0 h 237"/>
                  <a:gd name="T12" fmla="*/ 0 w 237"/>
                  <a:gd name="T13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7" h="237">
                    <a:moveTo>
                      <a:pt x="0" y="0"/>
                    </a:moveTo>
                    <a:lnTo>
                      <a:pt x="0" y="237"/>
                    </a:lnTo>
                    <a:lnTo>
                      <a:pt x="237" y="237"/>
                    </a:lnTo>
                    <a:lnTo>
                      <a:pt x="237" y="149"/>
                    </a:lnTo>
                    <a:lnTo>
                      <a:pt x="88" y="149"/>
                    </a:lnTo>
                    <a:lnTo>
                      <a:pt x="8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64" name="Modeling Icon">
              <a:extLst>
                <a:ext uri="{FF2B5EF4-FFF2-40B4-BE49-F238E27FC236}">
                  <a16:creationId xmlns:a16="http://schemas.microsoft.com/office/drawing/2014/main" id="{3BCA2A0F-955B-7210-B042-D5E5472EB9FA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5472620" y="4882444"/>
              <a:ext cx="367978" cy="422002"/>
            </a:xfrm>
            <a:custGeom>
              <a:avLst/>
              <a:gdLst>
                <a:gd name="T0" fmla="*/ 1043 w 1043"/>
                <a:gd name="T1" fmla="*/ 254 h 1199"/>
                <a:gd name="T2" fmla="*/ 960 w 1043"/>
                <a:gd name="T3" fmla="*/ 172 h 1199"/>
                <a:gd name="T4" fmla="*/ 881 w 1043"/>
                <a:gd name="T5" fmla="*/ 233 h 1199"/>
                <a:gd name="T6" fmla="*/ 642 w 1043"/>
                <a:gd name="T7" fmla="*/ 233 h 1199"/>
                <a:gd name="T8" fmla="*/ 563 w 1043"/>
                <a:gd name="T9" fmla="*/ 172 h 1199"/>
                <a:gd name="T10" fmla="*/ 496 w 1043"/>
                <a:gd name="T11" fmla="*/ 208 h 1199"/>
                <a:gd name="T12" fmla="*/ 164 w 1043"/>
                <a:gd name="T13" fmla="*/ 89 h 1199"/>
                <a:gd name="T14" fmla="*/ 164 w 1043"/>
                <a:gd name="T15" fmla="*/ 82 h 1199"/>
                <a:gd name="T16" fmla="*/ 82 w 1043"/>
                <a:gd name="T17" fmla="*/ 0 h 1199"/>
                <a:gd name="T18" fmla="*/ 0 w 1043"/>
                <a:gd name="T19" fmla="*/ 82 h 1199"/>
                <a:gd name="T20" fmla="*/ 82 w 1043"/>
                <a:gd name="T21" fmla="*/ 164 h 1199"/>
                <a:gd name="T22" fmla="*/ 150 w 1043"/>
                <a:gd name="T23" fmla="*/ 129 h 1199"/>
                <a:gd name="T24" fmla="*/ 482 w 1043"/>
                <a:gd name="T25" fmla="*/ 248 h 1199"/>
                <a:gd name="T26" fmla="*/ 481 w 1043"/>
                <a:gd name="T27" fmla="*/ 254 h 1199"/>
                <a:gd name="T28" fmla="*/ 494 w 1043"/>
                <a:gd name="T29" fmla="*/ 299 h 1199"/>
                <a:gd name="T30" fmla="*/ 267 w 1043"/>
                <a:gd name="T31" fmla="*/ 549 h 1199"/>
                <a:gd name="T32" fmla="*/ 229 w 1043"/>
                <a:gd name="T33" fmla="*/ 539 h 1199"/>
                <a:gd name="T34" fmla="*/ 147 w 1043"/>
                <a:gd name="T35" fmla="*/ 621 h 1199"/>
                <a:gd name="T36" fmla="*/ 229 w 1043"/>
                <a:gd name="T37" fmla="*/ 703 h 1199"/>
                <a:gd name="T38" fmla="*/ 236 w 1043"/>
                <a:gd name="T39" fmla="*/ 703 h 1199"/>
                <a:gd name="T40" fmla="*/ 358 w 1043"/>
                <a:gd name="T41" fmla="*/ 1049 h 1199"/>
                <a:gd name="T42" fmla="*/ 322 w 1043"/>
                <a:gd name="T43" fmla="*/ 1117 h 1199"/>
                <a:gd name="T44" fmla="*/ 404 w 1043"/>
                <a:gd name="T45" fmla="*/ 1199 h 1199"/>
                <a:gd name="T46" fmla="*/ 486 w 1043"/>
                <a:gd name="T47" fmla="*/ 1117 h 1199"/>
                <a:gd name="T48" fmla="*/ 404 w 1043"/>
                <a:gd name="T49" fmla="*/ 1035 h 1199"/>
                <a:gd name="T50" fmla="*/ 398 w 1043"/>
                <a:gd name="T51" fmla="*/ 1035 h 1199"/>
                <a:gd name="T52" fmla="*/ 276 w 1043"/>
                <a:gd name="T53" fmla="*/ 689 h 1199"/>
                <a:gd name="T54" fmla="*/ 311 w 1043"/>
                <a:gd name="T55" fmla="*/ 631 h 1199"/>
                <a:gd name="T56" fmla="*/ 488 w 1043"/>
                <a:gd name="T57" fmla="*/ 604 h 1199"/>
                <a:gd name="T58" fmla="*/ 563 w 1043"/>
                <a:gd name="T59" fmla="*/ 653 h 1199"/>
                <a:gd name="T60" fmla="*/ 610 w 1043"/>
                <a:gd name="T61" fmla="*/ 639 h 1199"/>
                <a:gd name="T62" fmla="*/ 804 w 1043"/>
                <a:gd name="T63" fmla="*/ 805 h 1199"/>
                <a:gd name="T64" fmla="*/ 796 w 1043"/>
                <a:gd name="T65" fmla="*/ 840 h 1199"/>
                <a:gd name="T66" fmla="*/ 878 w 1043"/>
                <a:gd name="T67" fmla="*/ 922 h 1199"/>
                <a:gd name="T68" fmla="*/ 960 w 1043"/>
                <a:gd name="T69" fmla="*/ 840 h 1199"/>
                <a:gd name="T70" fmla="*/ 910 w 1043"/>
                <a:gd name="T71" fmla="*/ 764 h 1199"/>
                <a:gd name="T72" fmla="*/ 970 w 1043"/>
                <a:gd name="T73" fmla="*/ 335 h 1199"/>
                <a:gd name="T74" fmla="*/ 1043 w 1043"/>
                <a:gd name="T75" fmla="*/ 254 h 1199"/>
                <a:gd name="T76" fmla="*/ 563 w 1043"/>
                <a:gd name="T77" fmla="*/ 489 h 1199"/>
                <a:gd name="T78" fmla="*/ 482 w 1043"/>
                <a:gd name="T79" fmla="*/ 562 h 1199"/>
                <a:gd name="T80" fmla="*/ 305 w 1043"/>
                <a:gd name="T81" fmla="*/ 589 h 1199"/>
                <a:gd name="T82" fmla="*/ 298 w 1043"/>
                <a:gd name="T83" fmla="*/ 577 h 1199"/>
                <a:gd name="T84" fmla="*/ 526 w 1043"/>
                <a:gd name="T85" fmla="*/ 327 h 1199"/>
                <a:gd name="T86" fmla="*/ 563 w 1043"/>
                <a:gd name="T87" fmla="*/ 336 h 1199"/>
                <a:gd name="T88" fmla="*/ 582 w 1043"/>
                <a:gd name="T89" fmla="*/ 334 h 1199"/>
                <a:gd name="T90" fmla="*/ 806 w 1043"/>
                <a:gd name="T91" fmla="*/ 750 h 1199"/>
                <a:gd name="T92" fmla="*/ 637 w 1043"/>
                <a:gd name="T93" fmla="*/ 606 h 1199"/>
                <a:gd name="T94" fmla="*/ 645 w 1043"/>
                <a:gd name="T95" fmla="*/ 571 h 1199"/>
                <a:gd name="T96" fmla="*/ 563 w 1043"/>
                <a:gd name="T97" fmla="*/ 489 h 1199"/>
                <a:gd name="T98" fmla="*/ 859 w 1043"/>
                <a:gd name="T99" fmla="*/ 760 h 1199"/>
                <a:gd name="T100" fmla="*/ 619 w 1043"/>
                <a:gd name="T101" fmla="*/ 314 h 1199"/>
                <a:gd name="T102" fmla="*/ 642 w 1043"/>
                <a:gd name="T103" fmla="*/ 275 h 1199"/>
                <a:gd name="T104" fmla="*/ 881 w 1043"/>
                <a:gd name="T105" fmla="*/ 275 h 1199"/>
                <a:gd name="T106" fmla="*/ 928 w 1043"/>
                <a:gd name="T107" fmla="*/ 330 h 1199"/>
                <a:gd name="T108" fmla="*/ 868 w 1043"/>
                <a:gd name="T109" fmla="*/ 759 h 1199"/>
                <a:gd name="T110" fmla="*/ 859 w 1043"/>
                <a:gd name="T111" fmla="*/ 760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43" h="1199">
                  <a:moveTo>
                    <a:pt x="1043" y="254"/>
                  </a:moveTo>
                  <a:cubicBezTo>
                    <a:pt x="1043" y="209"/>
                    <a:pt x="1006" y="172"/>
                    <a:pt x="960" y="172"/>
                  </a:cubicBezTo>
                  <a:cubicBezTo>
                    <a:pt x="922" y="172"/>
                    <a:pt x="891" y="198"/>
                    <a:pt x="881" y="233"/>
                  </a:cubicBezTo>
                  <a:cubicBezTo>
                    <a:pt x="642" y="233"/>
                    <a:pt x="642" y="233"/>
                    <a:pt x="642" y="233"/>
                  </a:cubicBezTo>
                  <a:cubicBezTo>
                    <a:pt x="633" y="198"/>
                    <a:pt x="601" y="172"/>
                    <a:pt x="563" y="172"/>
                  </a:cubicBezTo>
                  <a:cubicBezTo>
                    <a:pt x="535" y="172"/>
                    <a:pt x="510" y="186"/>
                    <a:pt x="496" y="208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4" y="87"/>
                    <a:pt x="164" y="84"/>
                    <a:pt x="164" y="82"/>
                  </a:cubicBezTo>
                  <a:cubicBezTo>
                    <a:pt x="164" y="37"/>
                    <a:pt x="128" y="0"/>
                    <a:pt x="82" y="0"/>
                  </a:cubicBezTo>
                  <a:cubicBezTo>
                    <a:pt x="37" y="0"/>
                    <a:pt x="0" y="37"/>
                    <a:pt x="0" y="82"/>
                  </a:cubicBezTo>
                  <a:cubicBezTo>
                    <a:pt x="0" y="127"/>
                    <a:pt x="37" y="164"/>
                    <a:pt x="82" y="164"/>
                  </a:cubicBezTo>
                  <a:cubicBezTo>
                    <a:pt x="110" y="164"/>
                    <a:pt x="135" y="150"/>
                    <a:pt x="150" y="129"/>
                  </a:cubicBezTo>
                  <a:cubicBezTo>
                    <a:pt x="482" y="248"/>
                    <a:pt x="482" y="248"/>
                    <a:pt x="482" y="248"/>
                  </a:cubicBezTo>
                  <a:cubicBezTo>
                    <a:pt x="481" y="250"/>
                    <a:pt x="481" y="252"/>
                    <a:pt x="481" y="254"/>
                  </a:cubicBezTo>
                  <a:cubicBezTo>
                    <a:pt x="481" y="271"/>
                    <a:pt x="486" y="286"/>
                    <a:pt x="494" y="299"/>
                  </a:cubicBezTo>
                  <a:cubicBezTo>
                    <a:pt x="267" y="549"/>
                    <a:pt x="267" y="549"/>
                    <a:pt x="267" y="549"/>
                  </a:cubicBezTo>
                  <a:cubicBezTo>
                    <a:pt x="256" y="543"/>
                    <a:pt x="243" y="539"/>
                    <a:pt x="229" y="539"/>
                  </a:cubicBezTo>
                  <a:cubicBezTo>
                    <a:pt x="184" y="539"/>
                    <a:pt x="147" y="576"/>
                    <a:pt x="147" y="621"/>
                  </a:cubicBezTo>
                  <a:cubicBezTo>
                    <a:pt x="147" y="667"/>
                    <a:pt x="184" y="703"/>
                    <a:pt x="229" y="703"/>
                  </a:cubicBezTo>
                  <a:cubicBezTo>
                    <a:pt x="231" y="703"/>
                    <a:pt x="234" y="703"/>
                    <a:pt x="236" y="703"/>
                  </a:cubicBezTo>
                  <a:cubicBezTo>
                    <a:pt x="358" y="1049"/>
                    <a:pt x="358" y="1049"/>
                    <a:pt x="358" y="1049"/>
                  </a:cubicBezTo>
                  <a:cubicBezTo>
                    <a:pt x="336" y="1064"/>
                    <a:pt x="322" y="1089"/>
                    <a:pt x="322" y="1117"/>
                  </a:cubicBezTo>
                  <a:cubicBezTo>
                    <a:pt x="322" y="1162"/>
                    <a:pt x="359" y="1199"/>
                    <a:pt x="404" y="1199"/>
                  </a:cubicBezTo>
                  <a:cubicBezTo>
                    <a:pt x="450" y="1199"/>
                    <a:pt x="486" y="1162"/>
                    <a:pt x="486" y="1117"/>
                  </a:cubicBezTo>
                  <a:cubicBezTo>
                    <a:pt x="486" y="1071"/>
                    <a:pt x="450" y="1035"/>
                    <a:pt x="404" y="1035"/>
                  </a:cubicBezTo>
                  <a:cubicBezTo>
                    <a:pt x="402" y="1035"/>
                    <a:pt x="400" y="1035"/>
                    <a:pt x="398" y="1035"/>
                  </a:cubicBezTo>
                  <a:cubicBezTo>
                    <a:pt x="276" y="689"/>
                    <a:pt x="276" y="689"/>
                    <a:pt x="276" y="689"/>
                  </a:cubicBezTo>
                  <a:cubicBezTo>
                    <a:pt x="295" y="676"/>
                    <a:pt x="308" y="655"/>
                    <a:pt x="311" y="631"/>
                  </a:cubicBezTo>
                  <a:cubicBezTo>
                    <a:pt x="488" y="604"/>
                    <a:pt x="488" y="604"/>
                    <a:pt x="488" y="604"/>
                  </a:cubicBezTo>
                  <a:cubicBezTo>
                    <a:pt x="501" y="633"/>
                    <a:pt x="529" y="653"/>
                    <a:pt x="563" y="653"/>
                  </a:cubicBezTo>
                  <a:cubicBezTo>
                    <a:pt x="580" y="653"/>
                    <a:pt x="596" y="648"/>
                    <a:pt x="610" y="639"/>
                  </a:cubicBezTo>
                  <a:cubicBezTo>
                    <a:pt x="804" y="805"/>
                    <a:pt x="804" y="805"/>
                    <a:pt x="804" y="805"/>
                  </a:cubicBezTo>
                  <a:cubicBezTo>
                    <a:pt x="799" y="815"/>
                    <a:pt x="796" y="827"/>
                    <a:pt x="796" y="840"/>
                  </a:cubicBezTo>
                  <a:cubicBezTo>
                    <a:pt x="796" y="885"/>
                    <a:pt x="833" y="922"/>
                    <a:pt x="878" y="922"/>
                  </a:cubicBezTo>
                  <a:cubicBezTo>
                    <a:pt x="924" y="922"/>
                    <a:pt x="960" y="885"/>
                    <a:pt x="960" y="840"/>
                  </a:cubicBezTo>
                  <a:cubicBezTo>
                    <a:pt x="960" y="806"/>
                    <a:pt x="940" y="777"/>
                    <a:pt x="910" y="764"/>
                  </a:cubicBezTo>
                  <a:cubicBezTo>
                    <a:pt x="970" y="335"/>
                    <a:pt x="970" y="335"/>
                    <a:pt x="970" y="335"/>
                  </a:cubicBezTo>
                  <a:cubicBezTo>
                    <a:pt x="1011" y="330"/>
                    <a:pt x="1043" y="296"/>
                    <a:pt x="1043" y="254"/>
                  </a:cubicBezTo>
                  <a:close/>
                  <a:moveTo>
                    <a:pt x="563" y="489"/>
                  </a:moveTo>
                  <a:cubicBezTo>
                    <a:pt x="521" y="489"/>
                    <a:pt x="487" y="521"/>
                    <a:pt x="482" y="562"/>
                  </a:cubicBezTo>
                  <a:cubicBezTo>
                    <a:pt x="305" y="589"/>
                    <a:pt x="305" y="589"/>
                    <a:pt x="305" y="589"/>
                  </a:cubicBezTo>
                  <a:cubicBezTo>
                    <a:pt x="303" y="584"/>
                    <a:pt x="301" y="581"/>
                    <a:pt x="298" y="577"/>
                  </a:cubicBezTo>
                  <a:cubicBezTo>
                    <a:pt x="526" y="327"/>
                    <a:pt x="526" y="327"/>
                    <a:pt x="526" y="327"/>
                  </a:cubicBezTo>
                  <a:cubicBezTo>
                    <a:pt x="537" y="333"/>
                    <a:pt x="550" y="336"/>
                    <a:pt x="563" y="336"/>
                  </a:cubicBezTo>
                  <a:cubicBezTo>
                    <a:pt x="570" y="336"/>
                    <a:pt x="576" y="335"/>
                    <a:pt x="582" y="334"/>
                  </a:cubicBezTo>
                  <a:cubicBezTo>
                    <a:pt x="806" y="750"/>
                    <a:pt x="806" y="750"/>
                    <a:pt x="806" y="750"/>
                  </a:cubicBezTo>
                  <a:cubicBezTo>
                    <a:pt x="637" y="606"/>
                    <a:pt x="637" y="606"/>
                    <a:pt x="637" y="606"/>
                  </a:cubicBezTo>
                  <a:cubicBezTo>
                    <a:pt x="642" y="595"/>
                    <a:pt x="645" y="584"/>
                    <a:pt x="645" y="571"/>
                  </a:cubicBezTo>
                  <a:cubicBezTo>
                    <a:pt x="645" y="526"/>
                    <a:pt x="608" y="489"/>
                    <a:pt x="563" y="489"/>
                  </a:cubicBezTo>
                  <a:close/>
                  <a:moveTo>
                    <a:pt x="859" y="760"/>
                  </a:moveTo>
                  <a:cubicBezTo>
                    <a:pt x="619" y="314"/>
                    <a:pt x="619" y="314"/>
                    <a:pt x="619" y="314"/>
                  </a:cubicBezTo>
                  <a:cubicBezTo>
                    <a:pt x="630" y="303"/>
                    <a:pt x="638" y="290"/>
                    <a:pt x="642" y="275"/>
                  </a:cubicBezTo>
                  <a:cubicBezTo>
                    <a:pt x="881" y="275"/>
                    <a:pt x="881" y="275"/>
                    <a:pt x="881" y="275"/>
                  </a:cubicBezTo>
                  <a:cubicBezTo>
                    <a:pt x="888" y="300"/>
                    <a:pt x="905" y="320"/>
                    <a:pt x="928" y="330"/>
                  </a:cubicBezTo>
                  <a:cubicBezTo>
                    <a:pt x="868" y="759"/>
                    <a:pt x="868" y="759"/>
                    <a:pt x="868" y="759"/>
                  </a:cubicBezTo>
                  <a:cubicBezTo>
                    <a:pt x="865" y="759"/>
                    <a:pt x="862" y="759"/>
                    <a:pt x="859" y="7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609393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09393" algn="l" defTabSz="609393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218786" algn="l" defTabSz="609393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828180" algn="l" defTabSz="609393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437572" algn="l" defTabSz="609393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3046964" algn="l" defTabSz="609393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656357" algn="l" defTabSz="609393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265752" algn="l" defTabSz="609393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875144" algn="l" defTabSz="609393" rtl="0" eaLnBrk="1" latinLnBrk="0" hangingPunct="1"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5" name="Brain icon">
              <a:extLst>
                <a:ext uri="{FF2B5EF4-FFF2-40B4-BE49-F238E27FC236}">
                  <a16:creationId xmlns:a16="http://schemas.microsoft.com/office/drawing/2014/main" id="{A1EA02A5-EF10-7AB4-2FE9-9209CF87FE7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595925" y="4131734"/>
              <a:ext cx="462222" cy="401308"/>
              <a:chOff x="9881656" y="4292459"/>
              <a:chExt cx="409576" cy="355600"/>
            </a:xfrm>
          </p:grpSpPr>
          <p:sp>
            <p:nvSpPr>
              <p:cNvPr id="69" name="Freeform 24">
                <a:extLst>
                  <a:ext uri="{FF2B5EF4-FFF2-40B4-BE49-F238E27FC236}">
                    <a16:creationId xmlns:a16="http://schemas.microsoft.com/office/drawing/2014/main" id="{C2B53FD7-CDE2-8073-874E-B72CD168AF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81656" y="4292459"/>
                <a:ext cx="409576" cy="355600"/>
              </a:xfrm>
              <a:custGeom>
                <a:avLst/>
                <a:gdLst>
                  <a:gd name="T0" fmla="*/ 334 w 2554"/>
                  <a:gd name="T1" fmla="*/ 1544 h 2209"/>
                  <a:gd name="T2" fmla="*/ 334 w 2554"/>
                  <a:gd name="T3" fmla="*/ 1544 h 2209"/>
                  <a:gd name="T4" fmla="*/ 1459 w 2554"/>
                  <a:gd name="T5" fmla="*/ 1762 h 2209"/>
                  <a:gd name="T6" fmla="*/ 1837 w 2554"/>
                  <a:gd name="T7" fmla="*/ 1602 h 2209"/>
                  <a:gd name="T8" fmla="*/ 1910 w 2554"/>
                  <a:gd name="T9" fmla="*/ 1494 h 2209"/>
                  <a:gd name="T10" fmla="*/ 1913 w 2554"/>
                  <a:gd name="T11" fmla="*/ 1488 h 2209"/>
                  <a:gd name="T12" fmla="*/ 2413 w 2554"/>
                  <a:gd name="T13" fmla="*/ 601 h 2209"/>
                  <a:gd name="T14" fmla="*/ 2373 w 2554"/>
                  <a:gd name="T15" fmla="*/ 483 h 2209"/>
                  <a:gd name="T16" fmla="*/ 2215 w 2554"/>
                  <a:gd name="T17" fmla="*/ 320 h 2209"/>
                  <a:gd name="T18" fmla="*/ 1754 w 2554"/>
                  <a:gd name="T19" fmla="*/ 142 h 2209"/>
                  <a:gd name="T20" fmla="*/ 903 w 2554"/>
                  <a:gd name="T21" fmla="*/ 62 h 2209"/>
                  <a:gd name="T22" fmla="*/ 869 w 2554"/>
                  <a:gd name="T23" fmla="*/ 58 h 2209"/>
                  <a:gd name="T24" fmla="*/ 839 w 2554"/>
                  <a:gd name="T25" fmla="*/ 56 h 2209"/>
                  <a:gd name="T26" fmla="*/ 1 w 2554"/>
                  <a:gd name="T27" fmla="*/ 1134 h 2209"/>
                  <a:gd name="T28" fmla="*/ 233 w 2554"/>
                  <a:gd name="T29" fmla="*/ 1567 h 2209"/>
                  <a:gd name="T30" fmla="*/ 762 w 2554"/>
                  <a:gd name="T31" fmla="*/ 2209 h 2209"/>
                  <a:gd name="T32" fmla="*/ 1125 w 2554"/>
                  <a:gd name="T33" fmla="*/ 2209 h 2209"/>
                  <a:gd name="T34" fmla="*/ 1953 w 2554"/>
                  <a:gd name="T35" fmla="*/ 1376 h 2209"/>
                  <a:gd name="T36" fmla="*/ 2293 w 2554"/>
                  <a:gd name="T37" fmla="*/ 1104 h 2209"/>
                  <a:gd name="T38" fmla="*/ 2120 w 2554"/>
                  <a:gd name="T39" fmla="*/ 930 h 2209"/>
                  <a:gd name="T40" fmla="*/ 1737 w 2554"/>
                  <a:gd name="T41" fmla="*/ 1001 h 2209"/>
                  <a:gd name="T42" fmla="*/ 1625 w 2554"/>
                  <a:gd name="T43" fmla="*/ 979 h 2209"/>
                  <a:gd name="T44" fmla="*/ 967 w 2554"/>
                  <a:gd name="T45" fmla="*/ 946 h 2209"/>
                  <a:gd name="T46" fmla="*/ 1498 w 2554"/>
                  <a:gd name="T47" fmla="*/ 1068 h 2209"/>
                  <a:gd name="T48" fmla="*/ 1860 w 2554"/>
                  <a:gd name="T49" fmla="*/ 1273 h 2209"/>
                  <a:gd name="T50" fmla="*/ 1817 w 2554"/>
                  <a:gd name="T51" fmla="*/ 1448 h 2209"/>
                  <a:gd name="T52" fmla="*/ 1489 w 2554"/>
                  <a:gd name="T53" fmla="*/ 1656 h 2209"/>
                  <a:gd name="T54" fmla="*/ 319 w 2554"/>
                  <a:gd name="T55" fmla="*/ 1226 h 2209"/>
                  <a:gd name="T56" fmla="*/ 336 w 2554"/>
                  <a:gd name="T57" fmla="*/ 1092 h 2209"/>
                  <a:gd name="T58" fmla="*/ 235 w 2554"/>
                  <a:gd name="T59" fmla="*/ 823 h 2209"/>
                  <a:gd name="T60" fmla="*/ 125 w 2554"/>
                  <a:gd name="T61" fmla="*/ 1024 h 2209"/>
                  <a:gd name="T62" fmla="*/ 484 w 2554"/>
                  <a:gd name="T63" fmla="*/ 624 h 2209"/>
                  <a:gd name="T64" fmla="*/ 692 w 2554"/>
                  <a:gd name="T65" fmla="*/ 513 h 2209"/>
                  <a:gd name="T66" fmla="*/ 859 w 2554"/>
                  <a:gd name="T67" fmla="*/ 161 h 2209"/>
                  <a:gd name="T68" fmla="*/ 930 w 2554"/>
                  <a:gd name="T69" fmla="*/ 307 h 2209"/>
                  <a:gd name="T70" fmla="*/ 1173 w 2554"/>
                  <a:gd name="T71" fmla="*/ 166 h 2209"/>
                  <a:gd name="T72" fmla="*/ 1244 w 2554"/>
                  <a:gd name="T73" fmla="*/ 497 h 2209"/>
                  <a:gd name="T74" fmla="*/ 1280 w 2554"/>
                  <a:gd name="T75" fmla="*/ 777 h 2209"/>
                  <a:gd name="T76" fmla="*/ 1621 w 2554"/>
                  <a:gd name="T77" fmla="*/ 615 h 2209"/>
                  <a:gd name="T78" fmla="*/ 1532 w 2554"/>
                  <a:gd name="T79" fmla="*/ 552 h 2209"/>
                  <a:gd name="T80" fmla="*/ 1388 w 2554"/>
                  <a:gd name="T81" fmla="*/ 688 h 2209"/>
                  <a:gd name="T82" fmla="*/ 1295 w 2554"/>
                  <a:gd name="T83" fmla="*/ 396 h 2209"/>
                  <a:gd name="T84" fmla="*/ 1284 w 2554"/>
                  <a:gd name="T85" fmla="*/ 164 h 2209"/>
                  <a:gd name="T86" fmla="*/ 1636 w 2554"/>
                  <a:gd name="T87" fmla="*/ 263 h 2209"/>
                  <a:gd name="T88" fmla="*/ 1409 w 2554"/>
                  <a:gd name="T89" fmla="*/ 239 h 2209"/>
                  <a:gd name="T90" fmla="*/ 1523 w 2554"/>
                  <a:gd name="T91" fmla="*/ 371 h 2209"/>
                  <a:gd name="T92" fmla="*/ 2023 w 2554"/>
                  <a:gd name="T93" fmla="*/ 374 h 2209"/>
                  <a:gd name="T94" fmla="*/ 2139 w 2554"/>
                  <a:gd name="T95" fmla="*/ 396 h 2209"/>
                  <a:gd name="T96" fmla="*/ 2162 w 2554"/>
                  <a:gd name="T97" fmla="*/ 409 h 2209"/>
                  <a:gd name="T98" fmla="*/ 1949 w 2554"/>
                  <a:gd name="T99" fmla="*/ 764 h 2209"/>
                  <a:gd name="T100" fmla="*/ 2331 w 2554"/>
                  <a:gd name="T101" fmla="*/ 1258 h 2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554" h="2209">
                    <a:moveTo>
                      <a:pt x="219" y="1472"/>
                    </a:moveTo>
                    <a:cubicBezTo>
                      <a:pt x="219" y="1471"/>
                      <a:pt x="219" y="1471"/>
                      <a:pt x="219" y="1471"/>
                    </a:cubicBezTo>
                    <a:cubicBezTo>
                      <a:pt x="219" y="1471"/>
                      <a:pt x="219" y="1471"/>
                      <a:pt x="219" y="1471"/>
                    </a:cubicBezTo>
                    <a:lnTo>
                      <a:pt x="219" y="1472"/>
                    </a:lnTo>
                    <a:close/>
                    <a:moveTo>
                      <a:pt x="334" y="1544"/>
                    </a:moveTo>
                    <a:cubicBezTo>
                      <a:pt x="332" y="1536"/>
                      <a:pt x="331" y="1529"/>
                      <a:pt x="330" y="1522"/>
                    </a:cubicBezTo>
                    <a:cubicBezTo>
                      <a:pt x="1256" y="1718"/>
                      <a:pt x="1256" y="1718"/>
                      <a:pt x="1256" y="1718"/>
                    </a:cubicBezTo>
                    <a:cubicBezTo>
                      <a:pt x="744" y="1855"/>
                      <a:pt x="744" y="1855"/>
                      <a:pt x="744" y="1855"/>
                    </a:cubicBezTo>
                    <a:cubicBezTo>
                      <a:pt x="733" y="1855"/>
                      <a:pt x="733" y="1855"/>
                      <a:pt x="733" y="1855"/>
                    </a:cubicBezTo>
                    <a:cubicBezTo>
                      <a:pt x="544" y="1855"/>
                      <a:pt x="381" y="1728"/>
                      <a:pt x="334" y="1544"/>
                    </a:cubicBezTo>
                    <a:close/>
                    <a:moveTo>
                      <a:pt x="1125" y="2209"/>
                    </a:moveTo>
                    <a:cubicBezTo>
                      <a:pt x="1125" y="2094"/>
                      <a:pt x="1125" y="2094"/>
                      <a:pt x="1125" y="2094"/>
                    </a:cubicBezTo>
                    <a:cubicBezTo>
                      <a:pt x="1125" y="2009"/>
                      <a:pt x="1170" y="1925"/>
                      <a:pt x="1236" y="1862"/>
                    </a:cubicBezTo>
                    <a:cubicBezTo>
                      <a:pt x="1302" y="1799"/>
                      <a:pt x="1389" y="1761"/>
                      <a:pt x="1458" y="1762"/>
                    </a:cubicBezTo>
                    <a:cubicBezTo>
                      <a:pt x="1459" y="1762"/>
                      <a:pt x="1459" y="1762"/>
                      <a:pt x="1459" y="1762"/>
                    </a:cubicBezTo>
                    <a:cubicBezTo>
                      <a:pt x="1468" y="1761"/>
                      <a:pt x="1468" y="1761"/>
                      <a:pt x="1468" y="1761"/>
                    </a:cubicBezTo>
                    <a:cubicBezTo>
                      <a:pt x="1494" y="1760"/>
                      <a:pt x="1494" y="1760"/>
                      <a:pt x="1494" y="1760"/>
                    </a:cubicBezTo>
                    <a:cubicBezTo>
                      <a:pt x="1495" y="1760"/>
                      <a:pt x="1495" y="1760"/>
                      <a:pt x="1495" y="1760"/>
                    </a:cubicBezTo>
                    <a:cubicBezTo>
                      <a:pt x="1495" y="1760"/>
                      <a:pt x="1495" y="1760"/>
                      <a:pt x="1495" y="1760"/>
                    </a:cubicBezTo>
                    <a:cubicBezTo>
                      <a:pt x="1632" y="1752"/>
                      <a:pt x="1752" y="1698"/>
                      <a:pt x="1837" y="1602"/>
                    </a:cubicBezTo>
                    <a:cubicBezTo>
                      <a:pt x="1837" y="1602"/>
                      <a:pt x="1837" y="1602"/>
                      <a:pt x="1837" y="1602"/>
                    </a:cubicBezTo>
                    <a:cubicBezTo>
                      <a:pt x="1837" y="1602"/>
                      <a:pt x="1837" y="1601"/>
                      <a:pt x="1838" y="1601"/>
                    </a:cubicBezTo>
                    <a:cubicBezTo>
                      <a:pt x="1838" y="1601"/>
                      <a:pt x="1838" y="1601"/>
                      <a:pt x="1838" y="1601"/>
                    </a:cubicBezTo>
                    <a:cubicBezTo>
                      <a:pt x="1838" y="1601"/>
                      <a:pt x="1838" y="1601"/>
                      <a:pt x="1838" y="1601"/>
                    </a:cubicBezTo>
                    <a:cubicBezTo>
                      <a:pt x="1868" y="1569"/>
                      <a:pt x="1892" y="1533"/>
                      <a:pt x="1910" y="1494"/>
                    </a:cubicBezTo>
                    <a:cubicBezTo>
                      <a:pt x="1910" y="1494"/>
                      <a:pt x="1910" y="1494"/>
                      <a:pt x="1910" y="1494"/>
                    </a:cubicBezTo>
                    <a:cubicBezTo>
                      <a:pt x="1910" y="1493"/>
                      <a:pt x="1911" y="1493"/>
                      <a:pt x="1911" y="1492"/>
                    </a:cubicBezTo>
                    <a:cubicBezTo>
                      <a:pt x="1911" y="1492"/>
                      <a:pt x="1911" y="1492"/>
                      <a:pt x="1911" y="1492"/>
                    </a:cubicBezTo>
                    <a:cubicBezTo>
                      <a:pt x="1911" y="1492"/>
                      <a:pt x="1911" y="1492"/>
                      <a:pt x="1911" y="1492"/>
                    </a:cubicBezTo>
                    <a:cubicBezTo>
                      <a:pt x="1912" y="1491"/>
                      <a:pt x="1912" y="1489"/>
                      <a:pt x="1913" y="1488"/>
                    </a:cubicBezTo>
                    <a:cubicBezTo>
                      <a:pt x="1932" y="1485"/>
                      <a:pt x="1952" y="1482"/>
                      <a:pt x="1969" y="1477"/>
                    </a:cubicBezTo>
                    <a:cubicBezTo>
                      <a:pt x="1992" y="1480"/>
                      <a:pt x="2017" y="1482"/>
                      <a:pt x="2041" y="1482"/>
                    </a:cubicBezTo>
                    <a:cubicBezTo>
                      <a:pt x="2324" y="1482"/>
                      <a:pt x="2554" y="1252"/>
                      <a:pt x="2554" y="969"/>
                    </a:cubicBezTo>
                    <a:cubicBezTo>
                      <a:pt x="2554" y="838"/>
                      <a:pt x="2504" y="713"/>
                      <a:pt x="2416" y="620"/>
                    </a:cubicBezTo>
                    <a:cubicBezTo>
                      <a:pt x="2415" y="613"/>
                      <a:pt x="2414" y="607"/>
                      <a:pt x="2413" y="601"/>
                    </a:cubicBezTo>
                    <a:cubicBezTo>
                      <a:pt x="2413" y="601"/>
                      <a:pt x="2413" y="601"/>
                      <a:pt x="2413" y="601"/>
                    </a:cubicBezTo>
                    <a:cubicBezTo>
                      <a:pt x="2413" y="600"/>
                      <a:pt x="2413" y="600"/>
                      <a:pt x="2413" y="600"/>
                    </a:cubicBezTo>
                    <a:cubicBezTo>
                      <a:pt x="2413" y="600"/>
                      <a:pt x="2413" y="600"/>
                      <a:pt x="2413" y="599"/>
                    </a:cubicBezTo>
                    <a:cubicBezTo>
                      <a:pt x="2413" y="599"/>
                      <a:pt x="2413" y="599"/>
                      <a:pt x="2413" y="599"/>
                    </a:cubicBezTo>
                    <a:cubicBezTo>
                      <a:pt x="2406" y="558"/>
                      <a:pt x="2392" y="518"/>
                      <a:pt x="2373" y="483"/>
                    </a:cubicBezTo>
                    <a:cubicBezTo>
                      <a:pt x="2373" y="483"/>
                      <a:pt x="2373" y="483"/>
                      <a:pt x="2373" y="483"/>
                    </a:cubicBezTo>
                    <a:cubicBezTo>
                      <a:pt x="2373" y="483"/>
                      <a:pt x="2372" y="483"/>
                      <a:pt x="2372" y="482"/>
                    </a:cubicBezTo>
                    <a:cubicBezTo>
                      <a:pt x="2372" y="482"/>
                      <a:pt x="2372" y="482"/>
                      <a:pt x="2372" y="482"/>
                    </a:cubicBezTo>
                    <a:cubicBezTo>
                      <a:pt x="2372" y="482"/>
                      <a:pt x="2372" y="482"/>
                      <a:pt x="2372" y="482"/>
                    </a:cubicBezTo>
                    <a:cubicBezTo>
                      <a:pt x="2336" y="414"/>
                      <a:pt x="2282" y="357"/>
                      <a:pt x="2215" y="320"/>
                    </a:cubicBezTo>
                    <a:cubicBezTo>
                      <a:pt x="2215" y="319"/>
                      <a:pt x="2215" y="319"/>
                      <a:pt x="2215" y="319"/>
                    </a:cubicBezTo>
                    <a:cubicBezTo>
                      <a:pt x="2213" y="318"/>
                      <a:pt x="2195" y="307"/>
                      <a:pt x="2168" y="296"/>
                    </a:cubicBezTo>
                    <a:cubicBezTo>
                      <a:pt x="2144" y="285"/>
                      <a:pt x="2111" y="275"/>
                      <a:pt x="2075" y="272"/>
                    </a:cubicBezTo>
                    <a:cubicBezTo>
                      <a:pt x="2009" y="189"/>
                      <a:pt x="1909" y="138"/>
                      <a:pt x="1799" y="138"/>
                    </a:cubicBezTo>
                    <a:cubicBezTo>
                      <a:pt x="1784" y="138"/>
                      <a:pt x="1769" y="140"/>
                      <a:pt x="1754" y="142"/>
                    </a:cubicBezTo>
                    <a:cubicBezTo>
                      <a:pt x="1670" y="62"/>
                      <a:pt x="1558" y="16"/>
                      <a:pt x="1439" y="16"/>
                    </a:cubicBezTo>
                    <a:cubicBezTo>
                      <a:pt x="1386" y="16"/>
                      <a:pt x="1335" y="26"/>
                      <a:pt x="1287" y="42"/>
                    </a:cubicBezTo>
                    <a:cubicBezTo>
                      <a:pt x="1236" y="15"/>
                      <a:pt x="1178" y="0"/>
                      <a:pt x="1119" y="0"/>
                    </a:cubicBezTo>
                    <a:cubicBezTo>
                      <a:pt x="1046" y="0"/>
                      <a:pt x="975" y="23"/>
                      <a:pt x="913" y="64"/>
                    </a:cubicBezTo>
                    <a:cubicBezTo>
                      <a:pt x="910" y="63"/>
                      <a:pt x="906" y="62"/>
                      <a:pt x="903" y="62"/>
                    </a:cubicBezTo>
                    <a:cubicBezTo>
                      <a:pt x="901" y="61"/>
                      <a:pt x="901" y="61"/>
                      <a:pt x="901" y="61"/>
                    </a:cubicBezTo>
                    <a:cubicBezTo>
                      <a:pt x="886" y="60"/>
                      <a:pt x="886" y="60"/>
                      <a:pt x="886" y="60"/>
                    </a:cubicBezTo>
                    <a:cubicBezTo>
                      <a:pt x="885" y="59"/>
                      <a:pt x="885" y="59"/>
                      <a:pt x="885" y="59"/>
                    </a:cubicBezTo>
                    <a:cubicBezTo>
                      <a:pt x="881" y="59"/>
                      <a:pt x="881" y="59"/>
                      <a:pt x="881" y="59"/>
                    </a:cubicBezTo>
                    <a:cubicBezTo>
                      <a:pt x="869" y="58"/>
                      <a:pt x="869" y="58"/>
                      <a:pt x="869" y="58"/>
                    </a:cubicBezTo>
                    <a:cubicBezTo>
                      <a:pt x="869" y="58"/>
                      <a:pt x="869" y="58"/>
                      <a:pt x="869" y="58"/>
                    </a:cubicBezTo>
                    <a:cubicBezTo>
                      <a:pt x="865" y="58"/>
                      <a:pt x="865" y="58"/>
                      <a:pt x="865" y="58"/>
                    </a:cubicBezTo>
                    <a:cubicBezTo>
                      <a:pt x="843" y="57"/>
                      <a:pt x="843" y="57"/>
                      <a:pt x="843" y="57"/>
                    </a:cubicBezTo>
                    <a:cubicBezTo>
                      <a:pt x="841" y="56"/>
                      <a:pt x="841" y="56"/>
                      <a:pt x="841" y="56"/>
                    </a:cubicBezTo>
                    <a:cubicBezTo>
                      <a:pt x="839" y="56"/>
                      <a:pt x="839" y="56"/>
                      <a:pt x="839" y="56"/>
                    </a:cubicBezTo>
                    <a:cubicBezTo>
                      <a:pt x="718" y="57"/>
                      <a:pt x="606" y="120"/>
                      <a:pt x="541" y="221"/>
                    </a:cubicBezTo>
                    <a:cubicBezTo>
                      <a:pt x="369" y="251"/>
                      <a:pt x="232" y="380"/>
                      <a:pt x="189" y="551"/>
                    </a:cubicBezTo>
                    <a:cubicBezTo>
                      <a:pt x="74" y="618"/>
                      <a:pt x="1" y="741"/>
                      <a:pt x="1" y="877"/>
                    </a:cubicBezTo>
                    <a:cubicBezTo>
                      <a:pt x="1" y="918"/>
                      <a:pt x="9" y="960"/>
                      <a:pt x="24" y="1003"/>
                    </a:cubicBezTo>
                    <a:cubicBezTo>
                      <a:pt x="9" y="1044"/>
                      <a:pt x="0" y="1087"/>
                      <a:pt x="1" y="1134"/>
                    </a:cubicBezTo>
                    <a:cubicBezTo>
                      <a:pt x="1" y="1214"/>
                      <a:pt x="25" y="1289"/>
                      <a:pt x="67" y="1353"/>
                    </a:cubicBezTo>
                    <a:cubicBezTo>
                      <a:pt x="68" y="1355"/>
                      <a:pt x="68" y="1358"/>
                      <a:pt x="70" y="1360"/>
                    </a:cubicBezTo>
                    <a:cubicBezTo>
                      <a:pt x="72" y="1362"/>
                      <a:pt x="74" y="1363"/>
                      <a:pt x="76" y="1365"/>
                    </a:cubicBezTo>
                    <a:cubicBezTo>
                      <a:pt x="113" y="1417"/>
                      <a:pt x="163" y="1460"/>
                      <a:pt x="221" y="1490"/>
                    </a:cubicBezTo>
                    <a:cubicBezTo>
                      <a:pt x="224" y="1514"/>
                      <a:pt x="227" y="1539"/>
                      <a:pt x="233" y="1567"/>
                    </a:cubicBezTo>
                    <a:cubicBezTo>
                      <a:pt x="233" y="1568"/>
                      <a:pt x="233" y="1568"/>
                      <a:pt x="233" y="1568"/>
                    </a:cubicBezTo>
                    <a:cubicBezTo>
                      <a:pt x="233" y="1569"/>
                      <a:pt x="233" y="1569"/>
                      <a:pt x="233" y="1569"/>
                    </a:cubicBezTo>
                    <a:cubicBezTo>
                      <a:pt x="288" y="1785"/>
                      <a:pt x="474" y="1938"/>
                      <a:pt x="692" y="1956"/>
                    </a:cubicBezTo>
                    <a:cubicBezTo>
                      <a:pt x="657" y="2209"/>
                      <a:pt x="657" y="2209"/>
                      <a:pt x="657" y="2209"/>
                    </a:cubicBezTo>
                    <a:cubicBezTo>
                      <a:pt x="762" y="2209"/>
                      <a:pt x="762" y="2209"/>
                      <a:pt x="762" y="2209"/>
                    </a:cubicBezTo>
                    <a:cubicBezTo>
                      <a:pt x="798" y="1948"/>
                      <a:pt x="798" y="1948"/>
                      <a:pt x="798" y="1948"/>
                    </a:cubicBezTo>
                    <a:cubicBezTo>
                      <a:pt x="1097" y="1868"/>
                      <a:pt x="1097" y="1868"/>
                      <a:pt x="1097" y="1868"/>
                    </a:cubicBezTo>
                    <a:cubicBezTo>
                      <a:pt x="1052" y="1933"/>
                      <a:pt x="1022" y="2010"/>
                      <a:pt x="1022" y="2094"/>
                    </a:cubicBezTo>
                    <a:cubicBezTo>
                      <a:pt x="1023" y="2209"/>
                      <a:pt x="1023" y="2209"/>
                      <a:pt x="1023" y="2209"/>
                    </a:cubicBezTo>
                    <a:lnTo>
                      <a:pt x="1125" y="2209"/>
                    </a:lnTo>
                    <a:close/>
                    <a:moveTo>
                      <a:pt x="2331" y="1258"/>
                    </a:moveTo>
                    <a:cubicBezTo>
                      <a:pt x="2256" y="1333"/>
                      <a:pt x="2154" y="1379"/>
                      <a:pt x="2041" y="1379"/>
                    </a:cubicBezTo>
                    <a:cubicBezTo>
                      <a:pt x="2021" y="1379"/>
                      <a:pt x="1997" y="1377"/>
                      <a:pt x="1973" y="1374"/>
                    </a:cubicBezTo>
                    <a:cubicBezTo>
                      <a:pt x="1962" y="1373"/>
                      <a:pt x="1962" y="1373"/>
                      <a:pt x="1962" y="1373"/>
                    </a:cubicBezTo>
                    <a:cubicBezTo>
                      <a:pt x="1953" y="1376"/>
                      <a:pt x="1953" y="1376"/>
                      <a:pt x="1953" y="1376"/>
                    </a:cubicBezTo>
                    <a:cubicBezTo>
                      <a:pt x="1959" y="1348"/>
                      <a:pt x="1963" y="1316"/>
                      <a:pt x="1964" y="1277"/>
                    </a:cubicBezTo>
                    <a:cubicBezTo>
                      <a:pt x="2135" y="1189"/>
                      <a:pt x="2135" y="1189"/>
                      <a:pt x="2135" y="1189"/>
                    </a:cubicBezTo>
                    <a:cubicBezTo>
                      <a:pt x="2281" y="1206"/>
                      <a:pt x="2281" y="1206"/>
                      <a:pt x="2281" y="1206"/>
                    </a:cubicBezTo>
                    <a:cubicBezTo>
                      <a:pt x="2309" y="1210"/>
                      <a:pt x="2335" y="1190"/>
                      <a:pt x="2338" y="1161"/>
                    </a:cubicBezTo>
                    <a:cubicBezTo>
                      <a:pt x="2342" y="1133"/>
                      <a:pt x="2321" y="1107"/>
                      <a:pt x="2293" y="1104"/>
                    </a:cubicBezTo>
                    <a:cubicBezTo>
                      <a:pt x="2189" y="1091"/>
                      <a:pt x="2189" y="1091"/>
                      <a:pt x="2189" y="1091"/>
                    </a:cubicBezTo>
                    <a:cubicBezTo>
                      <a:pt x="2221" y="953"/>
                      <a:pt x="2221" y="953"/>
                      <a:pt x="2221" y="953"/>
                    </a:cubicBezTo>
                    <a:cubicBezTo>
                      <a:pt x="2227" y="925"/>
                      <a:pt x="2210" y="897"/>
                      <a:pt x="2182" y="891"/>
                    </a:cubicBezTo>
                    <a:cubicBezTo>
                      <a:pt x="2154" y="884"/>
                      <a:pt x="2126" y="902"/>
                      <a:pt x="2120" y="930"/>
                    </a:cubicBezTo>
                    <a:cubicBezTo>
                      <a:pt x="2120" y="930"/>
                      <a:pt x="2120" y="930"/>
                      <a:pt x="2120" y="930"/>
                    </a:cubicBezTo>
                    <a:cubicBezTo>
                      <a:pt x="2080" y="1101"/>
                      <a:pt x="2080" y="1101"/>
                      <a:pt x="2080" y="1101"/>
                    </a:cubicBezTo>
                    <a:cubicBezTo>
                      <a:pt x="1953" y="1166"/>
                      <a:pt x="1953" y="1166"/>
                      <a:pt x="1953" y="1166"/>
                    </a:cubicBezTo>
                    <a:cubicBezTo>
                      <a:pt x="1950" y="1155"/>
                      <a:pt x="1948" y="1144"/>
                      <a:pt x="1945" y="1134"/>
                    </a:cubicBezTo>
                    <a:cubicBezTo>
                      <a:pt x="1929" y="1088"/>
                      <a:pt x="1894" y="1054"/>
                      <a:pt x="1857" y="1038"/>
                    </a:cubicBezTo>
                    <a:cubicBezTo>
                      <a:pt x="1820" y="1021"/>
                      <a:pt x="1782" y="1013"/>
                      <a:pt x="1737" y="1001"/>
                    </a:cubicBezTo>
                    <a:cubicBezTo>
                      <a:pt x="1734" y="1001"/>
                      <a:pt x="1730" y="1000"/>
                      <a:pt x="1727" y="999"/>
                    </a:cubicBezTo>
                    <a:cubicBezTo>
                      <a:pt x="1800" y="776"/>
                      <a:pt x="1800" y="776"/>
                      <a:pt x="1800" y="776"/>
                    </a:cubicBezTo>
                    <a:cubicBezTo>
                      <a:pt x="1809" y="749"/>
                      <a:pt x="1795" y="720"/>
                      <a:pt x="1767" y="711"/>
                    </a:cubicBezTo>
                    <a:cubicBezTo>
                      <a:pt x="1740" y="702"/>
                      <a:pt x="1711" y="717"/>
                      <a:pt x="1702" y="744"/>
                    </a:cubicBezTo>
                    <a:cubicBezTo>
                      <a:pt x="1625" y="979"/>
                      <a:pt x="1625" y="979"/>
                      <a:pt x="1625" y="979"/>
                    </a:cubicBezTo>
                    <a:cubicBezTo>
                      <a:pt x="1585" y="974"/>
                      <a:pt x="1545" y="969"/>
                      <a:pt x="1508" y="965"/>
                    </a:cubicBezTo>
                    <a:cubicBezTo>
                      <a:pt x="1449" y="959"/>
                      <a:pt x="1403" y="956"/>
                      <a:pt x="1385" y="955"/>
                    </a:cubicBezTo>
                    <a:cubicBezTo>
                      <a:pt x="1181" y="876"/>
                      <a:pt x="1181" y="876"/>
                      <a:pt x="1181" y="876"/>
                    </a:cubicBezTo>
                    <a:cubicBezTo>
                      <a:pt x="1014" y="890"/>
                      <a:pt x="1014" y="890"/>
                      <a:pt x="1014" y="890"/>
                    </a:cubicBezTo>
                    <a:cubicBezTo>
                      <a:pt x="985" y="892"/>
                      <a:pt x="964" y="917"/>
                      <a:pt x="967" y="946"/>
                    </a:cubicBezTo>
                    <a:cubicBezTo>
                      <a:pt x="969" y="974"/>
                      <a:pt x="994" y="995"/>
                      <a:pt x="1023" y="993"/>
                    </a:cubicBezTo>
                    <a:cubicBezTo>
                      <a:pt x="1166" y="981"/>
                      <a:pt x="1166" y="981"/>
                      <a:pt x="1166" y="981"/>
                    </a:cubicBezTo>
                    <a:cubicBezTo>
                      <a:pt x="1363" y="1057"/>
                      <a:pt x="1363" y="1057"/>
                      <a:pt x="1363" y="1057"/>
                    </a:cubicBezTo>
                    <a:cubicBezTo>
                      <a:pt x="1371" y="1058"/>
                      <a:pt x="1371" y="1058"/>
                      <a:pt x="1371" y="1058"/>
                    </a:cubicBezTo>
                    <a:cubicBezTo>
                      <a:pt x="1371" y="1058"/>
                      <a:pt x="1427" y="1061"/>
                      <a:pt x="1498" y="1068"/>
                    </a:cubicBezTo>
                    <a:cubicBezTo>
                      <a:pt x="1568" y="1075"/>
                      <a:pt x="1655" y="1087"/>
                      <a:pt x="1711" y="1102"/>
                    </a:cubicBezTo>
                    <a:cubicBezTo>
                      <a:pt x="1742" y="1110"/>
                      <a:pt x="1769" y="1116"/>
                      <a:pt x="1788" y="1122"/>
                    </a:cubicBezTo>
                    <a:cubicBezTo>
                      <a:pt x="1819" y="1132"/>
                      <a:pt x="1830" y="1139"/>
                      <a:pt x="1838" y="1151"/>
                    </a:cubicBezTo>
                    <a:cubicBezTo>
                      <a:pt x="1847" y="1163"/>
                      <a:pt x="1857" y="1192"/>
                      <a:pt x="1860" y="1248"/>
                    </a:cubicBezTo>
                    <a:cubicBezTo>
                      <a:pt x="1860" y="1273"/>
                      <a:pt x="1860" y="1273"/>
                      <a:pt x="1860" y="1273"/>
                    </a:cubicBezTo>
                    <a:cubicBezTo>
                      <a:pt x="1860" y="1324"/>
                      <a:pt x="1853" y="1361"/>
                      <a:pt x="1845" y="1385"/>
                    </a:cubicBezTo>
                    <a:cubicBezTo>
                      <a:pt x="1843" y="1391"/>
                      <a:pt x="1842" y="1394"/>
                      <a:pt x="1840" y="1399"/>
                    </a:cubicBezTo>
                    <a:cubicBezTo>
                      <a:pt x="1830" y="1422"/>
                      <a:pt x="1830" y="1422"/>
                      <a:pt x="1830" y="1422"/>
                    </a:cubicBezTo>
                    <a:cubicBezTo>
                      <a:pt x="1818" y="1447"/>
                      <a:pt x="1818" y="1447"/>
                      <a:pt x="1818" y="1447"/>
                    </a:cubicBezTo>
                    <a:cubicBezTo>
                      <a:pt x="1817" y="1448"/>
                      <a:pt x="1817" y="1448"/>
                      <a:pt x="1817" y="1448"/>
                    </a:cubicBezTo>
                    <a:cubicBezTo>
                      <a:pt x="1817" y="1449"/>
                      <a:pt x="1817" y="1449"/>
                      <a:pt x="1817" y="1449"/>
                    </a:cubicBezTo>
                    <a:cubicBezTo>
                      <a:pt x="1804" y="1478"/>
                      <a:pt x="1785" y="1506"/>
                      <a:pt x="1761" y="1531"/>
                    </a:cubicBezTo>
                    <a:cubicBezTo>
                      <a:pt x="1761" y="1532"/>
                      <a:pt x="1761" y="1532"/>
                      <a:pt x="1761" y="1532"/>
                    </a:cubicBezTo>
                    <a:cubicBezTo>
                      <a:pt x="1760" y="1532"/>
                      <a:pt x="1760" y="1532"/>
                      <a:pt x="1760" y="1532"/>
                    </a:cubicBezTo>
                    <a:cubicBezTo>
                      <a:pt x="1694" y="1607"/>
                      <a:pt x="1604" y="1649"/>
                      <a:pt x="1489" y="1656"/>
                    </a:cubicBezTo>
                    <a:cubicBezTo>
                      <a:pt x="1469" y="1657"/>
                      <a:pt x="1469" y="1657"/>
                      <a:pt x="1469" y="1657"/>
                    </a:cubicBezTo>
                    <a:cubicBezTo>
                      <a:pt x="286" y="1407"/>
                      <a:pt x="286" y="1407"/>
                      <a:pt x="286" y="1407"/>
                    </a:cubicBezTo>
                    <a:cubicBezTo>
                      <a:pt x="249" y="1391"/>
                      <a:pt x="216" y="1367"/>
                      <a:pt x="188" y="1339"/>
                    </a:cubicBezTo>
                    <a:cubicBezTo>
                      <a:pt x="297" y="1262"/>
                      <a:pt x="297" y="1262"/>
                      <a:pt x="297" y="1262"/>
                    </a:cubicBezTo>
                    <a:cubicBezTo>
                      <a:pt x="309" y="1254"/>
                      <a:pt x="317" y="1241"/>
                      <a:pt x="319" y="1226"/>
                    </a:cubicBezTo>
                    <a:cubicBezTo>
                      <a:pt x="321" y="1211"/>
                      <a:pt x="321" y="1211"/>
                      <a:pt x="321" y="1211"/>
                    </a:cubicBezTo>
                    <a:cubicBezTo>
                      <a:pt x="501" y="1351"/>
                      <a:pt x="501" y="1351"/>
                      <a:pt x="501" y="1351"/>
                    </a:cubicBezTo>
                    <a:cubicBezTo>
                      <a:pt x="524" y="1369"/>
                      <a:pt x="556" y="1365"/>
                      <a:pt x="574" y="1342"/>
                    </a:cubicBezTo>
                    <a:cubicBezTo>
                      <a:pt x="591" y="1320"/>
                      <a:pt x="587" y="1287"/>
                      <a:pt x="565" y="1269"/>
                    </a:cubicBezTo>
                    <a:cubicBezTo>
                      <a:pt x="336" y="1092"/>
                      <a:pt x="336" y="1092"/>
                      <a:pt x="336" y="1092"/>
                    </a:cubicBezTo>
                    <a:cubicBezTo>
                      <a:pt x="351" y="981"/>
                      <a:pt x="351" y="981"/>
                      <a:pt x="351" y="981"/>
                    </a:cubicBezTo>
                    <a:cubicBezTo>
                      <a:pt x="351" y="969"/>
                      <a:pt x="351" y="969"/>
                      <a:pt x="351" y="969"/>
                    </a:cubicBezTo>
                    <a:cubicBezTo>
                      <a:pt x="338" y="814"/>
                      <a:pt x="338" y="814"/>
                      <a:pt x="338" y="814"/>
                    </a:cubicBezTo>
                    <a:cubicBezTo>
                      <a:pt x="336" y="786"/>
                      <a:pt x="311" y="764"/>
                      <a:pt x="283" y="767"/>
                    </a:cubicBezTo>
                    <a:cubicBezTo>
                      <a:pt x="254" y="769"/>
                      <a:pt x="233" y="794"/>
                      <a:pt x="235" y="823"/>
                    </a:cubicBezTo>
                    <a:cubicBezTo>
                      <a:pt x="248" y="973"/>
                      <a:pt x="248" y="973"/>
                      <a:pt x="248" y="973"/>
                    </a:cubicBezTo>
                    <a:cubicBezTo>
                      <a:pt x="219" y="1191"/>
                      <a:pt x="219" y="1191"/>
                      <a:pt x="219" y="1191"/>
                    </a:cubicBezTo>
                    <a:cubicBezTo>
                      <a:pt x="130" y="1253"/>
                      <a:pt x="130" y="1253"/>
                      <a:pt x="130" y="1253"/>
                    </a:cubicBezTo>
                    <a:cubicBezTo>
                      <a:pt x="114" y="1216"/>
                      <a:pt x="104" y="1176"/>
                      <a:pt x="104" y="1134"/>
                    </a:cubicBezTo>
                    <a:cubicBezTo>
                      <a:pt x="104" y="1092"/>
                      <a:pt x="111" y="1057"/>
                      <a:pt x="125" y="1024"/>
                    </a:cubicBezTo>
                    <a:cubicBezTo>
                      <a:pt x="133" y="1004"/>
                      <a:pt x="133" y="1004"/>
                      <a:pt x="133" y="1004"/>
                    </a:cubicBezTo>
                    <a:cubicBezTo>
                      <a:pt x="126" y="985"/>
                      <a:pt x="126" y="985"/>
                      <a:pt x="126" y="985"/>
                    </a:cubicBezTo>
                    <a:cubicBezTo>
                      <a:pt x="111" y="945"/>
                      <a:pt x="104" y="909"/>
                      <a:pt x="104" y="877"/>
                    </a:cubicBezTo>
                    <a:cubicBezTo>
                      <a:pt x="104" y="775"/>
                      <a:pt x="161" y="683"/>
                      <a:pt x="250" y="636"/>
                    </a:cubicBezTo>
                    <a:cubicBezTo>
                      <a:pt x="484" y="624"/>
                      <a:pt x="484" y="624"/>
                      <a:pt x="484" y="624"/>
                    </a:cubicBezTo>
                    <a:cubicBezTo>
                      <a:pt x="512" y="623"/>
                      <a:pt x="534" y="599"/>
                      <a:pt x="533" y="570"/>
                    </a:cubicBezTo>
                    <a:cubicBezTo>
                      <a:pt x="531" y="541"/>
                      <a:pt x="507" y="519"/>
                      <a:pt x="479" y="521"/>
                    </a:cubicBezTo>
                    <a:cubicBezTo>
                      <a:pt x="304" y="529"/>
                      <a:pt x="304" y="529"/>
                      <a:pt x="304" y="529"/>
                    </a:cubicBezTo>
                    <a:cubicBezTo>
                      <a:pt x="347" y="423"/>
                      <a:pt x="439" y="346"/>
                      <a:pt x="551" y="324"/>
                    </a:cubicBezTo>
                    <a:cubicBezTo>
                      <a:pt x="692" y="513"/>
                      <a:pt x="692" y="513"/>
                      <a:pt x="692" y="513"/>
                    </a:cubicBezTo>
                    <a:cubicBezTo>
                      <a:pt x="709" y="536"/>
                      <a:pt x="742" y="540"/>
                      <a:pt x="764" y="523"/>
                    </a:cubicBezTo>
                    <a:cubicBezTo>
                      <a:pt x="787" y="506"/>
                      <a:pt x="792" y="474"/>
                      <a:pt x="775" y="451"/>
                    </a:cubicBezTo>
                    <a:cubicBezTo>
                      <a:pt x="637" y="266"/>
                      <a:pt x="637" y="266"/>
                      <a:pt x="637" y="266"/>
                    </a:cubicBezTo>
                    <a:cubicBezTo>
                      <a:pt x="683" y="202"/>
                      <a:pt x="758" y="160"/>
                      <a:pt x="839" y="160"/>
                    </a:cubicBezTo>
                    <a:cubicBezTo>
                      <a:pt x="859" y="161"/>
                      <a:pt x="859" y="161"/>
                      <a:pt x="859" y="161"/>
                    </a:cubicBezTo>
                    <a:cubicBezTo>
                      <a:pt x="862" y="162"/>
                      <a:pt x="862" y="162"/>
                      <a:pt x="862" y="162"/>
                    </a:cubicBezTo>
                    <a:cubicBezTo>
                      <a:pt x="862" y="162"/>
                      <a:pt x="862" y="162"/>
                      <a:pt x="862" y="162"/>
                    </a:cubicBezTo>
                    <a:cubicBezTo>
                      <a:pt x="872" y="162"/>
                      <a:pt x="872" y="162"/>
                      <a:pt x="872" y="162"/>
                    </a:cubicBezTo>
                    <a:cubicBezTo>
                      <a:pt x="876" y="257"/>
                      <a:pt x="876" y="257"/>
                      <a:pt x="876" y="257"/>
                    </a:cubicBezTo>
                    <a:cubicBezTo>
                      <a:pt x="877" y="286"/>
                      <a:pt x="901" y="308"/>
                      <a:pt x="930" y="307"/>
                    </a:cubicBezTo>
                    <a:cubicBezTo>
                      <a:pt x="958" y="306"/>
                      <a:pt x="981" y="282"/>
                      <a:pt x="979" y="253"/>
                    </a:cubicBezTo>
                    <a:cubicBezTo>
                      <a:pt x="975" y="147"/>
                      <a:pt x="975" y="147"/>
                      <a:pt x="975" y="147"/>
                    </a:cubicBezTo>
                    <a:cubicBezTo>
                      <a:pt x="1020" y="119"/>
                      <a:pt x="1070" y="103"/>
                      <a:pt x="1119" y="103"/>
                    </a:cubicBezTo>
                    <a:cubicBezTo>
                      <a:pt x="1144" y="103"/>
                      <a:pt x="1169" y="107"/>
                      <a:pt x="1192" y="114"/>
                    </a:cubicBezTo>
                    <a:cubicBezTo>
                      <a:pt x="1186" y="129"/>
                      <a:pt x="1180" y="147"/>
                      <a:pt x="1173" y="166"/>
                    </a:cubicBezTo>
                    <a:cubicBezTo>
                      <a:pt x="1164" y="193"/>
                      <a:pt x="1155" y="221"/>
                      <a:pt x="1147" y="247"/>
                    </a:cubicBezTo>
                    <a:cubicBezTo>
                      <a:pt x="1140" y="274"/>
                      <a:pt x="1135" y="296"/>
                      <a:pt x="1134" y="320"/>
                    </a:cubicBezTo>
                    <a:cubicBezTo>
                      <a:pt x="1135" y="334"/>
                      <a:pt x="1135" y="334"/>
                      <a:pt x="1135" y="334"/>
                    </a:cubicBezTo>
                    <a:cubicBezTo>
                      <a:pt x="1138" y="352"/>
                      <a:pt x="1144" y="362"/>
                      <a:pt x="1150" y="374"/>
                    </a:cubicBezTo>
                    <a:cubicBezTo>
                      <a:pt x="1172" y="411"/>
                      <a:pt x="1211" y="455"/>
                      <a:pt x="1244" y="497"/>
                    </a:cubicBezTo>
                    <a:cubicBezTo>
                      <a:pt x="1261" y="518"/>
                      <a:pt x="1276" y="538"/>
                      <a:pt x="1286" y="553"/>
                    </a:cubicBezTo>
                    <a:cubicBezTo>
                      <a:pt x="1296" y="571"/>
                      <a:pt x="1296" y="571"/>
                      <a:pt x="1296" y="571"/>
                    </a:cubicBezTo>
                    <a:cubicBezTo>
                      <a:pt x="1296" y="572"/>
                      <a:pt x="1296" y="572"/>
                      <a:pt x="1296" y="572"/>
                    </a:cubicBezTo>
                    <a:cubicBezTo>
                      <a:pt x="1289" y="625"/>
                      <a:pt x="1277" y="755"/>
                      <a:pt x="1277" y="756"/>
                    </a:cubicBezTo>
                    <a:cubicBezTo>
                      <a:pt x="1280" y="777"/>
                      <a:pt x="1280" y="777"/>
                      <a:pt x="1280" y="777"/>
                    </a:cubicBezTo>
                    <a:cubicBezTo>
                      <a:pt x="1282" y="782"/>
                      <a:pt x="1289" y="803"/>
                      <a:pt x="1311" y="826"/>
                    </a:cubicBezTo>
                    <a:cubicBezTo>
                      <a:pt x="1332" y="849"/>
                      <a:pt x="1371" y="873"/>
                      <a:pt x="1421" y="872"/>
                    </a:cubicBezTo>
                    <a:cubicBezTo>
                      <a:pt x="1457" y="872"/>
                      <a:pt x="1496" y="862"/>
                      <a:pt x="1541" y="838"/>
                    </a:cubicBezTo>
                    <a:cubicBezTo>
                      <a:pt x="1553" y="832"/>
                      <a:pt x="1563" y="820"/>
                      <a:pt x="1566" y="807"/>
                    </a:cubicBezTo>
                    <a:cubicBezTo>
                      <a:pt x="1621" y="615"/>
                      <a:pt x="1621" y="615"/>
                      <a:pt x="1621" y="615"/>
                    </a:cubicBezTo>
                    <a:cubicBezTo>
                      <a:pt x="1935" y="592"/>
                      <a:pt x="1935" y="592"/>
                      <a:pt x="1935" y="592"/>
                    </a:cubicBezTo>
                    <a:cubicBezTo>
                      <a:pt x="1963" y="590"/>
                      <a:pt x="1985" y="565"/>
                      <a:pt x="1982" y="536"/>
                    </a:cubicBezTo>
                    <a:cubicBezTo>
                      <a:pt x="1980" y="508"/>
                      <a:pt x="1956" y="486"/>
                      <a:pt x="1927" y="488"/>
                    </a:cubicBezTo>
                    <a:cubicBezTo>
                      <a:pt x="1578" y="514"/>
                      <a:pt x="1578" y="514"/>
                      <a:pt x="1578" y="514"/>
                    </a:cubicBezTo>
                    <a:cubicBezTo>
                      <a:pt x="1556" y="516"/>
                      <a:pt x="1538" y="531"/>
                      <a:pt x="1532" y="552"/>
                    </a:cubicBezTo>
                    <a:cubicBezTo>
                      <a:pt x="1474" y="754"/>
                      <a:pt x="1474" y="754"/>
                      <a:pt x="1474" y="754"/>
                    </a:cubicBezTo>
                    <a:cubicBezTo>
                      <a:pt x="1451" y="764"/>
                      <a:pt x="1433" y="769"/>
                      <a:pt x="1421" y="769"/>
                    </a:cubicBezTo>
                    <a:cubicBezTo>
                      <a:pt x="1401" y="768"/>
                      <a:pt x="1393" y="762"/>
                      <a:pt x="1386" y="755"/>
                    </a:cubicBezTo>
                    <a:cubicBezTo>
                      <a:pt x="1382" y="749"/>
                      <a:pt x="1382" y="749"/>
                      <a:pt x="1382" y="749"/>
                    </a:cubicBezTo>
                    <a:cubicBezTo>
                      <a:pt x="1383" y="735"/>
                      <a:pt x="1385" y="713"/>
                      <a:pt x="1388" y="688"/>
                    </a:cubicBezTo>
                    <a:cubicBezTo>
                      <a:pt x="1392" y="648"/>
                      <a:pt x="1397" y="600"/>
                      <a:pt x="1400" y="580"/>
                    </a:cubicBezTo>
                    <a:cubicBezTo>
                      <a:pt x="1400" y="579"/>
                      <a:pt x="1400" y="579"/>
                      <a:pt x="1400" y="579"/>
                    </a:cubicBezTo>
                    <a:cubicBezTo>
                      <a:pt x="1400" y="570"/>
                      <a:pt x="1400" y="570"/>
                      <a:pt x="1400" y="570"/>
                    </a:cubicBezTo>
                    <a:cubicBezTo>
                      <a:pt x="1400" y="550"/>
                      <a:pt x="1394" y="537"/>
                      <a:pt x="1388" y="525"/>
                    </a:cubicBezTo>
                    <a:cubicBezTo>
                      <a:pt x="1368" y="483"/>
                      <a:pt x="1330" y="439"/>
                      <a:pt x="1295" y="396"/>
                    </a:cubicBezTo>
                    <a:cubicBezTo>
                      <a:pt x="1278" y="375"/>
                      <a:pt x="1262" y="355"/>
                      <a:pt x="1251" y="339"/>
                    </a:cubicBezTo>
                    <a:cubicBezTo>
                      <a:pt x="1239" y="320"/>
                      <a:pt x="1239" y="320"/>
                      <a:pt x="1239" y="320"/>
                    </a:cubicBezTo>
                    <a:cubicBezTo>
                      <a:pt x="1238" y="318"/>
                      <a:pt x="1238" y="318"/>
                      <a:pt x="1238" y="318"/>
                    </a:cubicBezTo>
                    <a:cubicBezTo>
                      <a:pt x="1239" y="312"/>
                      <a:pt x="1242" y="294"/>
                      <a:pt x="1247" y="275"/>
                    </a:cubicBezTo>
                    <a:cubicBezTo>
                      <a:pt x="1257" y="241"/>
                      <a:pt x="1271" y="198"/>
                      <a:pt x="1284" y="164"/>
                    </a:cubicBezTo>
                    <a:cubicBezTo>
                      <a:pt x="1286" y="159"/>
                      <a:pt x="1287" y="155"/>
                      <a:pt x="1289" y="150"/>
                    </a:cubicBezTo>
                    <a:cubicBezTo>
                      <a:pt x="1301" y="145"/>
                      <a:pt x="1301" y="145"/>
                      <a:pt x="1301" y="145"/>
                    </a:cubicBezTo>
                    <a:cubicBezTo>
                      <a:pt x="1343" y="128"/>
                      <a:pt x="1389" y="119"/>
                      <a:pt x="1439" y="119"/>
                    </a:cubicBezTo>
                    <a:cubicBezTo>
                      <a:pt x="1526" y="119"/>
                      <a:pt x="1607" y="152"/>
                      <a:pt x="1670" y="206"/>
                    </a:cubicBezTo>
                    <a:cubicBezTo>
                      <a:pt x="1636" y="263"/>
                      <a:pt x="1636" y="263"/>
                      <a:pt x="1636" y="263"/>
                    </a:cubicBezTo>
                    <a:cubicBezTo>
                      <a:pt x="1528" y="267"/>
                      <a:pt x="1528" y="267"/>
                      <a:pt x="1528" y="267"/>
                    </a:cubicBezTo>
                    <a:cubicBezTo>
                      <a:pt x="1507" y="207"/>
                      <a:pt x="1507" y="207"/>
                      <a:pt x="1507" y="207"/>
                    </a:cubicBezTo>
                    <a:cubicBezTo>
                      <a:pt x="1498" y="179"/>
                      <a:pt x="1469" y="165"/>
                      <a:pt x="1442" y="174"/>
                    </a:cubicBezTo>
                    <a:cubicBezTo>
                      <a:pt x="1415" y="183"/>
                      <a:pt x="1400" y="212"/>
                      <a:pt x="1409" y="239"/>
                    </a:cubicBezTo>
                    <a:cubicBezTo>
                      <a:pt x="1409" y="239"/>
                      <a:pt x="1409" y="239"/>
                      <a:pt x="1409" y="239"/>
                    </a:cubicBezTo>
                    <a:cubicBezTo>
                      <a:pt x="1435" y="316"/>
                      <a:pt x="1435" y="316"/>
                      <a:pt x="1435" y="316"/>
                    </a:cubicBezTo>
                    <a:cubicBezTo>
                      <a:pt x="1412" y="362"/>
                      <a:pt x="1412" y="362"/>
                      <a:pt x="1412" y="362"/>
                    </a:cubicBezTo>
                    <a:cubicBezTo>
                      <a:pt x="1399" y="387"/>
                      <a:pt x="1410" y="418"/>
                      <a:pt x="1435" y="431"/>
                    </a:cubicBezTo>
                    <a:cubicBezTo>
                      <a:pt x="1461" y="444"/>
                      <a:pt x="1492" y="434"/>
                      <a:pt x="1505" y="408"/>
                    </a:cubicBezTo>
                    <a:cubicBezTo>
                      <a:pt x="1523" y="371"/>
                      <a:pt x="1523" y="371"/>
                      <a:pt x="1523" y="371"/>
                    </a:cubicBezTo>
                    <a:cubicBezTo>
                      <a:pt x="1695" y="364"/>
                      <a:pt x="1695" y="364"/>
                      <a:pt x="1695" y="364"/>
                    </a:cubicBezTo>
                    <a:cubicBezTo>
                      <a:pt x="1768" y="244"/>
                      <a:pt x="1768" y="244"/>
                      <a:pt x="1768" y="244"/>
                    </a:cubicBezTo>
                    <a:cubicBezTo>
                      <a:pt x="1778" y="243"/>
                      <a:pt x="1789" y="241"/>
                      <a:pt x="1799" y="241"/>
                    </a:cubicBezTo>
                    <a:cubicBezTo>
                      <a:pt x="1885" y="242"/>
                      <a:pt x="1961" y="282"/>
                      <a:pt x="2007" y="351"/>
                    </a:cubicBezTo>
                    <a:cubicBezTo>
                      <a:pt x="2023" y="374"/>
                      <a:pt x="2023" y="374"/>
                      <a:pt x="2023" y="374"/>
                    </a:cubicBezTo>
                    <a:cubicBezTo>
                      <a:pt x="2024" y="374"/>
                      <a:pt x="2024" y="374"/>
                      <a:pt x="2024" y="374"/>
                    </a:cubicBezTo>
                    <a:cubicBezTo>
                      <a:pt x="2076" y="542"/>
                      <a:pt x="2076" y="542"/>
                      <a:pt x="2076" y="542"/>
                    </a:cubicBezTo>
                    <a:cubicBezTo>
                      <a:pt x="2084" y="570"/>
                      <a:pt x="2113" y="585"/>
                      <a:pt x="2140" y="577"/>
                    </a:cubicBezTo>
                    <a:cubicBezTo>
                      <a:pt x="2168" y="568"/>
                      <a:pt x="2183" y="539"/>
                      <a:pt x="2175" y="512"/>
                    </a:cubicBezTo>
                    <a:cubicBezTo>
                      <a:pt x="2139" y="396"/>
                      <a:pt x="2139" y="396"/>
                      <a:pt x="2139" y="396"/>
                    </a:cubicBezTo>
                    <a:cubicBezTo>
                      <a:pt x="2143" y="399"/>
                      <a:pt x="2149" y="401"/>
                      <a:pt x="2152" y="402"/>
                    </a:cubicBezTo>
                    <a:cubicBezTo>
                      <a:pt x="2158" y="406"/>
                      <a:pt x="2158" y="406"/>
                      <a:pt x="2158" y="406"/>
                    </a:cubicBezTo>
                    <a:cubicBezTo>
                      <a:pt x="2160" y="407"/>
                      <a:pt x="2160" y="407"/>
                      <a:pt x="2160" y="407"/>
                    </a:cubicBezTo>
                    <a:cubicBezTo>
                      <a:pt x="2161" y="408"/>
                      <a:pt x="2161" y="408"/>
                      <a:pt x="2161" y="408"/>
                    </a:cubicBezTo>
                    <a:cubicBezTo>
                      <a:pt x="2162" y="409"/>
                      <a:pt x="2162" y="409"/>
                      <a:pt x="2162" y="409"/>
                    </a:cubicBezTo>
                    <a:cubicBezTo>
                      <a:pt x="2213" y="436"/>
                      <a:pt x="2254" y="479"/>
                      <a:pt x="2281" y="531"/>
                    </a:cubicBezTo>
                    <a:cubicBezTo>
                      <a:pt x="2281" y="532"/>
                      <a:pt x="2281" y="532"/>
                      <a:pt x="2281" y="532"/>
                    </a:cubicBezTo>
                    <a:cubicBezTo>
                      <a:pt x="2282" y="532"/>
                      <a:pt x="2282" y="532"/>
                      <a:pt x="2282" y="532"/>
                    </a:cubicBezTo>
                    <a:cubicBezTo>
                      <a:pt x="2295" y="556"/>
                      <a:pt x="2304" y="582"/>
                      <a:pt x="2309" y="610"/>
                    </a:cubicBezTo>
                    <a:cubicBezTo>
                      <a:pt x="1949" y="764"/>
                      <a:pt x="1949" y="764"/>
                      <a:pt x="1949" y="764"/>
                    </a:cubicBezTo>
                    <a:cubicBezTo>
                      <a:pt x="1923" y="776"/>
                      <a:pt x="1911" y="806"/>
                      <a:pt x="1922" y="832"/>
                    </a:cubicBezTo>
                    <a:cubicBezTo>
                      <a:pt x="1933" y="859"/>
                      <a:pt x="1964" y="871"/>
                      <a:pt x="1990" y="860"/>
                    </a:cubicBezTo>
                    <a:cubicBezTo>
                      <a:pt x="2352" y="704"/>
                      <a:pt x="2352" y="704"/>
                      <a:pt x="2352" y="704"/>
                    </a:cubicBezTo>
                    <a:cubicBezTo>
                      <a:pt x="2414" y="776"/>
                      <a:pt x="2451" y="870"/>
                      <a:pt x="2451" y="969"/>
                    </a:cubicBezTo>
                    <a:cubicBezTo>
                      <a:pt x="2451" y="1082"/>
                      <a:pt x="2405" y="1184"/>
                      <a:pt x="2331" y="1258"/>
                    </a:cubicBezTo>
                    <a:close/>
                    <a:moveTo>
                      <a:pt x="1297" y="565"/>
                    </a:moveTo>
                    <a:cubicBezTo>
                      <a:pt x="1297" y="565"/>
                      <a:pt x="1297" y="565"/>
                      <a:pt x="1297" y="565"/>
                    </a:cubicBezTo>
                    <a:cubicBezTo>
                      <a:pt x="1297" y="565"/>
                      <a:pt x="1297" y="565"/>
                      <a:pt x="1297" y="565"/>
                    </a:cubicBezTo>
                    <a:cubicBezTo>
                      <a:pt x="1297" y="565"/>
                      <a:pt x="1297" y="565"/>
                      <a:pt x="1297" y="56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0" name="Rectangle 25">
                <a:extLst>
                  <a:ext uri="{FF2B5EF4-FFF2-40B4-BE49-F238E27FC236}">
                    <a16:creationId xmlns:a16="http://schemas.microsoft.com/office/drawing/2014/main" id="{361839F2-8575-715B-1C98-23C157474D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2631" y="4346433"/>
                <a:ext cx="1588" cy="15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3" name="Freeform 26">
                <a:extLst>
                  <a:ext uri="{FF2B5EF4-FFF2-40B4-BE49-F238E27FC236}">
                    <a16:creationId xmlns:a16="http://schemas.microsoft.com/office/drawing/2014/main" id="{130AC14C-3F07-2CA4-3EE5-A47E269D0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1513" y="4416286"/>
                <a:ext cx="204788" cy="123825"/>
              </a:xfrm>
              <a:custGeom>
                <a:avLst/>
                <a:gdLst>
                  <a:gd name="T0" fmla="*/ 418 w 1270"/>
                  <a:gd name="T1" fmla="*/ 473 h 767"/>
                  <a:gd name="T2" fmla="*/ 263 w 1270"/>
                  <a:gd name="T3" fmla="*/ 322 h 767"/>
                  <a:gd name="T4" fmla="*/ 175 w 1270"/>
                  <a:gd name="T5" fmla="*/ 225 h 767"/>
                  <a:gd name="T6" fmla="*/ 107 w 1270"/>
                  <a:gd name="T7" fmla="*/ 41 h 767"/>
                  <a:gd name="T8" fmla="*/ 41 w 1270"/>
                  <a:gd name="T9" fmla="*/ 10 h 767"/>
                  <a:gd name="T10" fmla="*/ 10 w 1270"/>
                  <a:gd name="T11" fmla="*/ 76 h 767"/>
                  <a:gd name="T12" fmla="*/ 84 w 1270"/>
                  <a:gd name="T13" fmla="*/ 280 h 767"/>
                  <a:gd name="T14" fmla="*/ 91 w 1270"/>
                  <a:gd name="T15" fmla="*/ 287 h 767"/>
                  <a:gd name="T16" fmla="*/ 224 w 1270"/>
                  <a:gd name="T17" fmla="*/ 431 h 767"/>
                  <a:gd name="T18" fmla="*/ 327 w 1270"/>
                  <a:gd name="T19" fmla="*/ 532 h 767"/>
                  <a:gd name="T20" fmla="*/ 372 w 1270"/>
                  <a:gd name="T21" fmla="*/ 568 h 767"/>
                  <a:gd name="T22" fmla="*/ 394 w 1270"/>
                  <a:gd name="T23" fmla="*/ 581 h 767"/>
                  <a:gd name="T24" fmla="*/ 427 w 1270"/>
                  <a:gd name="T25" fmla="*/ 589 h 767"/>
                  <a:gd name="T26" fmla="*/ 747 w 1270"/>
                  <a:gd name="T27" fmla="*/ 583 h 767"/>
                  <a:gd name="T28" fmla="*/ 1105 w 1270"/>
                  <a:gd name="T29" fmla="*/ 640 h 767"/>
                  <a:gd name="T30" fmla="*/ 1114 w 1270"/>
                  <a:gd name="T31" fmla="*/ 718 h 767"/>
                  <a:gd name="T32" fmla="*/ 1171 w 1270"/>
                  <a:gd name="T33" fmla="*/ 764 h 767"/>
                  <a:gd name="T34" fmla="*/ 1217 w 1270"/>
                  <a:gd name="T35" fmla="*/ 706 h 767"/>
                  <a:gd name="T36" fmla="*/ 1205 w 1270"/>
                  <a:gd name="T37" fmla="*/ 605 h 767"/>
                  <a:gd name="T38" fmla="*/ 1257 w 1270"/>
                  <a:gd name="T39" fmla="*/ 502 h 767"/>
                  <a:gd name="T40" fmla="*/ 1234 w 1270"/>
                  <a:gd name="T41" fmla="*/ 433 h 767"/>
                  <a:gd name="T42" fmla="*/ 1164 w 1270"/>
                  <a:gd name="T43" fmla="*/ 456 h 767"/>
                  <a:gd name="T44" fmla="*/ 1123 w 1270"/>
                  <a:gd name="T45" fmla="*/ 538 h 767"/>
                  <a:gd name="T46" fmla="*/ 755 w 1270"/>
                  <a:gd name="T47" fmla="*/ 479 h 767"/>
                  <a:gd name="T48" fmla="*/ 750 w 1270"/>
                  <a:gd name="T49" fmla="*/ 479 h 767"/>
                  <a:gd name="T50" fmla="*/ 605 w 1270"/>
                  <a:gd name="T51" fmla="*/ 482 h 767"/>
                  <a:gd name="T52" fmla="*/ 436 w 1270"/>
                  <a:gd name="T53" fmla="*/ 485 h 767"/>
                  <a:gd name="T54" fmla="*/ 418 w 1270"/>
                  <a:gd name="T55" fmla="*/ 473 h 7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270" h="767">
                    <a:moveTo>
                      <a:pt x="418" y="473"/>
                    </a:moveTo>
                    <a:cubicBezTo>
                      <a:pt x="380" y="442"/>
                      <a:pt x="316" y="377"/>
                      <a:pt x="263" y="322"/>
                    </a:cubicBezTo>
                    <a:cubicBezTo>
                      <a:pt x="222" y="278"/>
                      <a:pt x="188" y="240"/>
                      <a:pt x="175" y="225"/>
                    </a:cubicBezTo>
                    <a:cubicBezTo>
                      <a:pt x="107" y="41"/>
                      <a:pt x="107" y="41"/>
                      <a:pt x="107" y="41"/>
                    </a:cubicBezTo>
                    <a:cubicBezTo>
                      <a:pt x="97" y="14"/>
                      <a:pt x="67" y="0"/>
                      <a:pt x="41" y="10"/>
                    </a:cubicBezTo>
                    <a:cubicBezTo>
                      <a:pt x="14" y="20"/>
                      <a:pt x="0" y="49"/>
                      <a:pt x="10" y="76"/>
                    </a:cubicBezTo>
                    <a:cubicBezTo>
                      <a:pt x="84" y="280"/>
                      <a:pt x="84" y="280"/>
                      <a:pt x="84" y="280"/>
                    </a:cubicBezTo>
                    <a:cubicBezTo>
                      <a:pt x="91" y="287"/>
                      <a:pt x="91" y="287"/>
                      <a:pt x="91" y="287"/>
                    </a:cubicBezTo>
                    <a:cubicBezTo>
                      <a:pt x="91" y="287"/>
                      <a:pt x="155" y="359"/>
                      <a:pt x="224" y="431"/>
                    </a:cubicBezTo>
                    <a:cubicBezTo>
                      <a:pt x="259" y="467"/>
                      <a:pt x="296" y="503"/>
                      <a:pt x="327" y="532"/>
                    </a:cubicBezTo>
                    <a:cubicBezTo>
                      <a:pt x="343" y="546"/>
                      <a:pt x="358" y="558"/>
                      <a:pt x="372" y="568"/>
                    </a:cubicBezTo>
                    <a:cubicBezTo>
                      <a:pt x="394" y="581"/>
                      <a:pt x="394" y="581"/>
                      <a:pt x="394" y="581"/>
                    </a:cubicBezTo>
                    <a:cubicBezTo>
                      <a:pt x="402" y="584"/>
                      <a:pt x="411" y="589"/>
                      <a:pt x="427" y="589"/>
                    </a:cubicBezTo>
                    <a:cubicBezTo>
                      <a:pt x="471" y="589"/>
                      <a:pt x="712" y="584"/>
                      <a:pt x="747" y="583"/>
                    </a:cubicBezTo>
                    <a:cubicBezTo>
                      <a:pt x="1105" y="640"/>
                      <a:pt x="1105" y="640"/>
                      <a:pt x="1105" y="640"/>
                    </a:cubicBezTo>
                    <a:cubicBezTo>
                      <a:pt x="1114" y="718"/>
                      <a:pt x="1114" y="718"/>
                      <a:pt x="1114" y="718"/>
                    </a:cubicBezTo>
                    <a:cubicBezTo>
                      <a:pt x="1117" y="746"/>
                      <a:pt x="1143" y="767"/>
                      <a:pt x="1171" y="764"/>
                    </a:cubicBezTo>
                    <a:cubicBezTo>
                      <a:pt x="1199" y="760"/>
                      <a:pt x="1220" y="735"/>
                      <a:pt x="1217" y="706"/>
                    </a:cubicBezTo>
                    <a:cubicBezTo>
                      <a:pt x="1205" y="605"/>
                      <a:pt x="1205" y="605"/>
                      <a:pt x="1205" y="605"/>
                    </a:cubicBezTo>
                    <a:cubicBezTo>
                      <a:pt x="1257" y="502"/>
                      <a:pt x="1257" y="502"/>
                      <a:pt x="1257" y="502"/>
                    </a:cubicBezTo>
                    <a:cubicBezTo>
                      <a:pt x="1270" y="477"/>
                      <a:pt x="1259" y="446"/>
                      <a:pt x="1234" y="433"/>
                    </a:cubicBezTo>
                    <a:cubicBezTo>
                      <a:pt x="1208" y="420"/>
                      <a:pt x="1177" y="430"/>
                      <a:pt x="1164" y="456"/>
                    </a:cubicBezTo>
                    <a:cubicBezTo>
                      <a:pt x="1123" y="538"/>
                      <a:pt x="1123" y="538"/>
                      <a:pt x="1123" y="538"/>
                    </a:cubicBezTo>
                    <a:cubicBezTo>
                      <a:pt x="755" y="479"/>
                      <a:pt x="755" y="479"/>
                      <a:pt x="755" y="479"/>
                    </a:cubicBezTo>
                    <a:cubicBezTo>
                      <a:pt x="750" y="479"/>
                      <a:pt x="750" y="479"/>
                      <a:pt x="750" y="479"/>
                    </a:cubicBezTo>
                    <a:cubicBezTo>
                      <a:pt x="750" y="479"/>
                      <a:pt x="680" y="481"/>
                      <a:pt x="605" y="482"/>
                    </a:cubicBezTo>
                    <a:cubicBezTo>
                      <a:pt x="536" y="484"/>
                      <a:pt x="464" y="485"/>
                      <a:pt x="436" y="485"/>
                    </a:cubicBezTo>
                    <a:cubicBezTo>
                      <a:pt x="432" y="483"/>
                      <a:pt x="426" y="479"/>
                      <a:pt x="418" y="47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4" name="Freeform 27">
                <a:extLst>
                  <a:ext uri="{FF2B5EF4-FFF2-40B4-BE49-F238E27FC236}">
                    <a16:creationId xmlns:a16="http://schemas.microsoft.com/office/drawing/2014/main" id="{26EEA948-0A5A-ED2B-BCCF-7AE0EEC6C0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88003" y="4359133"/>
                <a:ext cx="66675" cy="82550"/>
              </a:xfrm>
              <a:custGeom>
                <a:avLst/>
                <a:gdLst>
                  <a:gd name="T0" fmla="*/ 289 w 416"/>
                  <a:gd name="T1" fmla="*/ 178 h 515"/>
                  <a:gd name="T2" fmla="*/ 299 w 416"/>
                  <a:gd name="T3" fmla="*/ 58 h 515"/>
                  <a:gd name="T4" fmla="*/ 252 w 416"/>
                  <a:gd name="T5" fmla="*/ 2 h 515"/>
                  <a:gd name="T6" fmla="*/ 196 w 416"/>
                  <a:gd name="T7" fmla="*/ 49 h 515"/>
                  <a:gd name="T8" fmla="*/ 186 w 416"/>
                  <a:gd name="T9" fmla="*/ 169 h 515"/>
                  <a:gd name="T10" fmla="*/ 43 w 416"/>
                  <a:gd name="T11" fmla="*/ 241 h 515"/>
                  <a:gd name="T12" fmla="*/ 15 w 416"/>
                  <a:gd name="T13" fmla="*/ 283 h 515"/>
                  <a:gd name="T14" fmla="*/ 2 w 416"/>
                  <a:gd name="T15" fmla="*/ 458 h 515"/>
                  <a:gd name="T16" fmla="*/ 50 w 416"/>
                  <a:gd name="T17" fmla="*/ 513 h 515"/>
                  <a:gd name="T18" fmla="*/ 105 w 416"/>
                  <a:gd name="T19" fmla="*/ 466 h 515"/>
                  <a:gd name="T20" fmla="*/ 116 w 416"/>
                  <a:gd name="T21" fmla="*/ 320 h 515"/>
                  <a:gd name="T22" fmla="*/ 230 w 416"/>
                  <a:gd name="T23" fmla="*/ 263 h 515"/>
                  <a:gd name="T24" fmla="*/ 327 w 416"/>
                  <a:gd name="T25" fmla="*/ 335 h 515"/>
                  <a:gd name="T26" fmla="*/ 399 w 416"/>
                  <a:gd name="T27" fmla="*/ 324 h 515"/>
                  <a:gd name="T28" fmla="*/ 388 w 416"/>
                  <a:gd name="T29" fmla="*/ 252 h 515"/>
                  <a:gd name="T30" fmla="*/ 289 w 416"/>
                  <a:gd name="T31" fmla="*/ 178 h 5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416" h="515">
                    <a:moveTo>
                      <a:pt x="289" y="178"/>
                    </a:moveTo>
                    <a:cubicBezTo>
                      <a:pt x="299" y="58"/>
                      <a:pt x="299" y="58"/>
                      <a:pt x="299" y="58"/>
                    </a:cubicBezTo>
                    <a:cubicBezTo>
                      <a:pt x="302" y="30"/>
                      <a:pt x="281" y="5"/>
                      <a:pt x="252" y="2"/>
                    </a:cubicBezTo>
                    <a:cubicBezTo>
                      <a:pt x="224" y="0"/>
                      <a:pt x="199" y="21"/>
                      <a:pt x="196" y="49"/>
                    </a:cubicBezTo>
                    <a:cubicBezTo>
                      <a:pt x="186" y="169"/>
                      <a:pt x="186" y="169"/>
                      <a:pt x="186" y="169"/>
                    </a:cubicBezTo>
                    <a:cubicBezTo>
                      <a:pt x="43" y="241"/>
                      <a:pt x="43" y="241"/>
                      <a:pt x="43" y="241"/>
                    </a:cubicBezTo>
                    <a:cubicBezTo>
                      <a:pt x="27" y="249"/>
                      <a:pt x="16" y="265"/>
                      <a:pt x="15" y="283"/>
                    </a:cubicBezTo>
                    <a:cubicBezTo>
                      <a:pt x="2" y="458"/>
                      <a:pt x="2" y="458"/>
                      <a:pt x="2" y="458"/>
                    </a:cubicBezTo>
                    <a:cubicBezTo>
                      <a:pt x="0" y="486"/>
                      <a:pt x="21" y="511"/>
                      <a:pt x="50" y="513"/>
                    </a:cubicBezTo>
                    <a:cubicBezTo>
                      <a:pt x="78" y="515"/>
                      <a:pt x="103" y="494"/>
                      <a:pt x="105" y="466"/>
                    </a:cubicBezTo>
                    <a:cubicBezTo>
                      <a:pt x="116" y="320"/>
                      <a:pt x="116" y="320"/>
                      <a:pt x="116" y="320"/>
                    </a:cubicBezTo>
                    <a:cubicBezTo>
                      <a:pt x="230" y="263"/>
                      <a:pt x="230" y="263"/>
                      <a:pt x="230" y="263"/>
                    </a:cubicBezTo>
                    <a:cubicBezTo>
                      <a:pt x="327" y="335"/>
                      <a:pt x="327" y="335"/>
                      <a:pt x="327" y="335"/>
                    </a:cubicBezTo>
                    <a:cubicBezTo>
                      <a:pt x="350" y="352"/>
                      <a:pt x="382" y="347"/>
                      <a:pt x="399" y="324"/>
                    </a:cubicBezTo>
                    <a:cubicBezTo>
                      <a:pt x="416" y="301"/>
                      <a:pt x="411" y="269"/>
                      <a:pt x="388" y="252"/>
                    </a:cubicBezTo>
                    <a:lnTo>
                      <a:pt x="289" y="17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09393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218786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828180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43757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04696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656357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265752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875144" algn="l" defTabSz="609393" rtl="0" eaLnBrk="1" latinLnBrk="0" hangingPunct="1"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10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pic>
          <p:nvPicPr>
            <p:cNvPr id="67" name="Build &amp; Integration Icon">
              <a:extLst>
                <a:ext uri="{FF2B5EF4-FFF2-40B4-BE49-F238E27FC236}">
                  <a16:creationId xmlns:a16="http://schemas.microsoft.com/office/drawing/2014/main" id="{F444558E-3FA3-5285-AB9B-70F0D51B7F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4419" y="2888143"/>
              <a:ext cx="468119" cy="5043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8" name="Grafik 67" descr="Trophäe mit einfarbiger Füllung">
              <a:extLst>
                <a:ext uri="{FF2B5EF4-FFF2-40B4-BE49-F238E27FC236}">
                  <a16:creationId xmlns:a16="http://schemas.microsoft.com/office/drawing/2014/main" id="{0713E1AC-9A4F-D023-AD43-96216C7050C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593844" y="2214407"/>
              <a:ext cx="484572" cy="484572"/>
            </a:xfrm>
            <a:prstGeom prst="rect">
              <a:avLst/>
            </a:prstGeom>
          </p:spPr>
        </p:pic>
      </p:grpSp>
      <p:sp>
        <p:nvSpPr>
          <p:cNvPr id="119" name="Prozess 118">
            <a:extLst>
              <a:ext uri="{FF2B5EF4-FFF2-40B4-BE49-F238E27FC236}">
                <a16:creationId xmlns:a16="http://schemas.microsoft.com/office/drawing/2014/main" id="{EAA7B355-214D-2D59-2637-95A880FECE5A}"/>
              </a:ext>
            </a:extLst>
          </p:cNvPr>
          <p:cNvSpPr/>
          <p:nvPr/>
        </p:nvSpPr>
        <p:spPr>
          <a:xfrm rot="2480802">
            <a:off x="6307822" y="2432816"/>
            <a:ext cx="1715441" cy="669135"/>
          </a:xfrm>
          <a:prstGeom prst="flowChartProcess">
            <a:avLst/>
          </a:prstGeom>
          <a:noFill/>
          <a:ln w="9525" cap="flat">
            <a:noFill/>
            <a:prstDash val="solid"/>
            <a:miter/>
          </a:ln>
        </p:spPr>
        <p:txBody>
          <a:bodyPr lIns="0" tIns="0" rIns="0" bIns="0" rtlCol="0" anchor="ctr" anchorCtr="0">
            <a:prstTxWarp prst="textArchUp">
              <a:avLst/>
            </a:prstTxWarp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</a:pPr>
            <a:r>
              <a:rPr lang="de-DE" sz="1000" b="1" dirty="0">
                <a:solidFill>
                  <a:schemeClr val="bg1"/>
                </a:solidFill>
                <a:latin typeface="+mj-lt"/>
              </a:rPr>
              <a:t>Business Understanding</a:t>
            </a:r>
            <a:endParaRPr lang="de-DE" sz="1000" b="1" i="0" noProof="0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20" name="Prozess 119">
            <a:extLst>
              <a:ext uri="{FF2B5EF4-FFF2-40B4-BE49-F238E27FC236}">
                <a16:creationId xmlns:a16="http://schemas.microsoft.com/office/drawing/2014/main" id="{C25CF347-1F58-B515-0350-7185DC5E24C6}"/>
              </a:ext>
            </a:extLst>
          </p:cNvPr>
          <p:cNvSpPr/>
          <p:nvPr/>
        </p:nvSpPr>
        <p:spPr>
          <a:xfrm rot="5610938">
            <a:off x="6763333" y="3530219"/>
            <a:ext cx="1715441" cy="655979"/>
          </a:xfrm>
          <a:prstGeom prst="flowChartProcess">
            <a:avLst/>
          </a:prstGeom>
          <a:noFill/>
          <a:ln w="9525" cap="flat">
            <a:noFill/>
            <a:prstDash val="solid"/>
            <a:miter/>
          </a:ln>
        </p:spPr>
        <p:txBody>
          <a:bodyPr lIns="0" tIns="0" rIns="0" bIns="0" rtlCol="0" anchor="ctr" anchorCtr="0">
            <a:prstTxWarp prst="textArchUp">
              <a:avLst/>
            </a:prstTxWarp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</a:pPr>
            <a:r>
              <a:rPr lang="de-DE" sz="1000" b="1" dirty="0">
                <a:solidFill>
                  <a:schemeClr val="bg1"/>
                </a:solidFill>
                <a:latin typeface="+mj-lt"/>
              </a:rPr>
              <a:t>Data Understanding</a:t>
            </a:r>
            <a:endParaRPr lang="de-DE" sz="1000" b="1" i="0" noProof="0" dirty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21" name="Prozess 120">
            <a:extLst>
              <a:ext uri="{FF2B5EF4-FFF2-40B4-BE49-F238E27FC236}">
                <a16:creationId xmlns:a16="http://schemas.microsoft.com/office/drawing/2014/main" id="{128C08B8-6AB3-6DD5-EB36-457981CF21DA}"/>
              </a:ext>
            </a:extLst>
          </p:cNvPr>
          <p:cNvSpPr/>
          <p:nvPr/>
        </p:nvSpPr>
        <p:spPr>
          <a:xfrm rot="8665812">
            <a:off x="6146810" y="4444025"/>
            <a:ext cx="1715441" cy="838163"/>
          </a:xfrm>
          <a:prstGeom prst="flowChartProcess">
            <a:avLst/>
          </a:prstGeom>
          <a:noFill/>
          <a:ln w="9525" cap="flat">
            <a:noFill/>
            <a:prstDash val="solid"/>
            <a:miter/>
          </a:ln>
        </p:spPr>
        <p:txBody>
          <a:bodyPr lIns="0" tIns="0" rIns="0" bIns="0" rtlCol="0" anchor="ctr" anchorCtr="0">
            <a:prstTxWarp prst="textArchUp">
              <a:avLst/>
            </a:prstTxWarp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</a:pPr>
            <a:r>
              <a:rPr lang="en-AU" sz="1000" b="1" noProof="0">
                <a:solidFill>
                  <a:schemeClr val="bg1"/>
                </a:solidFill>
                <a:latin typeface="+mj-lt"/>
              </a:rPr>
              <a:t>Data Preparation</a:t>
            </a:r>
            <a:endParaRPr lang="en-AU" sz="1000" b="1" i="0" noProof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22" name="Prozess 121">
            <a:extLst>
              <a:ext uri="{FF2B5EF4-FFF2-40B4-BE49-F238E27FC236}">
                <a16:creationId xmlns:a16="http://schemas.microsoft.com/office/drawing/2014/main" id="{585DE6D1-D5BD-754B-BC57-8AC9109C8079}"/>
              </a:ext>
            </a:extLst>
          </p:cNvPr>
          <p:cNvSpPr/>
          <p:nvPr/>
        </p:nvSpPr>
        <p:spPr>
          <a:xfrm rot="11933366">
            <a:off x="4996712" y="4776714"/>
            <a:ext cx="1715441" cy="669135"/>
          </a:xfrm>
          <a:prstGeom prst="flowChartProcess">
            <a:avLst/>
          </a:prstGeom>
          <a:noFill/>
          <a:ln w="9525" cap="flat">
            <a:noFill/>
            <a:prstDash val="solid"/>
            <a:miter/>
          </a:ln>
        </p:spPr>
        <p:txBody>
          <a:bodyPr lIns="0" tIns="0" rIns="0" bIns="0" rtlCol="0" anchor="ctr" anchorCtr="0">
            <a:prstTxWarp prst="textArchUp">
              <a:avLst/>
            </a:prstTxWarp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</a:pPr>
            <a:r>
              <a:rPr lang="de-DE" sz="1000" b="1">
                <a:solidFill>
                  <a:schemeClr val="bg1"/>
                </a:solidFill>
                <a:latin typeface="+mj-lt"/>
              </a:rPr>
              <a:t>Modelling</a:t>
            </a:r>
            <a:endParaRPr lang="de-DE" sz="1000" b="1" i="0" noProof="0"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23" name="Prozess 122">
            <a:extLst>
              <a:ext uri="{FF2B5EF4-FFF2-40B4-BE49-F238E27FC236}">
                <a16:creationId xmlns:a16="http://schemas.microsoft.com/office/drawing/2014/main" id="{73C7EF47-BA4C-E13C-3BDB-13BED763C8B3}"/>
              </a:ext>
            </a:extLst>
          </p:cNvPr>
          <p:cNvSpPr/>
          <p:nvPr/>
        </p:nvSpPr>
        <p:spPr>
          <a:xfrm rot="14927930">
            <a:off x="4164881" y="3811681"/>
            <a:ext cx="1715441" cy="853069"/>
          </a:xfrm>
          <a:prstGeom prst="flowChartProcess">
            <a:avLst/>
          </a:prstGeom>
          <a:noFill/>
          <a:ln w="9525" cap="flat">
            <a:noFill/>
            <a:prstDash val="solid"/>
            <a:miter/>
          </a:ln>
        </p:spPr>
        <p:txBody>
          <a:bodyPr lIns="0" tIns="0" rIns="0" bIns="0" rtlCol="0" anchor="ctr" anchorCtr="0">
            <a:prstTxWarp prst="textArchUp">
              <a:avLst/>
            </a:prstTxWarp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</a:pPr>
            <a:r>
              <a:rPr lang="de-DE" sz="1000" b="1" i="0" noProof="0">
                <a:solidFill>
                  <a:schemeClr val="bg1"/>
                </a:solidFill>
                <a:effectLst/>
                <a:latin typeface="+mj-lt"/>
              </a:rPr>
              <a:t>Validation</a:t>
            </a:r>
          </a:p>
        </p:txBody>
      </p:sp>
      <p:sp>
        <p:nvSpPr>
          <p:cNvPr id="124" name="Prozess 123">
            <a:extLst>
              <a:ext uri="{FF2B5EF4-FFF2-40B4-BE49-F238E27FC236}">
                <a16:creationId xmlns:a16="http://schemas.microsoft.com/office/drawing/2014/main" id="{97063179-4EAB-BE3A-981E-499D5BC50277}"/>
              </a:ext>
            </a:extLst>
          </p:cNvPr>
          <p:cNvSpPr/>
          <p:nvPr/>
        </p:nvSpPr>
        <p:spPr>
          <a:xfrm rot="18007261">
            <a:off x="4210606" y="2742150"/>
            <a:ext cx="1715441" cy="741232"/>
          </a:xfrm>
          <a:prstGeom prst="flowChartProcess">
            <a:avLst/>
          </a:prstGeom>
          <a:noFill/>
          <a:ln w="9525" cap="flat">
            <a:noFill/>
            <a:prstDash val="solid"/>
            <a:miter/>
          </a:ln>
        </p:spPr>
        <p:txBody>
          <a:bodyPr lIns="0" tIns="0" rIns="0" bIns="0" rtlCol="0" anchor="ctr" anchorCtr="0">
            <a:prstTxWarp prst="textArchUp">
              <a:avLst/>
            </a:prstTxWarp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</a:pPr>
            <a:r>
              <a:rPr lang="de-DE" sz="1000" b="1" i="0" noProof="0">
                <a:solidFill>
                  <a:schemeClr val="bg1"/>
                </a:solidFill>
                <a:effectLst/>
                <a:latin typeface="+mj-lt"/>
              </a:rPr>
              <a:t>Integration</a:t>
            </a:r>
          </a:p>
        </p:txBody>
      </p:sp>
      <p:sp>
        <p:nvSpPr>
          <p:cNvPr id="125" name="Prozess 124">
            <a:extLst>
              <a:ext uri="{FF2B5EF4-FFF2-40B4-BE49-F238E27FC236}">
                <a16:creationId xmlns:a16="http://schemas.microsoft.com/office/drawing/2014/main" id="{850C1D3E-EF82-3611-B1E6-5F1A004D9DB2}"/>
              </a:ext>
            </a:extLst>
          </p:cNvPr>
          <p:cNvSpPr/>
          <p:nvPr/>
        </p:nvSpPr>
        <p:spPr>
          <a:xfrm rot="21042987">
            <a:off x="5173601" y="2073228"/>
            <a:ext cx="1715441" cy="754837"/>
          </a:xfrm>
          <a:prstGeom prst="flowChartProcess">
            <a:avLst/>
          </a:prstGeom>
          <a:noFill/>
          <a:ln w="9525" cap="flat">
            <a:noFill/>
            <a:prstDash val="solid"/>
            <a:miter/>
          </a:ln>
        </p:spPr>
        <p:txBody>
          <a:bodyPr lIns="0" tIns="0" rIns="0" bIns="0" rtlCol="0" anchor="ctr" anchorCtr="0">
            <a:prstTxWarp prst="textArchUp">
              <a:avLst/>
            </a:prstTxWarp>
          </a:bodyPr>
          <a:lstStyle/>
          <a:p>
            <a:pPr algn="ctr"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</a:pPr>
            <a:r>
              <a:rPr lang="de-DE" sz="1000" b="1" i="0" noProof="0">
                <a:solidFill>
                  <a:schemeClr val="bg1"/>
                </a:solidFill>
                <a:effectLst/>
                <a:latin typeface="+mj-lt"/>
              </a:rPr>
              <a:t>Business Value</a:t>
            </a:r>
          </a:p>
        </p:txBody>
      </p:sp>
    </p:spTree>
    <p:extLst>
      <p:ext uri="{BB962C8B-B14F-4D97-AF65-F5344CB8AC3E}">
        <p14:creationId xmlns:p14="http://schemas.microsoft.com/office/powerpoint/2010/main" val="4065258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67AA0-DD54-E229-87B9-180289E11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142021-E5AB-BF8B-4340-3F7444901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138" y="6379200"/>
            <a:ext cx="288000" cy="180000"/>
          </a:xfrm>
        </p:spPr>
        <p:txBody>
          <a:bodyPr/>
          <a:lstStyle/>
          <a:p>
            <a:fld id="{3AB0EB1E-25C5-4740-9782-54CCC0C83B0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886FC7-E09E-1538-E14F-DB7D07AC2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0749" y="6379200"/>
            <a:ext cx="4082389" cy="180000"/>
          </a:xfrm>
        </p:spPr>
        <p:txBody>
          <a:bodyPr/>
          <a:lstStyle/>
          <a:p>
            <a:r>
              <a:rPr lang="en-US"/>
              <a:t>valantic layout samples Route 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A348C-DA60-A9EB-2C5F-7D5B8B39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0" y="6379200"/>
            <a:ext cx="2160000" cy="180000"/>
          </a:xfrm>
        </p:spPr>
        <p:txBody>
          <a:bodyPr/>
          <a:lstStyle/>
          <a:p>
            <a:r>
              <a:rPr lang="en-US"/>
              <a:t>April 26, 2024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38274D-08C0-B1F3-9F60-5616406F52B2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40000" y="1476000"/>
            <a:ext cx="6480000" cy="2304000"/>
          </a:xfrm>
        </p:spPr>
        <p:txBody>
          <a:bodyPr/>
          <a:lstStyle/>
          <a:p>
            <a:r>
              <a:rPr lang="de-DE" dirty="0" err="1"/>
              <a:t>mlflow</a:t>
            </a:r>
            <a:r>
              <a:rPr lang="de-DE" dirty="0"/>
              <a:t> Demo</a:t>
            </a:r>
            <a:endParaRPr lang="en-GB" dirty="0"/>
          </a:p>
        </p:txBody>
      </p:sp>
      <p:pic>
        <p:nvPicPr>
          <p:cNvPr id="5" name="Picture 2" descr="MLflow: Eine Plattform für den Machine Learning Lifecycle">
            <a:extLst>
              <a:ext uri="{FF2B5EF4-FFF2-40B4-BE49-F238E27FC236}">
                <a16:creationId xmlns:a16="http://schemas.microsoft.com/office/drawing/2014/main" id="{165C4AC3-BDA4-2A90-616C-5C7D9F131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224" y="3087037"/>
            <a:ext cx="1756525" cy="87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0701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66F11-90AB-11FA-8951-73F5DED0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8C5567-59CA-1DF5-92AD-FAB94C2F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138" y="6379200"/>
            <a:ext cx="288000" cy="180000"/>
          </a:xfrm>
        </p:spPr>
        <p:txBody>
          <a:bodyPr/>
          <a:lstStyle/>
          <a:p>
            <a:fld id="{3AB0EB1E-25C5-4740-9782-54CCC0C83B0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53BA46-DBA3-D2F7-D85D-6D9EF9F6D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0749" y="6379200"/>
            <a:ext cx="4082389" cy="180000"/>
          </a:xfrm>
        </p:spPr>
        <p:txBody>
          <a:bodyPr/>
          <a:lstStyle/>
          <a:p>
            <a:r>
              <a:rPr lang="en-US"/>
              <a:t>valantic layout samples Route 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F3E38-4399-8C15-99A6-426C399C4B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0" y="6379200"/>
            <a:ext cx="2160000" cy="180000"/>
          </a:xfrm>
        </p:spPr>
        <p:txBody>
          <a:bodyPr/>
          <a:lstStyle/>
          <a:p>
            <a:r>
              <a:rPr lang="en-US"/>
              <a:t>April 26, 2024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18DCE4-066A-E60A-46DE-FD0602A68881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40000" y="1476000"/>
            <a:ext cx="6480000" cy="2304000"/>
          </a:xfrm>
        </p:spPr>
        <p:txBody>
          <a:bodyPr/>
          <a:lstStyle/>
          <a:p>
            <a:r>
              <a:rPr lang="de-DE" dirty="0" err="1"/>
              <a:t>LiteLLM</a:t>
            </a:r>
            <a:r>
              <a:rPr lang="de-DE" dirty="0"/>
              <a:t> Demo</a:t>
            </a:r>
            <a:endParaRPr lang="en-GB" dirty="0"/>
          </a:p>
        </p:txBody>
      </p:sp>
      <p:pic>
        <p:nvPicPr>
          <p:cNvPr id="5" name="Picture 4" descr="AWS Marketplace: LiteLLM">
            <a:extLst>
              <a:ext uri="{FF2B5EF4-FFF2-40B4-BE49-F238E27FC236}">
                <a16:creationId xmlns:a16="http://schemas.microsoft.com/office/drawing/2014/main" id="{7C94C718-46CB-B16B-B564-0BBC6B2A3E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3709" y="3297892"/>
            <a:ext cx="1586291" cy="482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3614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7E86A-FB6D-42B9-A494-9EA433B95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723F51-530D-521E-B472-36C61EA7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138" y="6379200"/>
            <a:ext cx="288000" cy="180000"/>
          </a:xfrm>
        </p:spPr>
        <p:txBody>
          <a:bodyPr/>
          <a:lstStyle/>
          <a:p>
            <a:fld id="{3AB0EB1E-25C5-4740-9782-54CCC0C83B0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1AE4E-95F2-CCDE-E3FB-8507FB7FD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0749" y="6379200"/>
            <a:ext cx="4082389" cy="180000"/>
          </a:xfrm>
        </p:spPr>
        <p:txBody>
          <a:bodyPr/>
          <a:lstStyle/>
          <a:p>
            <a:r>
              <a:rPr lang="en-US"/>
              <a:t>valantic layout samples Route 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A729A-1729-396B-02B8-50B5F47348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0" y="6379200"/>
            <a:ext cx="2160000" cy="180000"/>
          </a:xfrm>
        </p:spPr>
        <p:txBody>
          <a:bodyPr/>
          <a:lstStyle/>
          <a:p>
            <a:r>
              <a:rPr lang="en-US"/>
              <a:t>April 26, 2024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1D9D7D7-17B1-BDEA-B2DA-DB16FCDC3C6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540000" y="1476000"/>
            <a:ext cx="6480000" cy="2304000"/>
          </a:xfrm>
        </p:spPr>
        <p:txBody>
          <a:bodyPr/>
          <a:lstStyle/>
          <a:p>
            <a:r>
              <a:rPr lang="de-DE" dirty="0"/>
              <a:t>Blue </a:t>
            </a:r>
            <a:r>
              <a:rPr lang="de-DE" dirty="0" err="1"/>
              <a:t>Guardrails</a:t>
            </a:r>
            <a:r>
              <a:rPr lang="de-DE" dirty="0"/>
              <a:t> Demo</a:t>
            </a:r>
            <a:endParaRPr lang="en-GB" dirty="0"/>
          </a:p>
        </p:txBody>
      </p:sp>
      <p:pic>
        <p:nvPicPr>
          <p:cNvPr id="6" name="Grafik 5" descr="Ein Bild, das Schrift, Grafiken, weiß, Logo enthält.&#10;&#10;KI-generierte Inhalte können fehlerhaft sein.">
            <a:extLst>
              <a:ext uri="{FF2B5EF4-FFF2-40B4-BE49-F238E27FC236}">
                <a16:creationId xmlns:a16="http://schemas.microsoft.com/office/drawing/2014/main" id="{004AF4A7-8D98-F1F9-330B-5A587A65E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843" y="4212037"/>
            <a:ext cx="2504472" cy="65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023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7A061-7B7A-FBBE-9F7C-DD5243691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5A6C54-E637-4CFB-71C8-FBAE970B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138" y="6379200"/>
            <a:ext cx="288000" cy="180000"/>
          </a:xfrm>
        </p:spPr>
        <p:txBody>
          <a:bodyPr/>
          <a:lstStyle/>
          <a:p>
            <a:fld id="{3AB0EB1E-25C5-4740-9782-54CCC0C83B0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EFD244-71AF-BF4D-2797-AFCDFF8B2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0749" y="6379200"/>
            <a:ext cx="4082389" cy="180000"/>
          </a:xfrm>
        </p:spPr>
        <p:txBody>
          <a:bodyPr/>
          <a:lstStyle/>
          <a:p>
            <a:r>
              <a:rPr lang="en-US"/>
              <a:t>valantic layout samples Route 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95417-45A8-5E43-D526-99DA2F96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0" y="6379200"/>
            <a:ext cx="2160000" cy="180000"/>
          </a:xfrm>
        </p:spPr>
        <p:txBody>
          <a:bodyPr/>
          <a:lstStyle/>
          <a:p>
            <a:r>
              <a:rPr lang="en-US"/>
              <a:t>April 26, 2024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3630D2E-6892-A889-DF6D-86E5905CE8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050" r="43" b="21467"/>
          <a:stretch>
            <a:fillRect/>
          </a:stretch>
        </p:blipFill>
        <p:spPr>
          <a:xfrm>
            <a:off x="949377" y="2057400"/>
            <a:ext cx="9114332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78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BF52B-2B67-2E8B-CAFE-E7E08B49E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95742C-EC9E-2D9F-10D6-5B95F691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138" y="6379200"/>
            <a:ext cx="288000" cy="180000"/>
          </a:xfrm>
        </p:spPr>
        <p:txBody>
          <a:bodyPr/>
          <a:lstStyle/>
          <a:p>
            <a:fld id="{3AB0EB1E-25C5-4740-9782-54CCC0C83B0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78979A-601D-6F65-8FA9-52F49B3AD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0749" y="6379200"/>
            <a:ext cx="4082389" cy="180000"/>
          </a:xfrm>
        </p:spPr>
        <p:txBody>
          <a:bodyPr/>
          <a:lstStyle/>
          <a:p>
            <a:r>
              <a:rPr lang="en-US"/>
              <a:t>valantic layout samples Route 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C40F0-D475-88BF-3967-98FC2C04FA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0" y="6379200"/>
            <a:ext cx="2160000" cy="180000"/>
          </a:xfrm>
        </p:spPr>
        <p:txBody>
          <a:bodyPr/>
          <a:lstStyle/>
          <a:p>
            <a:r>
              <a:rPr lang="en-US"/>
              <a:t>April 26, 2024</a:t>
            </a:r>
          </a:p>
        </p:txBody>
      </p:sp>
      <p:pic>
        <p:nvPicPr>
          <p:cNvPr id="13" name="Grafik 12" descr="Ein Bild, das Text, Schrift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113DB088-F3A5-E588-832C-578B5CDD8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22" y="0"/>
            <a:ext cx="12220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452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3D336-7072-655C-CC53-D1BB58B84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7ABE57-357D-473A-DB94-207209CB0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138" y="6379200"/>
            <a:ext cx="288000" cy="180000"/>
          </a:xfrm>
        </p:spPr>
        <p:txBody>
          <a:bodyPr/>
          <a:lstStyle/>
          <a:p>
            <a:fld id="{3AB0EB1E-25C5-4740-9782-54CCC0C83B0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1AB3A2-9083-21D5-CD9A-0A9DE3F48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0749" y="6379200"/>
            <a:ext cx="4082389" cy="180000"/>
          </a:xfrm>
        </p:spPr>
        <p:txBody>
          <a:bodyPr/>
          <a:lstStyle/>
          <a:p>
            <a:r>
              <a:rPr lang="en-US"/>
              <a:t>valantic layout samples Route 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7A302-6FD8-6C3B-C606-40201DF954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0" y="6379200"/>
            <a:ext cx="2160000" cy="180000"/>
          </a:xfrm>
        </p:spPr>
        <p:txBody>
          <a:bodyPr/>
          <a:lstStyle/>
          <a:p>
            <a:r>
              <a:rPr lang="en-US"/>
              <a:t>April 26, 2024</a:t>
            </a:r>
          </a:p>
        </p:txBody>
      </p:sp>
      <p:pic>
        <p:nvPicPr>
          <p:cNvPr id="6" name="Grafik 5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A914059D-B6B5-7CBD-A492-97C705F6D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" y="0"/>
            <a:ext cx="12183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040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a2a1a374-7bbb-4ba2-a661-0e9fa750d832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Route_A_valantic_2024">
  <a:themeElements>
    <a:clrScheme name="valantic 2023">
      <a:dk1>
        <a:srgbClr val="100C2A"/>
      </a:dk1>
      <a:lt1>
        <a:srgbClr val="FFFFFF"/>
      </a:lt1>
      <a:dk2>
        <a:srgbClr val="100C2A"/>
      </a:dk2>
      <a:lt2>
        <a:srgbClr val="FFFFFF"/>
      </a:lt2>
      <a:accent1>
        <a:srgbClr val="193773"/>
      </a:accent1>
      <a:accent2>
        <a:srgbClr val="3C4BC8"/>
      </a:accent2>
      <a:accent3>
        <a:srgbClr val="5B26B7"/>
      </a:accent3>
      <a:accent4>
        <a:srgbClr val="CDCDCD"/>
      </a:accent4>
      <a:accent5>
        <a:srgbClr val="A78DB6"/>
      </a:accent5>
      <a:accent6>
        <a:srgbClr val="C0AA81"/>
      </a:accent6>
      <a:hlink>
        <a:srgbClr val="8993DE"/>
      </a:hlink>
      <a:folHlink>
        <a:srgbClr val="999999"/>
      </a:folHlink>
    </a:clrScheme>
    <a:fontScheme name="valantic A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EF4251"/>
            </a:gs>
            <a:gs pos="100000">
              <a:srgbClr val="F4704D"/>
            </a:gs>
          </a:gsLst>
          <a:lin ang="18900000" scaled="0"/>
        </a:gradFill>
        <a:ln w="9525" cap="flat">
          <a:noFill/>
          <a:prstDash val="solid"/>
          <a:miter/>
        </a:ln>
      </a:spPr>
      <a:bodyPr lIns="36000" tIns="36000" rIns="36000" bIns="36000" rtlCol="0" anchor="ctr" anchorCtr="0"/>
      <a:lstStyle>
        <a:defPPr algn="ctr">
          <a:spcBef>
            <a:spcPts val="600"/>
          </a:spcBef>
          <a:spcAft>
            <a:spcPts val="600"/>
          </a:spcAft>
          <a:defRPr sz="1200" b="1" smtClean="0">
            <a:solidFill>
              <a:schemeClr val="bg1"/>
            </a:solidFill>
            <a:latin typeface="+mj-lt"/>
          </a:defRPr>
        </a:defPPr>
      </a:lstStyle>
    </a:spDef>
    <a:lnDef>
      <a:spPr>
        <a:ln w="6350" cap="rnd">
          <a:solidFill>
            <a:schemeClr val="tx2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lIns="0" tIns="0" rIns="0" bIns="0" rtlCol="0">
        <a:noAutofit/>
      </a:bodyPr>
      <a:lstStyle>
        <a:defPPr algn="l">
          <a:defRPr smtClean="0"/>
        </a:defPPr>
      </a:lstStyle>
    </a:txDef>
  </a:objectDefaults>
  <a:extraClrSchemeLst/>
  <a:custClrLst>
    <a:custClr name="coralred">
      <a:srgbClr val="FF4B4B"/>
    </a:custClr>
    <a:custClr name="peach">
      <a:srgbClr val="FF744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traffic red">
      <a:srgbClr val="F70000"/>
    </a:custClr>
    <a:custClr name="traffic yellow">
      <a:srgbClr val="EBC832"/>
    </a:custClr>
    <a:custClr name="traffic green">
      <a:srgbClr val="78BE3C"/>
    </a:custClr>
  </a:custClrLst>
  <a:extLst>
    <a:ext uri="{05A4C25C-085E-4340-85A3-A5531E510DB2}">
      <thm15:themeFamily xmlns:thm15="http://schemas.microsoft.com/office/thememl/2012/main" name="FINAL_Route_A_valantic_2023-09-13" id="{F47F0A72-A178-4673-8BFB-3F0ABB337E84}" vid="{635A0EEC-5FD6-4D1A-A692-AF9C81A1BE5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valantic 2023">
    <a:dk1>
      <a:srgbClr val="100C2A"/>
    </a:dk1>
    <a:lt1>
      <a:srgbClr val="FFFFFF"/>
    </a:lt1>
    <a:dk2>
      <a:srgbClr val="100C2A"/>
    </a:dk2>
    <a:lt2>
      <a:srgbClr val="FFFFFF"/>
    </a:lt2>
    <a:accent1>
      <a:srgbClr val="193773"/>
    </a:accent1>
    <a:accent2>
      <a:srgbClr val="3C4BC8"/>
    </a:accent2>
    <a:accent3>
      <a:srgbClr val="5B26B7"/>
    </a:accent3>
    <a:accent4>
      <a:srgbClr val="CDCDCD"/>
    </a:accent4>
    <a:accent5>
      <a:srgbClr val="A78DB6"/>
    </a:accent5>
    <a:accent6>
      <a:srgbClr val="C0AA81"/>
    </a:accent6>
    <a:hlink>
      <a:srgbClr val="8993DE"/>
    </a:hlink>
    <a:folHlink>
      <a:srgbClr val="999999"/>
    </a:folHlink>
  </a:clrScheme>
</a:themeOverride>
</file>

<file path=ppt/theme/themeOverride2.xml><?xml version="1.0" encoding="utf-8"?>
<a:themeOverride xmlns:a="http://schemas.openxmlformats.org/drawingml/2006/main">
  <a:clrScheme name="valantic 2023">
    <a:dk1>
      <a:srgbClr val="100C2A"/>
    </a:dk1>
    <a:lt1>
      <a:srgbClr val="FFFFFF"/>
    </a:lt1>
    <a:dk2>
      <a:srgbClr val="100C2A"/>
    </a:dk2>
    <a:lt2>
      <a:srgbClr val="FFFFFF"/>
    </a:lt2>
    <a:accent1>
      <a:srgbClr val="193773"/>
    </a:accent1>
    <a:accent2>
      <a:srgbClr val="3C4BC8"/>
    </a:accent2>
    <a:accent3>
      <a:srgbClr val="5B26B7"/>
    </a:accent3>
    <a:accent4>
      <a:srgbClr val="CDCDCD"/>
    </a:accent4>
    <a:accent5>
      <a:srgbClr val="A78DB6"/>
    </a:accent5>
    <a:accent6>
      <a:srgbClr val="C0AA81"/>
    </a:accent6>
    <a:hlink>
      <a:srgbClr val="8993DE"/>
    </a:hlink>
    <a:folHlink>
      <a:srgbClr val="999999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7C78AD6D6541443B11DEFE195848131" ma:contentTypeVersion="6" ma:contentTypeDescription="Ein neues Dokument erstellen." ma:contentTypeScope="" ma:versionID="3e419db23949294ae141f4c944f36a8d">
  <xsd:schema xmlns:xsd="http://www.w3.org/2001/XMLSchema" xmlns:xs="http://www.w3.org/2001/XMLSchema" xmlns:p="http://schemas.microsoft.com/office/2006/metadata/properties" xmlns:ns2="48b59a7b-c047-4d05-b98f-f1bea5d476ec" targetNamespace="http://schemas.microsoft.com/office/2006/metadata/properties" ma:root="true" ma:fieldsID="ed2e77cf190bedbd8acc62d0bdcd0daa" ns2:_="">
    <xsd:import namespace="48b59a7b-c047-4d05-b98f-f1bea5d476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b59a7b-c047-4d05-b98f-f1bea5d476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7C42A39-6143-47E3-B51A-C21F8D6B42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8D5DB45-0B5F-46CF-8F97-54760E88C47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b59a7b-c047-4d05-b98f-f1bea5d476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308</Words>
  <Application>Microsoft Macintosh PowerPoint</Application>
  <PresentationFormat>Breitbild</PresentationFormat>
  <Paragraphs>102</Paragraphs>
  <Slides>9</Slides>
  <Notes>8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11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22" baseType="lpstr">
      <vt:lpstr>Aptos</vt:lpstr>
      <vt:lpstr>Arial</vt:lpstr>
      <vt:lpstr>Calibri</vt:lpstr>
      <vt:lpstr>Open Sans</vt:lpstr>
      <vt:lpstr>Segoe UI</vt:lpstr>
      <vt:lpstr>Segoe UI Light</vt:lpstr>
      <vt:lpstr>Segoe UI Semibold</vt:lpstr>
      <vt:lpstr>Segoe UI Semilight</vt:lpstr>
      <vt:lpstr>Verdana</vt:lpstr>
      <vt:lpstr>Wingdings</vt:lpstr>
      <vt:lpstr>Wingdings 3</vt:lpstr>
      <vt:lpstr>Route_A_valantic_2024</vt:lpstr>
      <vt:lpstr>think-cell Folie</vt:lpstr>
      <vt:lpstr>LLMOps Spotlight</vt:lpstr>
      <vt:lpstr>You can‘t improve  what you don‘t measure.</vt:lpstr>
      <vt:lpstr>Classic AI Cycle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Samples Route A</dc:title>
  <dc:creator>Heike Berger</dc:creator>
  <cp:lastModifiedBy>Holger Kugler</cp:lastModifiedBy>
  <cp:revision>222</cp:revision>
  <dcterms:created xsi:type="dcterms:W3CDTF">2023-09-13T15:51:36Z</dcterms:created>
  <dcterms:modified xsi:type="dcterms:W3CDTF">2026-03-12T20:12:39Z</dcterms:modified>
</cp:coreProperties>
</file>